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99700" cx="18300700"/>
  <p:notesSz cx="18300700" cy="10299700"/>
  <p:embeddedFontLst>
    <p:embeddedFont>
      <p:font typeface="Century Gothic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hidJPbio1PVfOajOmc6CrHQkqQ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CenturyGothic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enturyGothic-bold.fntdata"/><Relationship Id="rId6" Type="http://schemas.openxmlformats.org/officeDocument/2006/relationships/slide" Target="slides/slide1.xml"/><Relationship Id="rId18" Type="http://schemas.openxmlformats.org/officeDocument/2006/relationships/font" Target="fonts/CenturyGothic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9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1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:notes"/>
          <p:cNvSpPr txBox="1"/>
          <p:nvPr>
            <p:ph idx="1" type="body"/>
          </p:nvPr>
        </p:nvSpPr>
        <p:spPr>
          <a:xfrm>
            <a:off x="1830050" y="4892350"/>
            <a:ext cx="14640550" cy="46348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2:notes"/>
          <p:cNvSpPr/>
          <p:nvPr>
            <p:ph idx="2" type="sldImg"/>
          </p:nvPr>
        </p:nvSpPr>
        <p:spPr>
          <a:xfrm>
            <a:off x="3050725" y="772475"/>
            <a:ext cx="12201075" cy="3862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title"/>
          </p:nvPr>
        </p:nvSpPr>
        <p:spPr>
          <a:xfrm>
            <a:off x="1955914" y="1115365"/>
            <a:ext cx="14388871" cy="1481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50">
                <a:solidFill>
                  <a:srgbClr val="FFAB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2" type="sldNum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1955914" y="1115365"/>
            <a:ext cx="14388871" cy="1481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50">
                <a:solidFill>
                  <a:srgbClr val="FFAB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915035" y="2368931"/>
            <a:ext cx="16470630" cy="6797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372552" y="3192907"/>
            <a:ext cx="15555595" cy="216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50">
                <a:solidFill>
                  <a:srgbClr val="FFAB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2745105" y="5767832"/>
            <a:ext cx="12810490" cy="257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1955914" y="1115365"/>
            <a:ext cx="14388871" cy="1481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50">
                <a:solidFill>
                  <a:srgbClr val="FFAB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915035" y="2368931"/>
            <a:ext cx="7960804" cy="6797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2" type="body"/>
          </p:nvPr>
        </p:nvSpPr>
        <p:spPr>
          <a:xfrm>
            <a:off x="9424860" y="2368931"/>
            <a:ext cx="7960804" cy="6797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/>
          <p:nvPr>
            <p:ph idx="11" type="ftr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2" type="sldNum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1955914" y="1115365"/>
            <a:ext cx="14388871" cy="1481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50" u="none" cap="none" strike="noStrike">
                <a:solidFill>
                  <a:srgbClr val="FFAB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915035" y="2368931"/>
            <a:ext cx="16470630" cy="6797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1" type="ftr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3"/>
          <p:cNvSpPr txBox="1"/>
          <p:nvPr>
            <p:ph idx="10" type="dt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1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7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"/>
          <p:cNvSpPr txBox="1"/>
          <p:nvPr>
            <p:ph type="title"/>
          </p:nvPr>
        </p:nvSpPr>
        <p:spPr>
          <a:xfrm>
            <a:off x="5333095" y="3996131"/>
            <a:ext cx="7620000" cy="1871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-635" lvl="0" marL="12065" marR="5080" rtl="0" algn="ctr">
              <a:lnSpc>
                <a:spcPct val="9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>
                <a:solidFill>
                  <a:srgbClr val="FFFFFF"/>
                </a:solidFill>
              </a:rPr>
              <a:t>Explorando Tipos de Flip Flops: Conversiones y Aplicaciones en Electrónica</a:t>
            </a:r>
            <a:endParaRPr sz="4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77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 txBox="1"/>
          <p:nvPr>
            <p:ph type="title"/>
          </p:nvPr>
        </p:nvSpPr>
        <p:spPr>
          <a:xfrm>
            <a:off x="1955914" y="1115365"/>
            <a:ext cx="14388871" cy="1481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Introducción a los Flip Flops</a:t>
            </a:r>
            <a:endParaRPr sz="4800"/>
          </a:p>
        </p:txBody>
      </p:sp>
      <p:sp>
        <p:nvSpPr>
          <p:cNvPr id="51" name="Google Shape;51;p2"/>
          <p:cNvSpPr txBox="1"/>
          <p:nvPr/>
        </p:nvSpPr>
        <p:spPr>
          <a:xfrm>
            <a:off x="1954961" y="2602204"/>
            <a:ext cx="5334000" cy="25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l">
              <a:lnSpc>
                <a:spcPct val="99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Los </a:t>
            </a:r>
            <a:r>
              <a:rPr b="1" lang="en-US" sz="2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fiip fiops </a:t>
            </a:r>
            <a:r>
              <a:rPr lang="en-US" sz="2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son elementos fundamentales en la </a:t>
            </a:r>
            <a:r>
              <a:rPr b="1" lang="en-US" sz="2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electrónica digital</a:t>
            </a:r>
            <a:r>
              <a:rPr lang="en-US" sz="2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Se utilizan para almacenar información y son la base de la </a:t>
            </a:r>
            <a:r>
              <a:rPr b="1" lang="en-US" sz="2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memoria </a:t>
            </a:r>
            <a:r>
              <a:rPr lang="en-US" sz="2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 circuitos digitales. En esta presentación, exploraremos los diferentes tipos de ﬂip ﬂops, sus </a:t>
            </a:r>
            <a:r>
              <a:rPr b="1" lang="en-US" sz="2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conversiones </a:t>
            </a:r>
            <a:r>
              <a:rPr lang="en-US" sz="20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 aplicaciones en el campo de la electrónica.</a:t>
            </a:r>
            <a:endParaRPr sz="20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968614" y="711326"/>
            <a:ext cx="5187950" cy="28575"/>
          </a:xfrm>
          <a:custGeom>
            <a:rect b="b" l="l" r="r" t="t"/>
            <a:pathLst>
              <a:path extrusionOk="0" h="28575" w="5187950">
                <a:moveTo>
                  <a:pt x="5187632" y="0"/>
                </a:moveTo>
                <a:lnTo>
                  <a:pt x="0" y="0"/>
                </a:lnTo>
                <a:lnTo>
                  <a:pt x="0" y="28575"/>
                </a:lnTo>
                <a:lnTo>
                  <a:pt x="5187632" y="28575"/>
                </a:lnTo>
                <a:lnTo>
                  <a:pt x="5187632" y="0"/>
                </a:ln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" name="Google Shape;5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76688" y="2638234"/>
            <a:ext cx="6667499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77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 txBox="1"/>
          <p:nvPr>
            <p:ph type="title"/>
          </p:nvPr>
        </p:nvSpPr>
        <p:spPr>
          <a:xfrm>
            <a:off x="9130296" y="2278557"/>
            <a:ext cx="64695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/>
              <a:t>Definición de Flip Flops</a:t>
            </a:r>
            <a:endParaRPr sz="4050"/>
          </a:p>
        </p:txBody>
      </p:sp>
      <p:sp>
        <p:nvSpPr>
          <p:cNvPr id="60" name="Google Shape;60;p3"/>
          <p:cNvSpPr txBox="1"/>
          <p:nvPr/>
        </p:nvSpPr>
        <p:spPr>
          <a:xfrm>
            <a:off x="9130289" y="3423932"/>
            <a:ext cx="7581900" cy="12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5080" rtl="0"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 </a:t>
            </a:r>
            <a:r>
              <a:rPr b="1" lang="en-US" sz="16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fiip fiop </a:t>
            </a:r>
            <a:r>
              <a:rPr lang="en-US" sz="16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 un circuito secuencial que puede estar en uno de dos estados. Su función principal es almacenar un </a:t>
            </a:r>
            <a:r>
              <a:rPr b="1" lang="en-US" sz="16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bit </a:t>
            </a:r>
            <a:r>
              <a:rPr lang="en-US" sz="16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 información y se activa mediante señales de </a:t>
            </a:r>
            <a:r>
              <a:rPr b="1" lang="en-US" sz="16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control</a:t>
            </a:r>
            <a:r>
              <a:rPr lang="en-US" sz="16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Estos dispositivos son esenciales para el diseño de sistemas digitales complejos donde la variable tiempo esta involucrada</a:t>
            </a:r>
            <a:endParaRPr sz="16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7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"/>
          <p:cNvSpPr txBox="1"/>
          <p:nvPr/>
        </p:nvSpPr>
        <p:spPr>
          <a:xfrm>
            <a:off x="1954857" y="3162275"/>
            <a:ext cx="6314440" cy="2151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1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Existen varios tipos de ﬂip ﬂops, entre ellos el </a:t>
            </a:r>
            <a:r>
              <a:rPr b="1" lang="en-US" sz="23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SR</a:t>
            </a:r>
            <a:r>
              <a:rPr lang="en-US" sz="23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b="1" lang="en-US" sz="23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JK</a:t>
            </a:r>
            <a:r>
              <a:rPr lang="en-US" sz="23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b="1" lang="en-US" sz="23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 </a:t>
            </a:r>
            <a:r>
              <a:rPr lang="en-US" sz="23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 </a:t>
            </a:r>
            <a:r>
              <a:rPr b="1" lang="en-US" sz="23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</a:t>
            </a:r>
            <a:r>
              <a:rPr lang="en-US" sz="23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Cada uno tiene sus propias características y se utiliza en diferentes aplicaciones. Conocer sus diferencias es crucial para seleccionar el adecuado para un diseño especíﬁco.</a:t>
            </a:r>
            <a:endParaRPr sz="23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" name="Google Shape;67;p4"/>
          <p:cNvSpPr txBox="1"/>
          <p:nvPr>
            <p:ph type="title"/>
          </p:nvPr>
        </p:nvSpPr>
        <p:spPr>
          <a:xfrm>
            <a:off x="1955914" y="1115365"/>
            <a:ext cx="4135754" cy="1481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0" lvl="0" marL="12700" marR="508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Tipos de Flip Flops</a:t>
            </a:r>
            <a:endParaRPr sz="4800"/>
          </a:p>
        </p:txBody>
      </p:sp>
      <p:sp>
        <p:nvSpPr>
          <p:cNvPr id="68" name="Google Shape;68;p4"/>
          <p:cNvSpPr/>
          <p:nvPr/>
        </p:nvSpPr>
        <p:spPr>
          <a:xfrm>
            <a:off x="1968614" y="711326"/>
            <a:ext cx="5187950" cy="28575"/>
          </a:xfrm>
          <a:custGeom>
            <a:rect b="b" l="l" r="r" t="t"/>
            <a:pathLst>
              <a:path extrusionOk="0" h="28575" w="5187950">
                <a:moveTo>
                  <a:pt x="5187632" y="0"/>
                </a:moveTo>
                <a:lnTo>
                  <a:pt x="0" y="0"/>
                </a:lnTo>
                <a:lnTo>
                  <a:pt x="0" y="28575"/>
                </a:lnTo>
                <a:lnTo>
                  <a:pt x="5187632" y="28575"/>
                </a:lnTo>
                <a:lnTo>
                  <a:pt x="5187632" y="0"/>
                </a:ln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64229" y="914170"/>
            <a:ext cx="5638800" cy="8458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7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 txBox="1"/>
          <p:nvPr/>
        </p:nvSpPr>
        <p:spPr>
          <a:xfrm>
            <a:off x="1954857" y="3162275"/>
            <a:ext cx="6283325" cy="2014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</a:t>
            </a:r>
            <a:r>
              <a:rPr b="1" lang="en-US" sz="21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fiip fiop SR </a:t>
            </a:r>
            <a:r>
              <a:rPr lang="en-US" sz="21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(Set-Reset) es uno de los más simples. Tiene dos entradas, S (Set) y R (Reset), que controlan su estado. Cuando S está activo, el ﬂip ﬂop se establece en 1, y cuando R está activo, se restablece a 0. Es útil en aplicaciones básicas de almacenamiento.</a:t>
            </a:r>
            <a:endParaRPr sz="21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6" name="Google Shape;76;p5"/>
          <p:cNvSpPr txBox="1"/>
          <p:nvPr>
            <p:ph type="title"/>
          </p:nvPr>
        </p:nvSpPr>
        <p:spPr>
          <a:xfrm>
            <a:off x="1955914" y="1115365"/>
            <a:ext cx="14388871" cy="1481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Flip Flop SR</a:t>
            </a:r>
            <a:endParaRPr sz="4800"/>
          </a:p>
        </p:txBody>
      </p:sp>
      <p:sp>
        <p:nvSpPr>
          <p:cNvPr id="77" name="Google Shape;77;p5"/>
          <p:cNvSpPr/>
          <p:nvPr/>
        </p:nvSpPr>
        <p:spPr>
          <a:xfrm>
            <a:off x="1968614" y="711326"/>
            <a:ext cx="5187950" cy="28575"/>
          </a:xfrm>
          <a:custGeom>
            <a:rect b="b" l="l" r="r" t="t"/>
            <a:pathLst>
              <a:path extrusionOk="0" h="28575" w="5187950">
                <a:moveTo>
                  <a:pt x="5187632" y="0"/>
                </a:moveTo>
                <a:lnTo>
                  <a:pt x="0" y="0"/>
                </a:lnTo>
                <a:lnTo>
                  <a:pt x="0" y="28575"/>
                </a:lnTo>
                <a:lnTo>
                  <a:pt x="5187632" y="28575"/>
                </a:lnTo>
                <a:lnTo>
                  <a:pt x="5187632" y="0"/>
                </a:ln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64229" y="914170"/>
            <a:ext cx="5638799" cy="845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7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6"/>
          <p:cNvSpPr txBox="1"/>
          <p:nvPr>
            <p:ph type="title"/>
          </p:nvPr>
        </p:nvSpPr>
        <p:spPr>
          <a:xfrm>
            <a:off x="1955914" y="1115365"/>
            <a:ext cx="14388900" cy="10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3350">
            <a:spAutoFit/>
          </a:bodyPr>
          <a:lstStyle/>
          <a:p>
            <a:pPr indent="0" lvl="0" marL="52768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Flip Flop J-K</a:t>
            </a:r>
            <a:endParaRPr/>
          </a:p>
        </p:txBody>
      </p:sp>
      <p:sp>
        <p:nvSpPr>
          <p:cNvPr id="85" name="Google Shape;85;p6"/>
          <p:cNvSpPr txBox="1"/>
          <p:nvPr/>
        </p:nvSpPr>
        <p:spPr>
          <a:xfrm>
            <a:off x="4720223" y="2948546"/>
            <a:ext cx="8845500" cy="14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ctr">
              <a:lnSpc>
                <a:spcPct val="100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</a:t>
            </a:r>
            <a:r>
              <a:rPr b="1" lang="en-US" sz="22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fiip fiop J-K </a:t>
            </a:r>
            <a:r>
              <a:rPr lang="en-US" sz="22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 una mejora del SR, eliminando la condición de incertidumbre. Tiene entradas J y K que permiten alternar el estado del ﬂip ﬂop. Este tipo es ampliamente utilizado en contadores </a:t>
            </a:r>
            <a:r>
              <a:rPr b="1" lang="en-US" sz="22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2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debido a su versatilidad.</a:t>
            </a:r>
            <a:endParaRPr sz="22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6" name="Google Shape;8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28897" y="5269456"/>
            <a:ext cx="10629899" cy="38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7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7"/>
          <p:cNvSpPr txBox="1"/>
          <p:nvPr>
            <p:ph type="title"/>
          </p:nvPr>
        </p:nvSpPr>
        <p:spPr>
          <a:xfrm>
            <a:off x="1955914" y="1115365"/>
            <a:ext cx="14388871" cy="1481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3350">
            <a:spAutoFit/>
          </a:bodyPr>
          <a:lstStyle/>
          <a:p>
            <a:pPr indent="0" lvl="0" marL="54260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Flip Flop D</a:t>
            </a:r>
            <a:endParaRPr/>
          </a:p>
        </p:txBody>
      </p:sp>
      <p:sp>
        <p:nvSpPr>
          <p:cNvPr id="93" name="Google Shape;93;p7"/>
          <p:cNvSpPr txBox="1"/>
          <p:nvPr/>
        </p:nvSpPr>
        <p:spPr>
          <a:xfrm>
            <a:off x="4691507" y="2958071"/>
            <a:ext cx="8903400" cy="17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ctr">
              <a:lnSpc>
                <a:spcPct val="100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</a:t>
            </a:r>
            <a:r>
              <a:rPr b="1"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fiip fiop D </a:t>
            </a: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(Data) se utiliza para almacenar un bit de información. Su única entrada, D, permite capturar el valor en el momento de la señal de reloj (D=Q+). Es ideal para aplicaciones de </a:t>
            </a:r>
            <a:r>
              <a:rPr b="1"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registro </a:t>
            </a: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 sincronización, ya que proporciona un funcionamiento predecible.</a:t>
            </a:r>
            <a:endParaRPr sz="22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4" name="Google Shape;9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28897" y="5269456"/>
            <a:ext cx="10629899" cy="38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7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/>
          <p:nvPr>
            <p:ph type="title"/>
          </p:nvPr>
        </p:nvSpPr>
        <p:spPr>
          <a:xfrm>
            <a:off x="9130296" y="2278557"/>
            <a:ext cx="3428365" cy="768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Flip Flop T</a:t>
            </a:r>
            <a:endParaRPr/>
          </a:p>
        </p:txBody>
      </p:sp>
      <p:sp>
        <p:nvSpPr>
          <p:cNvPr id="101" name="Google Shape;101;p8"/>
          <p:cNvSpPr txBox="1"/>
          <p:nvPr/>
        </p:nvSpPr>
        <p:spPr>
          <a:xfrm>
            <a:off x="9130296" y="3423932"/>
            <a:ext cx="7581900" cy="1142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75">
            <a:spAutoFit/>
          </a:bodyPr>
          <a:lstStyle/>
          <a:p>
            <a:pPr indent="0" lvl="0" marL="12700" marR="5080" rtl="0" algn="just">
              <a:lnSpc>
                <a:spcPct val="101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</a:t>
            </a:r>
            <a:r>
              <a:rPr b="1"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fiip fiop T </a:t>
            </a:r>
            <a:r>
              <a:rPr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(Toggle) cambia su estado en cada pulso de reloj si su  entrada  T  está  activa.  Es  comúnmente  utilizado  en </a:t>
            </a:r>
            <a:r>
              <a:rPr b="1"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contadores </a:t>
            </a:r>
            <a:r>
              <a:rPr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 circuitos de división de frecuencia. Su simplicidad lo hace popular en aplicaciones de </a:t>
            </a:r>
            <a:r>
              <a:rPr b="1"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temporización</a:t>
            </a:r>
            <a:r>
              <a:rPr lang="en-US" sz="1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8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7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9"/>
          <p:cNvSpPr txBox="1"/>
          <p:nvPr/>
        </p:nvSpPr>
        <p:spPr>
          <a:xfrm>
            <a:off x="1954860" y="3162275"/>
            <a:ext cx="6217920" cy="187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 posible convertir entre diferentes tipos de ﬂip ﬂops. Por ejemplo, un </a:t>
            </a:r>
            <a:r>
              <a:rPr b="1"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fiip fiop JK </a:t>
            </a: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puede ser convertido a un </a:t>
            </a:r>
            <a:r>
              <a:rPr b="1"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fiip fiop D </a:t>
            </a:r>
            <a:r>
              <a:rPr lang="en-US" sz="20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mediante una lógica de entrada adecuada. Estas conversiones permiten optimizar circuitos y adaptarlos a diferentes requerimientos de diseño.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8" name="Google Shape;108;p9"/>
          <p:cNvSpPr txBox="1"/>
          <p:nvPr>
            <p:ph type="title"/>
          </p:nvPr>
        </p:nvSpPr>
        <p:spPr>
          <a:xfrm>
            <a:off x="1955914" y="1115365"/>
            <a:ext cx="5069205" cy="1481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0" lvl="0" marL="12700" marR="508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Conversiones entre Flip Flops</a:t>
            </a:r>
            <a:endParaRPr sz="4800"/>
          </a:p>
        </p:txBody>
      </p:sp>
      <p:sp>
        <p:nvSpPr>
          <p:cNvPr id="109" name="Google Shape;109;p9"/>
          <p:cNvSpPr/>
          <p:nvPr/>
        </p:nvSpPr>
        <p:spPr>
          <a:xfrm>
            <a:off x="1968614" y="711326"/>
            <a:ext cx="5187950" cy="28575"/>
          </a:xfrm>
          <a:custGeom>
            <a:rect b="b" l="l" r="r" t="t"/>
            <a:pathLst>
              <a:path extrusionOk="0" h="28575" w="5187950">
                <a:moveTo>
                  <a:pt x="5187632" y="0"/>
                </a:moveTo>
                <a:lnTo>
                  <a:pt x="0" y="0"/>
                </a:lnTo>
                <a:lnTo>
                  <a:pt x="0" y="28575"/>
                </a:lnTo>
                <a:lnTo>
                  <a:pt x="5187632" y="28575"/>
                </a:lnTo>
                <a:lnTo>
                  <a:pt x="5187632" y="0"/>
                </a:ln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64203" y="914170"/>
            <a:ext cx="5638800" cy="8458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7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0"/>
          <p:cNvSpPr txBox="1"/>
          <p:nvPr>
            <p:ph type="title"/>
          </p:nvPr>
        </p:nvSpPr>
        <p:spPr>
          <a:xfrm>
            <a:off x="1955914" y="1115365"/>
            <a:ext cx="14388871" cy="1481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3350">
            <a:spAutoFit/>
          </a:bodyPr>
          <a:lstStyle/>
          <a:p>
            <a:pPr indent="0" lvl="0" marL="261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Aplicaciones en Electrónica</a:t>
            </a:r>
            <a:endParaRPr/>
          </a:p>
        </p:txBody>
      </p:sp>
      <p:sp>
        <p:nvSpPr>
          <p:cNvPr id="117" name="Google Shape;117;p10"/>
          <p:cNvSpPr txBox="1"/>
          <p:nvPr/>
        </p:nvSpPr>
        <p:spPr>
          <a:xfrm>
            <a:off x="4939756" y="2958071"/>
            <a:ext cx="8406765" cy="1704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635" lvl="0" marL="12065" marR="5080" rtl="0" algn="ctr">
              <a:lnSpc>
                <a:spcPct val="100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Los ﬂip ﬂops tienen múltiples aplicaciones en </a:t>
            </a:r>
            <a:r>
              <a:rPr b="1"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electrónica digital</a:t>
            </a:r>
            <a:r>
              <a:rPr lang="en-US" sz="22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incluyendo memoria, contadores, registros de desplazamiento y sistemas de control. Su capacidad de almacenar y manipular datos los convierte en componentes esenciales en dispositivos modernos.</a:t>
            </a:r>
            <a:endParaRPr sz="22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8" name="Google Shape;11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28897" y="5269456"/>
            <a:ext cx="10629899" cy="38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76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1"/>
          <p:cNvSpPr txBox="1"/>
          <p:nvPr>
            <p:ph type="title"/>
          </p:nvPr>
        </p:nvSpPr>
        <p:spPr>
          <a:xfrm>
            <a:off x="1954974" y="1075931"/>
            <a:ext cx="3634104" cy="75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Conclusión</a:t>
            </a:r>
            <a:endParaRPr sz="4800"/>
          </a:p>
        </p:txBody>
      </p:sp>
      <p:sp>
        <p:nvSpPr>
          <p:cNvPr id="125" name="Google Shape;125;p11"/>
          <p:cNvSpPr txBox="1"/>
          <p:nvPr/>
        </p:nvSpPr>
        <p:spPr>
          <a:xfrm>
            <a:off x="10174947" y="1199489"/>
            <a:ext cx="5560200" cy="17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just">
              <a:lnSpc>
                <a:spcPct val="100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Los  ﬂip  ﬂops  son  componentes  esenciales  en  la </a:t>
            </a:r>
            <a:r>
              <a:rPr b="1" lang="en-US" sz="1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electrónica digital</a:t>
            </a:r>
            <a:r>
              <a:rPr lang="en-US" sz="16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Su comprensión y aplicación son cruciales  para  el  diseño  de  sistemas digitales  complejos. Conocer  sus  tipos,  conversiones  y  aplicaciones permite  a  los  ingenieros  optimizar  sus  diseños  y mejorar   la   funcionalidad   de   los   dispositivos electrónicos.</a:t>
            </a:r>
            <a:endParaRPr sz="16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1968614" y="711326"/>
            <a:ext cx="5187950" cy="28575"/>
          </a:xfrm>
          <a:custGeom>
            <a:rect b="b" l="l" r="r" t="t"/>
            <a:pathLst>
              <a:path extrusionOk="0" h="28575" w="5187950">
                <a:moveTo>
                  <a:pt x="5187632" y="0"/>
                </a:moveTo>
                <a:lnTo>
                  <a:pt x="0" y="0"/>
                </a:lnTo>
                <a:lnTo>
                  <a:pt x="0" y="28575"/>
                </a:lnTo>
                <a:lnTo>
                  <a:pt x="5187632" y="28575"/>
                </a:lnTo>
                <a:lnTo>
                  <a:pt x="5187632" y="0"/>
                </a:ln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2"/>
          <p:cNvSpPr txBox="1"/>
          <p:nvPr>
            <p:ph type="title"/>
          </p:nvPr>
        </p:nvSpPr>
        <p:spPr>
          <a:xfrm>
            <a:off x="1611337" y="2703614"/>
            <a:ext cx="3838575" cy="112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FFFFFF"/>
                </a:solidFill>
              </a:rPr>
              <a:t>Thanks!</a:t>
            </a:r>
            <a:endParaRPr sz="7200"/>
          </a:p>
        </p:txBody>
      </p:sp>
      <p:sp>
        <p:nvSpPr>
          <p:cNvPr id="133" name="Google Shape;133;p12"/>
          <p:cNvSpPr/>
          <p:nvPr/>
        </p:nvSpPr>
        <p:spPr>
          <a:xfrm>
            <a:off x="1624037" y="4315040"/>
            <a:ext cx="5187950" cy="28575"/>
          </a:xfrm>
          <a:custGeom>
            <a:rect b="b" l="l" r="r" t="t"/>
            <a:pathLst>
              <a:path extrusionOk="0" h="28575" w="5187950">
                <a:moveTo>
                  <a:pt x="5187632" y="0"/>
                </a:moveTo>
                <a:lnTo>
                  <a:pt x="0" y="0"/>
                </a:lnTo>
                <a:lnTo>
                  <a:pt x="0" y="28575"/>
                </a:lnTo>
                <a:lnTo>
                  <a:pt x="5187632" y="28575"/>
                </a:lnTo>
                <a:lnTo>
                  <a:pt x="5187632" y="0"/>
                </a:lnTo>
                <a:close/>
              </a:path>
            </a:pathLst>
          </a:custGeom>
          <a:solidFill>
            <a:srgbClr val="FFAB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2024-11-05T04:37:22Z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2024-11-05T00:00:00Z</vt:filetime>
  </property>
  <property fmtid="{D5CDD505-2E9C-101B-9397-08002B2CF9AE}" pid="3" name="Creator">
    <vt:lpwstr>Chromium</vt:lpwstr>
  </property>
  <property fmtid="{D5CDD505-2E9C-101B-9397-08002B2CF9AE}" pid="4" name="LastSaved">
    <vt:filetime>2024-11-05T00:00:00Z</vt:filetime>
  </property>
  <property fmtid="{D5CDD505-2E9C-101B-9397-08002B2CF9AE}" pid="5" name="Producer">
    <vt:lpwstr>GPL Ghostscript 9.26</vt:lpwstr>
  </property>
</Properties>
</file>