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99700" cx="18300700"/>
  <p:notesSz cx="18300700" cy="102997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h+HF8A7IS2GR91+7W61NeAzddg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1165626" y="4626451"/>
            <a:ext cx="15969447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1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8629510" y="2656757"/>
            <a:ext cx="8039734" cy="2793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1" type="ftr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0" type="dt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5"/>
          <p:cNvSpPr/>
          <p:nvPr/>
        </p:nvSpPr>
        <p:spPr>
          <a:xfrm>
            <a:off x="1431353" y="313205"/>
            <a:ext cx="15423515" cy="9661525"/>
          </a:xfrm>
          <a:custGeom>
            <a:rect b="b" l="l" r="r" t="t"/>
            <a:pathLst>
              <a:path extrusionOk="0" h="9661525" w="15423515">
                <a:moveTo>
                  <a:pt x="7711884" y="9660906"/>
                </a:moveTo>
                <a:lnTo>
                  <a:pt x="0" y="9660906"/>
                </a:lnTo>
                <a:lnTo>
                  <a:pt x="0" y="0"/>
                </a:lnTo>
                <a:lnTo>
                  <a:pt x="15423070" y="0"/>
                </a:lnTo>
                <a:lnTo>
                  <a:pt x="15423070" y="9660906"/>
                </a:lnTo>
                <a:lnTo>
                  <a:pt x="7711884" y="9660906"/>
                </a:lnTo>
                <a:close/>
              </a:path>
            </a:pathLst>
          </a:custGeom>
          <a:noFill/>
          <a:ln cap="flat" cmpd="sng" w="18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5"/>
          <p:cNvSpPr/>
          <p:nvPr/>
        </p:nvSpPr>
        <p:spPr>
          <a:xfrm>
            <a:off x="1431361" y="312472"/>
            <a:ext cx="15423515" cy="742315"/>
          </a:xfrm>
          <a:custGeom>
            <a:rect b="b" l="l" r="r" t="t"/>
            <a:pathLst>
              <a:path extrusionOk="0" h="742315" w="15423515">
                <a:moveTo>
                  <a:pt x="7711863" y="742239"/>
                </a:moveTo>
                <a:lnTo>
                  <a:pt x="0" y="742239"/>
                </a:lnTo>
                <a:lnTo>
                  <a:pt x="0" y="0"/>
                </a:lnTo>
                <a:lnTo>
                  <a:pt x="15423016" y="0"/>
                </a:lnTo>
                <a:lnTo>
                  <a:pt x="15423016" y="742239"/>
                </a:lnTo>
                <a:lnTo>
                  <a:pt x="7711863" y="742239"/>
                </a:lnTo>
                <a:close/>
              </a:path>
            </a:pathLst>
          </a:custGeom>
          <a:noFill/>
          <a:ln cap="flat" cmpd="sng" w="18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5"/>
          <p:cNvSpPr/>
          <p:nvPr/>
        </p:nvSpPr>
        <p:spPr>
          <a:xfrm>
            <a:off x="16330369" y="537196"/>
            <a:ext cx="226060" cy="225425"/>
          </a:xfrm>
          <a:custGeom>
            <a:rect b="b" l="l" r="r" t="t"/>
            <a:pathLst>
              <a:path extrusionOk="0" h="225425" w="226059">
                <a:moveTo>
                  <a:pt x="761" y="0"/>
                </a:moveTo>
                <a:lnTo>
                  <a:pt x="226003" y="225354"/>
                </a:lnTo>
              </a:path>
              <a:path extrusionOk="0" h="225425" w="226059">
                <a:moveTo>
                  <a:pt x="225241" y="0"/>
                </a:moveTo>
                <a:lnTo>
                  <a:pt x="0" y="225354"/>
                </a:lnTo>
              </a:path>
            </a:pathLst>
          </a:custGeom>
          <a:noFill/>
          <a:ln cap="flat" cmpd="sng" w="18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5"/>
          <p:cNvSpPr/>
          <p:nvPr/>
        </p:nvSpPr>
        <p:spPr>
          <a:xfrm>
            <a:off x="15259546" y="648728"/>
            <a:ext cx="320040" cy="20320"/>
          </a:xfrm>
          <a:custGeom>
            <a:rect b="b" l="l" r="r" t="t"/>
            <a:pathLst>
              <a:path extrusionOk="0" h="20320" w="320040">
                <a:moveTo>
                  <a:pt x="319786" y="1447"/>
                </a:moveTo>
                <a:lnTo>
                  <a:pt x="127" y="0"/>
                </a:lnTo>
                <a:lnTo>
                  <a:pt x="0" y="18732"/>
                </a:lnTo>
                <a:lnTo>
                  <a:pt x="319659" y="20167"/>
                </a:lnTo>
                <a:lnTo>
                  <a:pt x="319786" y="144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5"/>
          <p:cNvSpPr/>
          <p:nvPr/>
        </p:nvSpPr>
        <p:spPr>
          <a:xfrm>
            <a:off x="15842869" y="537121"/>
            <a:ext cx="224790" cy="224790"/>
          </a:xfrm>
          <a:custGeom>
            <a:rect b="b" l="l" r="r" t="t"/>
            <a:pathLst>
              <a:path extrusionOk="0" h="224790" w="224790">
                <a:moveTo>
                  <a:pt x="112268" y="224612"/>
                </a:moveTo>
                <a:lnTo>
                  <a:pt x="0" y="224612"/>
                </a:lnTo>
                <a:lnTo>
                  <a:pt x="0" y="0"/>
                </a:lnTo>
                <a:lnTo>
                  <a:pt x="224663" y="0"/>
                </a:lnTo>
                <a:lnTo>
                  <a:pt x="224663" y="224612"/>
                </a:lnTo>
                <a:lnTo>
                  <a:pt x="112268" y="224612"/>
                </a:lnTo>
                <a:close/>
              </a:path>
            </a:pathLst>
          </a:custGeom>
          <a:noFill/>
          <a:ln cap="flat" cmpd="sng" w="18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5"/>
          <p:cNvSpPr txBox="1"/>
          <p:nvPr>
            <p:ph type="title"/>
          </p:nvPr>
        </p:nvSpPr>
        <p:spPr>
          <a:xfrm>
            <a:off x="1165626" y="4626451"/>
            <a:ext cx="15969447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1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0" type="dt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type="ctrTitle"/>
          </p:nvPr>
        </p:nvSpPr>
        <p:spPr>
          <a:xfrm>
            <a:off x="1372552" y="3192907"/>
            <a:ext cx="15555595" cy="216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1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" type="subTitle"/>
          </p:nvPr>
        </p:nvSpPr>
        <p:spPr>
          <a:xfrm>
            <a:off x="2745105" y="5767832"/>
            <a:ext cx="12810490" cy="257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1" type="ftr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0" type="dt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1165626" y="4626451"/>
            <a:ext cx="15969447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1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915035" y="2368931"/>
            <a:ext cx="7960804" cy="6797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9424860" y="2368931"/>
            <a:ext cx="7960804" cy="6797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1" type="ftr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0" type="dt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0" type="dt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2" type="sldNum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3"/>
          <p:cNvSpPr/>
          <p:nvPr/>
        </p:nvSpPr>
        <p:spPr>
          <a:xfrm>
            <a:off x="762474" y="342704"/>
            <a:ext cx="16761460" cy="9600565"/>
          </a:xfrm>
          <a:custGeom>
            <a:rect b="b" l="l" r="r" t="t"/>
            <a:pathLst>
              <a:path extrusionOk="0" h="9600565" w="16761460">
                <a:moveTo>
                  <a:pt x="8380686" y="9600356"/>
                </a:moveTo>
                <a:lnTo>
                  <a:pt x="0" y="9600356"/>
                </a:lnTo>
                <a:lnTo>
                  <a:pt x="0" y="0"/>
                </a:lnTo>
                <a:lnTo>
                  <a:pt x="16761366" y="0"/>
                </a:lnTo>
                <a:lnTo>
                  <a:pt x="16761366" y="9600356"/>
                </a:lnTo>
                <a:lnTo>
                  <a:pt x="8380686" y="9600356"/>
                </a:lnTo>
                <a:close/>
              </a:path>
            </a:pathLst>
          </a:custGeom>
          <a:noFill/>
          <a:ln cap="flat" cmpd="sng" w="18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3"/>
          <p:cNvSpPr/>
          <p:nvPr/>
        </p:nvSpPr>
        <p:spPr>
          <a:xfrm>
            <a:off x="762481" y="342000"/>
            <a:ext cx="16762094" cy="742315"/>
          </a:xfrm>
          <a:custGeom>
            <a:rect b="b" l="l" r="r" t="t"/>
            <a:pathLst>
              <a:path extrusionOk="0" h="742315" w="16762094">
                <a:moveTo>
                  <a:pt x="8380743" y="742227"/>
                </a:moveTo>
                <a:lnTo>
                  <a:pt x="0" y="742227"/>
                </a:lnTo>
                <a:lnTo>
                  <a:pt x="0" y="0"/>
                </a:lnTo>
                <a:lnTo>
                  <a:pt x="16761473" y="0"/>
                </a:lnTo>
                <a:lnTo>
                  <a:pt x="16761473" y="742227"/>
                </a:lnTo>
                <a:lnTo>
                  <a:pt x="8380743" y="742227"/>
                </a:lnTo>
                <a:close/>
              </a:path>
            </a:pathLst>
          </a:custGeom>
          <a:noFill/>
          <a:ln cap="flat" cmpd="sng" w="18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3"/>
          <p:cNvSpPr/>
          <p:nvPr/>
        </p:nvSpPr>
        <p:spPr>
          <a:xfrm>
            <a:off x="17000000" y="567429"/>
            <a:ext cx="226060" cy="225425"/>
          </a:xfrm>
          <a:custGeom>
            <a:rect b="b" l="l" r="r" t="t"/>
            <a:pathLst>
              <a:path extrusionOk="0" h="225425" w="226059">
                <a:moveTo>
                  <a:pt x="634" y="0"/>
                </a:moveTo>
                <a:lnTo>
                  <a:pt x="225876" y="225367"/>
                </a:lnTo>
              </a:path>
              <a:path extrusionOk="0" h="225425" w="226059">
                <a:moveTo>
                  <a:pt x="225241" y="0"/>
                </a:moveTo>
                <a:lnTo>
                  <a:pt x="0" y="225367"/>
                </a:lnTo>
              </a:path>
            </a:pathLst>
          </a:custGeom>
          <a:noFill/>
          <a:ln cap="flat" cmpd="sng" w="18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3"/>
          <p:cNvSpPr/>
          <p:nvPr/>
        </p:nvSpPr>
        <p:spPr>
          <a:xfrm>
            <a:off x="15929217" y="678979"/>
            <a:ext cx="320040" cy="20320"/>
          </a:xfrm>
          <a:custGeom>
            <a:rect b="b" l="l" r="r" t="t"/>
            <a:pathLst>
              <a:path extrusionOk="0" h="20320" w="320040">
                <a:moveTo>
                  <a:pt x="319786" y="1435"/>
                </a:moveTo>
                <a:lnTo>
                  <a:pt x="0" y="0"/>
                </a:lnTo>
                <a:lnTo>
                  <a:pt x="0" y="18707"/>
                </a:lnTo>
                <a:lnTo>
                  <a:pt x="319659" y="20154"/>
                </a:lnTo>
                <a:lnTo>
                  <a:pt x="319786" y="14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3"/>
          <p:cNvSpPr/>
          <p:nvPr/>
        </p:nvSpPr>
        <p:spPr>
          <a:xfrm>
            <a:off x="16512412" y="567359"/>
            <a:ext cx="224790" cy="224790"/>
          </a:xfrm>
          <a:custGeom>
            <a:rect b="b" l="l" r="r" t="t"/>
            <a:pathLst>
              <a:path extrusionOk="0" h="224790" w="224790">
                <a:moveTo>
                  <a:pt x="112395" y="224612"/>
                </a:moveTo>
                <a:lnTo>
                  <a:pt x="0" y="224612"/>
                </a:lnTo>
                <a:lnTo>
                  <a:pt x="0" y="0"/>
                </a:lnTo>
                <a:lnTo>
                  <a:pt x="224663" y="0"/>
                </a:lnTo>
                <a:lnTo>
                  <a:pt x="224663" y="224612"/>
                </a:lnTo>
                <a:lnTo>
                  <a:pt x="112395" y="224612"/>
                </a:lnTo>
                <a:close/>
              </a:path>
            </a:pathLst>
          </a:custGeom>
          <a:noFill/>
          <a:ln cap="flat" cmpd="sng" w="18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3"/>
          <p:cNvSpPr txBox="1"/>
          <p:nvPr>
            <p:ph type="title"/>
          </p:nvPr>
        </p:nvSpPr>
        <p:spPr>
          <a:xfrm>
            <a:off x="1165626" y="4626451"/>
            <a:ext cx="15969447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15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8629510" y="2656757"/>
            <a:ext cx="8039734" cy="2793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1" type="ftr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13"/>
          <p:cNvSpPr txBox="1"/>
          <p:nvPr>
            <p:ph idx="10" type="dt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35.png"/><Relationship Id="rId8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10" Type="http://schemas.openxmlformats.org/officeDocument/2006/relationships/image" Target="../media/image17.png"/><Relationship Id="rId9" Type="http://schemas.openxmlformats.org/officeDocument/2006/relationships/image" Target="../media/image8.png"/><Relationship Id="rId5" Type="http://schemas.openxmlformats.org/officeDocument/2006/relationships/image" Target="../media/image5.jp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1.jp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7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60.jpg"/><Relationship Id="rId9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16.png"/><Relationship Id="rId7" Type="http://schemas.openxmlformats.org/officeDocument/2006/relationships/image" Target="../media/image23.png"/><Relationship Id="rId8" Type="http://schemas.openxmlformats.org/officeDocument/2006/relationships/image" Target="../media/image4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43.jpg"/><Relationship Id="rId9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16.png"/><Relationship Id="rId7" Type="http://schemas.openxmlformats.org/officeDocument/2006/relationships/image" Target="../media/image23.png"/><Relationship Id="rId8" Type="http://schemas.openxmlformats.org/officeDocument/2006/relationships/image" Target="../media/image4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30.png"/><Relationship Id="rId10" Type="http://schemas.openxmlformats.org/officeDocument/2006/relationships/image" Target="../media/image47.png"/><Relationship Id="rId9" Type="http://schemas.openxmlformats.org/officeDocument/2006/relationships/image" Target="../media/image50.png"/><Relationship Id="rId5" Type="http://schemas.openxmlformats.org/officeDocument/2006/relationships/image" Target="../media/image33.jpg"/><Relationship Id="rId6" Type="http://schemas.openxmlformats.org/officeDocument/2006/relationships/image" Target="../media/image26.png"/><Relationship Id="rId7" Type="http://schemas.openxmlformats.org/officeDocument/2006/relationships/image" Target="../media/image40.png"/><Relationship Id="rId8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Relationship Id="rId4" Type="http://schemas.openxmlformats.org/officeDocument/2006/relationships/image" Target="../media/image32.jp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7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1.png"/><Relationship Id="rId4" Type="http://schemas.openxmlformats.org/officeDocument/2006/relationships/image" Target="../media/image73.png"/><Relationship Id="rId11" Type="http://schemas.openxmlformats.org/officeDocument/2006/relationships/image" Target="../media/image8.png"/><Relationship Id="rId10" Type="http://schemas.openxmlformats.org/officeDocument/2006/relationships/image" Target="../media/image49.png"/><Relationship Id="rId9" Type="http://schemas.openxmlformats.org/officeDocument/2006/relationships/image" Target="../media/image65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6.jpg"/><Relationship Id="rId8" Type="http://schemas.openxmlformats.org/officeDocument/2006/relationships/image" Target="../media/image5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1.png"/><Relationship Id="rId4" Type="http://schemas.openxmlformats.org/officeDocument/2006/relationships/image" Target="../media/image48.png"/><Relationship Id="rId10" Type="http://schemas.openxmlformats.org/officeDocument/2006/relationships/image" Target="../media/image8.png"/><Relationship Id="rId9" Type="http://schemas.openxmlformats.org/officeDocument/2006/relationships/image" Target="../media/image49.png"/><Relationship Id="rId5" Type="http://schemas.openxmlformats.org/officeDocument/2006/relationships/image" Target="../media/image57.png"/><Relationship Id="rId6" Type="http://schemas.openxmlformats.org/officeDocument/2006/relationships/image" Target="../media/image52.jpg"/><Relationship Id="rId7" Type="http://schemas.openxmlformats.org/officeDocument/2006/relationships/image" Target="../media/image55.png"/><Relationship Id="rId8" Type="http://schemas.openxmlformats.org/officeDocument/2006/relationships/image" Target="../media/image6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1.png"/><Relationship Id="rId4" Type="http://schemas.openxmlformats.org/officeDocument/2006/relationships/image" Target="../media/image69.jpg"/><Relationship Id="rId9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16.png"/><Relationship Id="rId7" Type="http://schemas.openxmlformats.org/officeDocument/2006/relationships/image" Target="../media/image23.png"/><Relationship Id="rId8" Type="http://schemas.openxmlformats.org/officeDocument/2006/relationships/image" Target="../media/image4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.png"/><Relationship Id="rId4" Type="http://schemas.openxmlformats.org/officeDocument/2006/relationships/image" Target="../media/image68.png"/><Relationship Id="rId10" Type="http://schemas.openxmlformats.org/officeDocument/2006/relationships/image" Target="../media/image74.png"/><Relationship Id="rId9" Type="http://schemas.openxmlformats.org/officeDocument/2006/relationships/image" Target="../media/image64.png"/><Relationship Id="rId5" Type="http://schemas.openxmlformats.org/officeDocument/2006/relationships/image" Target="../media/image66.png"/><Relationship Id="rId6" Type="http://schemas.openxmlformats.org/officeDocument/2006/relationships/image" Target="../media/image76.png"/><Relationship Id="rId7" Type="http://schemas.openxmlformats.org/officeDocument/2006/relationships/image" Target="../media/image8.png"/><Relationship Id="rId8" Type="http://schemas.openxmlformats.org/officeDocument/2006/relationships/image" Target="../media/image6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7.png"/><Relationship Id="rId4" Type="http://schemas.openxmlformats.org/officeDocument/2006/relationships/image" Target="../media/image70.png"/><Relationship Id="rId10" Type="http://schemas.openxmlformats.org/officeDocument/2006/relationships/image" Target="../media/image67.png"/><Relationship Id="rId9" Type="http://schemas.openxmlformats.org/officeDocument/2006/relationships/image" Target="../media/image75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"/>
          <p:cNvGrpSpPr/>
          <p:nvPr/>
        </p:nvGrpSpPr>
        <p:grpSpPr>
          <a:xfrm>
            <a:off x="1431361" y="1074230"/>
            <a:ext cx="15423521" cy="8136913"/>
            <a:chOff x="1431361" y="1074230"/>
            <a:chExt cx="15423521" cy="8136913"/>
          </a:xfrm>
        </p:grpSpPr>
        <p:sp>
          <p:nvSpPr>
            <p:cNvPr id="57" name="Google Shape;57;p1"/>
            <p:cNvSpPr/>
            <p:nvPr/>
          </p:nvSpPr>
          <p:spPr>
            <a:xfrm>
              <a:off x="1431367" y="1074253"/>
              <a:ext cx="15423515" cy="8136890"/>
            </a:xfrm>
            <a:custGeom>
              <a:rect b="b" l="l" r="r" t="t"/>
              <a:pathLst>
                <a:path extrusionOk="0" h="8136890" w="15423515">
                  <a:moveTo>
                    <a:pt x="7711961" y="8136603"/>
                  </a:moveTo>
                  <a:lnTo>
                    <a:pt x="0" y="8136603"/>
                  </a:lnTo>
                  <a:lnTo>
                    <a:pt x="0" y="0"/>
                  </a:lnTo>
                  <a:lnTo>
                    <a:pt x="15423097" y="0"/>
                  </a:lnTo>
                  <a:lnTo>
                    <a:pt x="15423097" y="8136603"/>
                  </a:lnTo>
                  <a:lnTo>
                    <a:pt x="7711961" y="8136603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1431361" y="1074230"/>
              <a:ext cx="15423515" cy="742315"/>
            </a:xfrm>
            <a:custGeom>
              <a:rect b="b" l="l" r="r" t="t"/>
              <a:pathLst>
                <a:path extrusionOk="0" h="742314" w="15423515">
                  <a:moveTo>
                    <a:pt x="7711863" y="742251"/>
                  </a:moveTo>
                  <a:lnTo>
                    <a:pt x="0" y="742251"/>
                  </a:lnTo>
                  <a:lnTo>
                    <a:pt x="0" y="0"/>
                  </a:lnTo>
                  <a:lnTo>
                    <a:pt x="15423016" y="0"/>
                  </a:lnTo>
                  <a:lnTo>
                    <a:pt x="15423016" y="742251"/>
                  </a:lnTo>
                  <a:lnTo>
                    <a:pt x="7711863" y="742251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16330369" y="1298954"/>
              <a:ext cx="226060" cy="225425"/>
            </a:xfrm>
            <a:custGeom>
              <a:rect b="b" l="l" r="r" t="t"/>
              <a:pathLst>
                <a:path extrusionOk="0" h="225425" w="226059">
                  <a:moveTo>
                    <a:pt x="761" y="0"/>
                  </a:moveTo>
                  <a:lnTo>
                    <a:pt x="226003" y="225354"/>
                  </a:lnTo>
                </a:path>
                <a:path extrusionOk="0" h="225425" w="226059">
                  <a:moveTo>
                    <a:pt x="225241" y="0"/>
                  </a:moveTo>
                  <a:lnTo>
                    <a:pt x="0" y="225354"/>
                  </a:lnTo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15259545" y="1411211"/>
              <a:ext cx="320040" cy="20320"/>
            </a:xfrm>
            <a:custGeom>
              <a:rect b="b" l="l" r="r" t="t"/>
              <a:pathLst>
                <a:path extrusionOk="0" h="20319" w="320040">
                  <a:moveTo>
                    <a:pt x="319786" y="1435"/>
                  </a:moveTo>
                  <a:lnTo>
                    <a:pt x="127" y="0"/>
                  </a:lnTo>
                  <a:lnTo>
                    <a:pt x="0" y="18719"/>
                  </a:lnTo>
                  <a:lnTo>
                    <a:pt x="319659" y="20167"/>
                  </a:lnTo>
                  <a:lnTo>
                    <a:pt x="319786" y="14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15842869" y="1298879"/>
              <a:ext cx="224790" cy="224790"/>
            </a:xfrm>
            <a:custGeom>
              <a:rect b="b" l="l" r="r" t="t"/>
              <a:pathLst>
                <a:path extrusionOk="0" h="224790" w="224790">
                  <a:moveTo>
                    <a:pt x="112268" y="224612"/>
                  </a:moveTo>
                  <a:lnTo>
                    <a:pt x="0" y="224612"/>
                  </a:lnTo>
                  <a:lnTo>
                    <a:pt x="0" y="0"/>
                  </a:lnTo>
                  <a:lnTo>
                    <a:pt x="224663" y="0"/>
                  </a:lnTo>
                  <a:lnTo>
                    <a:pt x="224663" y="224612"/>
                  </a:lnTo>
                  <a:lnTo>
                    <a:pt x="112268" y="224612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1"/>
          <p:cNvSpPr txBox="1"/>
          <p:nvPr/>
        </p:nvSpPr>
        <p:spPr>
          <a:xfrm>
            <a:off x="7355052" y="2566003"/>
            <a:ext cx="7614284" cy="272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50">
            <a:spAutoFit/>
          </a:bodyPr>
          <a:lstStyle/>
          <a:p>
            <a:pPr indent="0" lvl="0" marL="12700" marR="508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Optimización del Rendimiento en Procesadores: Paralelismo a Nivel de Instrucción y</a:t>
            </a:r>
            <a:endParaRPr sz="4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7355052" y="6048428"/>
            <a:ext cx="6096600" cy="13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Manejo de Conflictos</a:t>
            </a:r>
            <a:endParaRPr sz="4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" name="Google Shape;64;p1"/>
          <p:cNvSpPr txBox="1"/>
          <p:nvPr>
            <p:ph type="title"/>
          </p:nvPr>
        </p:nvSpPr>
        <p:spPr>
          <a:xfrm>
            <a:off x="15578328" y="2467794"/>
            <a:ext cx="993775" cy="1488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rgbClr val="00FFFF"/>
                </a:solidFill>
                <a:latin typeface="Cambria"/>
                <a:ea typeface="Cambria"/>
                <a:cs typeface="Cambria"/>
                <a:sym typeface="Cambria"/>
              </a:rPr>
              <a:t>⥫</a:t>
            </a:r>
            <a:endParaRPr sz="96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65" name="Google Shape;65;p1"/>
          <p:cNvGrpSpPr/>
          <p:nvPr/>
        </p:nvGrpSpPr>
        <p:grpSpPr>
          <a:xfrm>
            <a:off x="952500" y="5038318"/>
            <a:ext cx="4429124" cy="3390899"/>
            <a:chOff x="952500" y="5038318"/>
            <a:chExt cx="4429124" cy="3390899"/>
          </a:xfrm>
        </p:grpSpPr>
        <p:sp>
          <p:nvSpPr>
            <p:cNvPr id="66" name="Google Shape;66;p1"/>
            <p:cNvSpPr/>
            <p:nvPr/>
          </p:nvSpPr>
          <p:spPr>
            <a:xfrm>
              <a:off x="961652" y="5045037"/>
              <a:ext cx="4408170" cy="3377565"/>
            </a:xfrm>
            <a:custGeom>
              <a:rect b="b" l="l" r="r" t="t"/>
              <a:pathLst>
                <a:path extrusionOk="0" h="3377565" w="4408170">
                  <a:moveTo>
                    <a:pt x="4407729" y="0"/>
                  </a:moveTo>
                  <a:lnTo>
                    <a:pt x="0" y="0"/>
                  </a:lnTo>
                  <a:lnTo>
                    <a:pt x="0" y="3377387"/>
                  </a:lnTo>
                  <a:lnTo>
                    <a:pt x="2203872" y="3377387"/>
                  </a:lnTo>
                  <a:lnTo>
                    <a:pt x="4407729" y="3377387"/>
                  </a:lnTo>
                  <a:lnTo>
                    <a:pt x="4407729" y="0"/>
                  </a:lnTo>
                  <a:close/>
                </a:path>
              </a:pathLst>
            </a:custGeom>
            <a:solidFill>
              <a:srgbClr val="2F3B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961659" y="5045028"/>
              <a:ext cx="4408170" cy="3377565"/>
            </a:xfrm>
            <a:custGeom>
              <a:rect b="b" l="l" r="r" t="t"/>
              <a:pathLst>
                <a:path extrusionOk="0" h="3377565" w="4408170">
                  <a:moveTo>
                    <a:pt x="2203884" y="3377398"/>
                  </a:moveTo>
                  <a:lnTo>
                    <a:pt x="0" y="3377398"/>
                  </a:lnTo>
                  <a:lnTo>
                    <a:pt x="0" y="0"/>
                  </a:lnTo>
                  <a:lnTo>
                    <a:pt x="4407750" y="0"/>
                  </a:lnTo>
                  <a:lnTo>
                    <a:pt x="4407750" y="3377398"/>
                  </a:lnTo>
                  <a:lnTo>
                    <a:pt x="2203884" y="3377398"/>
                  </a:lnTo>
                  <a:close/>
                </a:path>
                <a:path extrusionOk="0" h="3377565" w="4408170">
                  <a:moveTo>
                    <a:pt x="2203884" y="742296"/>
                  </a:moveTo>
                  <a:lnTo>
                    <a:pt x="0" y="742296"/>
                  </a:lnTo>
                  <a:lnTo>
                    <a:pt x="0" y="0"/>
                  </a:lnTo>
                  <a:lnTo>
                    <a:pt x="4407750" y="0"/>
                  </a:lnTo>
                  <a:lnTo>
                    <a:pt x="4407750" y="742296"/>
                  </a:lnTo>
                  <a:lnTo>
                    <a:pt x="2203884" y="742296"/>
                  </a:lnTo>
                  <a:close/>
                </a:path>
                <a:path extrusionOk="0" h="3377565" w="4408170">
                  <a:moveTo>
                    <a:pt x="3883603" y="224635"/>
                  </a:moveTo>
                  <a:lnTo>
                    <a:pt x="4108954" y="449982"/>
                  </a:lnTo>
                </a:path>
                <a:path extrusionOk="0" h="3377565" w="4408170">
                  <a:moveTo>
                    <a:pt x="4108243" y="224635"/>
                  </a:moveTo>
                  <a:lnTo>
                    <a:pt x="3882879" y="449982"/>
                  </a:lnTo>
                </a:path>
                <a:path extrusionOk="0" h="3377565" w="4408170">
                  <a:moveTo>
                    <a:pt x="2812271" y="336953"/>
                  </a:moveTo>
                  <a:lnTo>
                    <a:pt x="3131933" y="338388"/>
                  </a:lnTo>
                </a:path>
                <a:path extrusionOk="0" h="3377565" w="4408170">
                  <a:moveTo>
                    <a:pt x="3507768" y="449271"/>
                  </a:moveTo>
                  <a:lnTo>
                    <a:pt x="3395461" y="449271"/>
                  </a:lnTo>
                  <a:lnTo>
                    <a:pt x="3395461" y="224635"/>
                  </a:lnTo>
                  <a:lnTo>
                    <a:pt x="3620088" y="224635"/>
                  </a:lnTo>
                  <a:lnTo>
                    <a:pt x="3620088" y="449271"/>
                  </a:lnTo>
                  <a:lnTo>
                    <a:pt x="3507768" y="449271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8" name="Google Shape;68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66088" y="6623304"/>
              <a:ext cx="518159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71927" y="6623304"/>
              <a:ext cx="460248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102863" y="6623304"/>
              <a:ext cx="886967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303775" y="6623304"/>
              <a:ext cx="487680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52500" y="5038318"/>
              <a:ext cx="4429124" cy="33908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>
            <p:ph type="title"/>
          </p:nvPr>
        </p:nvSpPr>
        <p:spPr>
          <a:xfrm>
            <a:off x="1555500" y="1762125"/>
            <a:ext cx="62028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50"/>
              <a:t>Introducción</a:t>
            </a:r>
            <a:endParaRPr sz="7350"/>
          </a:p>
        </p:txBody>
      </p:sp>
      <p:grpSp>
        <p:nvGrpSpPr>
          <p:cNvPr id="78" name="Google Shape;78;p2"/>
          <p:cNvGrpSpPr/>
          <p:nvPr/>
        </p:nvGrpSpPr>
        <p:grpSpPr>
          <a:xfrm>
            <a:off x="1592643" y="3485070"/>
            <a:ext cx="7403922" cy="1565732"/>
            <a:chOff x="1592643" y="3485070"/>
            <a:chExt cx="7403922" cy="1565732"/>
          </a:xfrm>
        </p:grpSpPr>
        <p:pic>
          <p:nvPicPr>
            <p:cNvPr id="79" name="Google Shape;7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47265" y="3485070"/>
              <a:ext cx="4217771" cy="2606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92643" y="4494720"/>
              <a:ext cx="5127155" cy="2606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2"/>
            <p:cNvSpPr/>
            <p:nvPr/>
          </p:nvSpPr>
          <p:spPr>
            <a:xfrm>
              <a:off x="1601990" y="4498987"/>
              <a:ext cx="7394575" cy="551815"/>
            </a:xfrm>
            <a:custGeom>
              <a:rect b="b" l="l" r="r" t="t"/>
              <a:pathLst>
                <a:path extrusionOk="0" h="551814" w="7394575">
                  <a:moveTo>
                    <a:pt x="95758" y="399161"/>
                  </a:moveTo>
                  <a:lnTo>
                    <a:pt x="53657" y="399161"/>
                  </a:lnTo>
                  <a:lnTo>
                    <a:pt x="41084" y="399935"/>
                  </a:lnTo>
                  <a:lnTo>
                    <a:pt x="7531" y="418541"/>
                  </a:lnTo>
                  <a:lnTo>
                    <a:pt x="0" y="449986"/>
                  </a:lnTo>
                  <a:lnTo>
                    <a:pt x="0" y="500684"/>
                  </a:lnTo>
                  <a:lnTo>
                    <a:pt x="13258" y="539356"/>
                  </a:lnTo>
                  <a:lnTo>
                    <a:pt x="53657" y="551522"/>
                  </a:lnTo>
                  <a:lnTo>
                    <a:pt x="95758" y="551522"/>
                  </a:lnTo>
                  <a:lnTo>
                    <a:pt x="95758" y="518744"/>
                  </a:lnTo>
                  <a:lnTo>
                    <a:pt x="45389" y="518744"/>
                  </a:lnTo>
                  <a:lnTo>
                    <a:pt x="41465" y="517702"/>
                  </a:lnTo>
                  <a:lnTo>
                    <a:pt x="39090" y="515594"/>
                  </a:lnTo>
                  <a:lnTo>
                    <a:pt x="36753" y="513486"/>
                  </a:lnTo>
                  <a:lnTo>
                    <a:pt x="35585" y="510387"/>
                  </a:lnTo>
                  <a:lnTo>
                    <a:pt x="35585" y="440283"/>
                  </a:lnTo>
                  <a:lnTo>
                    <a:pt x="36753" y="437184"/>
                  </a:lnTo>
                  <a:lnTo>
                    <a:pt x="41465" y="432981"/>
                  </a:lnTo>
                  <a:lnTo>
                    <a:pt x="45389" y="431927"/>
                  </a:lnTo>
                  <a:lnTo>
                    <a:pt x="95758" y="431927"/>
                  </a:lnTo>
                  <a:lnTo>
                    <a:pt x="95758" y="399161"/>
                  </a:lnTo>
                  <a:close/>
                </a:path>
                <a:path extrusionOk="0" h="551814" w="7394575">
                  <a:moveTo>
                    <a:pt x="258102" y="449986"/>
                  </a:moveTo>
                  <a:lnTo>
                    <a:pt x="257251" y="437769"/>
                  </a:lnTo>
                  <a:lnTo>
                    <a:pt x="255841" y="431927"/>
                  </a:lnTo>
                  <a:lnTo>
                    <a:pt x="254723" y="427291"/>
                  </a:lnTo>
                  <a:lnTo>
                    <a:pt x="222516" y="401129"/>
                  </a:lnTo>
                  <a:lnTo>
                    <a:pt x="222516" y="440283"/>
                  </a:lnTo>
                  <a:lnTo>
                    <a:pt x="222516" y="510387"/>
                  </a:lnTo>
                  <a:lnTo>
                    <a:pt x="221322" y="513486"/>
                  </a:lnTo>
                  <a:lnTo>
                    <a:pt x="218935" y="515594"/>
                  </a:lnTo>
                  <a:lnTo>
                    <a:pt x="216598" y="517702"/>
                  </a:lnTo>
                  <a:lnTo>
                    <a:pt x="212686" y="518744"/>
                  </a:lnTo>
                  <a:lnTo>
                    <a:pt x="186842" y="518744"/>
                  </a:lnTo>
                  <a:lnTo>
                    <a:pt x="182930" y="517702"/>
                  </a:lnTo>
                  <a:lnTo>
                    <a:pt x="180543" y="515594"/>
                  </a:lnTo>
                  <a:lnTo>
                    <a:pt x="178206" y="513486"/>
                  </a:lnTo>
                  <a:lnTo>
                    <a:pt x="177038" y="510387"/>
                  </a:lnTo>
                  <a:lnTo>
                    <a:pt x="177038" y="440283"/>
                  </a:lnTo>
                  <a:lnTo>
                    <a:pt x="178206" y="437184"/>
                  </a:lnTo>
                  <a:lnTo>
                    <a:pt x="182930" y="432981"/>
                  </a:lnTo>
                  <a:lnTo>
                    <a:pt x="186842" y="431927"/>
                  </a:lnTo>
                  <a:lnTo>
                    <a:pt x="212686" y="431927"/>
                  </a:lnTo>
                  <a:lnTo>
                    <a:pt x="216598" y="432981"/>
                  </a:lnTo>
                  <a:lnTo>
                    <a:pt x="218935" y="435089"/>
                  </a:lnTo>
                  <a:lnTo>
                    <a:pt x="221322" y="437184"/>
                  </a:lnTo>
                  <a:lnTo>
                    <a:pt x="222516" y="440283"/>
                  </a:lnTo>
                  <a:lnTo>
                    <a:pt x="222516" y="401129"/>
                  </a:lnTo>
                  <a:lnTo>
                    <a:pt x="216928" y="399935"/>
                  </a:lnTo>
                  <a:lnTo>
                    <a:pt x="204381" y="399161"/>
                  </a:lnTo>
                  <a:lnTo>
                    <a:pt x="195110" y="399161"/>
                  </a:lnTo>
                  <a:lnTo>
                    <a:pt x="154914" y="411518"/>
                  </a:lnTo>
                  <a:lnTo>
                    <a:pt x="141452" y="449986"/>
                  </a:lnTo>
                  <a:lnTo>
                    <a:pt x="141452" y="500684"/>
                  </a:lnTo>
                  <a:lnTo>
                    <a:pt x="154914" y="539216"/>
                  </a:lnTo>
                  <a:lnTo>
                    <a:pt x="195110" y="551522"/>
                  </a:lnTo>
                  <a:lnTo>
                    <a:pt x="204381" y="551522"/>
                  </a:lnTo>
                  <a:lnTo>
                    <a:pt x="244640" y="539216"/>
                  </a:lnTo>
                  <a:lnTo>
                    <a:pt x="258102" y="500684"/>
                  </a:lnTo>
                  <a:lnTo>
                    <a:pt x="258102" y="449986"/>
                  </a:lnTo>
                  <a:close/>
                </a:path>
                <a:path extrusionOk="0" h="551814" w="7394575">
                  <a:moveTo>
                    <a:pt x="409105" y="449986"/>
                  </a:moveTo>
                  <a:lnTo>
                    <a:pt x="396252" y="411518"/>
                  </a:lnTo>
                  <a:lnTo>
                    <a:pt x="358267" y="399161"/>
                  </a:lnTo>
                  <a:lnTo>
                    <a:pt x="334822" y="399161"/>
                  </a:lnTo>
                  <a:lnTo>
                    <a:pt x="328409" y="401104"/>
                  </a:lnTo>
                  <a:lnTo>
                    <a:pt x="326123" y="404990"/>
                  </a:lnTo>
                  <a:lnTo>
                    <a:pt x="328663" y="399161"/>
                  </a:lnTo>
                  <a:lnTo>
                    <a:pt x="294449" y="399161"/>
                  </a:lnTo>
                  <a:lnTo>
                    <a:pt x="294449" y="551522"/>
                  </a:lnTo>
                  <a:lnTo>
                    <a:pt x="330098" y="551522"/>
                  </a:lnTo>
                  <a:lnTo>
                    <a:pt x="330098" y="439343"/>
                  </a:lnTo>
                  <a:lnTo>
                    <a:pt x="331063" y="437184"/>
                  </a:lnTo>
                  <a:lnTo>
                    <a:pt x="334911" y="432981"/>
                  </a:lnTo>
                  <a:lnTo>
                    <a:pt x="338099" y="431927"/>
                  </a:lnTo>
                  <a:lnTo>
                    <a:pt x="365112" y="431927"/>
                  </a:lnTo>
                  <a:lnTo>
                    <a:pt x="368185" y="433006"/>
                  </a:lnTo>
                  <a:lnTo>
                    <a:pt x="370281" y="435152"/>
                  </a:lnTo>
                  <a:lnTo>
                    <a:pt x="372440" y="437299"/>
                  </a:lnTo>
                  <a:lnTo>
                    <a:pt x="373519" y="440372"/>
                  </a:lnTo>
                  <a:lnTo>
                    <a:pt x="373519" y="551522"/>
                  </a:lnTo>
                  <a:lnTo>
                    <a:pt x="409105" y="551522"/>
                  </a:lnTo>
                  <a:lnTo>
                    <a:pt x="409105" y="449986"/>
                  </a:lnTo>
                  <a:close/>
                </a:path>
                <a:path extrusionOk="0" h="551814" w="7394575">
                  <a:moveTo>
                    <a:pt x="557352" y="342900"/>
                  </a:moveTo>
                  <a:lnTo>
                    <a:pt x="508787" y="342900"/>
                  </a:lnTo>
                  <a:lnTo>
                    <a:pt x="501396" y="343535"/>
                  </a:lnTo>
                  <a:lnTo>
                    <a:pt x="474294" y="371690"/>
                  </a:lnTo>
                  <a:lnTo>
                    <a:pt x="473684" y="379641"/>
                  </a:lnTo>
                  <a:lnTo>
                    <a:pt x="473684" y="399161"/>
                  </a:lnTo>
                  <a:lnTo>
                    <a:pt x="449783" y="399161"/>
                  </a:lnTo>
                  <a:lnTo>
                    <a:pt x="449783" y="431927"/>
                  </a:lnTo>
                  <a:lnTo>
                    <a:pt x="473684" y="431927"/>
                  </a:lnTo>
                  <a:lnTo>
                    <a:pt x="473684" y="518744"/>
                  </a:lnTo>
                  <a:lnTo>
                    <a:pt x="449783" y="518744"/>
                  </a:lnTo>
                  <a:lnTo>
                    <a:pt x="449783" y="551522"/>
                  </a:lnTo>
                  <a:lnTo>
                    <a:pt x="543267" y="551522"/>
                  </a:lnTo>
                  <a:lnTo>
                    <a:pt x="543267" y="518744"/>
                  </a:lnTo>
                  <a:lnTo>
                    <a:pt x="509270" y="518744"/>
                  </a:lnTo>
                  <a:lnTo>
                    <a:pt x="509270" y="431927"/>
                  </a:lnTo>
                  <a:lnTo>
                    <a:pt x="554532" y="431927"/>
                  </a:lnTo>
                  <a:lnTo>
                    <a:pt x="554532" y="399161"/>
                  </a:lnTo>
                  <a:lnTo>
                    <a:pt x="509270" y="399161"/>
                  </a:lnTo>
                  <a:lnTo>
                    <a:pt x="509270" y="377583"/>
                  </a:lnTo>
                  <a:lnTo>
                    <a:pt x="509562" y="376986"/>
                  </a:lnTo>
                  <a:lnTo>
                    <a:pt x="510159" y="376491"/>
                  </a:lnTo>
                  <a:lnTo>
                    <a:pt x="510755" y="375932"/>
                  </a:lnTo>
                  <a:lnTo>
                    <a:pt x="511784" y="375666"/>
                  </a:lnTo>
                  <a:lnTo>
                    <a:pt x="557352" y="375666"/>
                  </a:lnTo>
                  <a:lnTo>
                    <a:pt x="557352" y="342900"/>
                  </a:lnTo>
                  <a:close/>
                </a:path>
                <a:path extrusionOk="0" h="551814" w="7394575">
                  <a:moveTo>
                    <a:pt x="717753" y="518744"/>
                  </a:moveTo>
                  <a:lnTo>
                    <a:pt x="672414" y="518744"/>
                  </a:lnTo>
                  <a:lnTo>
                    <a:pt x="671220" y="518642"/>
                  </a:lnTo>
                  <a:lnTo>
                    <a:pt x="670902" y="518414"/>
                  </a:lnTo>
                  <a:lnTo>
                    <a:pt x="670623" y="518134"/>
                  </a:lnTo>
                  <a:lnTo>
                    <a:pt x="670509" y="517512"/>
                  </a:lnTo>
                  <a:lnTo>
                    <a:pt x="670496" y="342900"/>
                  </a:lnTo>
                  <a:lnTo>
                    <a:pt x="593547" y="342900"/>
                  </a:lnTo>
                  <a:lnTo>
                    <a:pt x="593547" y="375666"/>
                  </a:lnTo>
                  <a:lnTo>
                    <a:pt x="634911" y="375666"/>
                  </a:lnTo>
                  <a:lnTo>
                    <a:pt x="634987" y="518744"/>
                  </a:lnTo>
                  <a:lnTo>
                    <a:pt x="656729" y="551522"/>
                  </a:lnTo>
                  <a:lnTo>
                    <a:pt x="717753" y="551522"/>
                  </a:lnTo>
                  <a:lnTo>
                    <a:pt x="717753" y="518744"/>
                  </a:lnTo>
                  <a:close/>
                </a:path>
                <a:path extrusionOk="0" h="551814" w="7394575">
                  <a:moveTo>
                    <a:pt x="826516" y="342900"/>
                  </a:moveTo>
                  <a:lnTo>
                    <a:pt x="788123" y="342900"/>
                  </a:lnTo>
                  <a:lnTo>
                    <a:pt x="788123" y="379857"/>
                  </a:lnTo>
                  <a:lnTo>
                    <a:pt x="826516" y="379857"/>
                  </a:lnTo>
                  <a:lnTo>
                    <a:pt x="826516" y="342900"/>
                  </a:lnTo>
                  <a:close/>
                </a:path>
                <a:path extrusionOk="0" h="551814" w="7394575">
                  <a:moveTo>
                    <a:pt x="866775" y="518744"/>
                  </a:moveTo>
                  <a:lnTo>
                    <a:pt x="825144" y="518744"/>
                  </a:lnTo>
                  <a:lnTo>
                    <a:pt x="825144" y="399161"/>
                  </a:lnTo>
                  <a:lnTo>
                    <a:pt x="748207" y="399161"/>
                  </a:lnTo>
                  <a:lnTo>
                    <a:pt x="748207" y="431927"/>
                  </a:lnTo>
                  <a:lnTo>
                    <a:pt x="789559" y="431927"/>
                  </a:lnTo>
                  <a:lnTo>
                    <a:pt x="789559" y="551522"/>
                  </a:lnTo>
                  <a:lnTo>
                    <a:pt x="866775" y="551522"/>
                  </a:lnTo>
                  <a:lnTo>
                    <a:pt x="866775" y="518744"/>
                  </a:lnTo>
                  <a:close/>
                </a:path>
                <a:path extrusionOk="0" h="551814" w="7394575">
                  <a:moveTo>
                    <a:pt x="1007122" y="399161"/>
                  </a:moveTo>
                  <a:lnTo>
                    <a:pt x="965022" y="399161"/>
                  </a:lnTo>
                  <a:lnTo>
                    <a:pt x="952449" y="399935"/>
                  </a:lnTo>
                  <a:lnTo>
                    <a:pt x="918895" y="418541"/>
                  </a:lnTo>
                  <a:lnTo>
                    <a:pt x="911364" y="449986"/>
                  </a:lnTo>
                  <a:lnTo>
                    <a:pt x="911364" y="500684"/>
                  </a:lnTo>
                  <a:lnTo>
                    <a:pt x="924623" y="539356"/>
                  </a:lnTo>
                  <a:lnTo>
                    <a:pt x="965022" y="551522"/>
                  </a:lnTo>
                  <a:lnTo>
                    <a:pt x="1007122" y="551522"/>
                  </a:lnTo>
                  <a:lnTo>
                    <a:pt x="1007122" y="518744"/>
                  </a:lnTo>
                  <a:lnTo>
                    <a:pt x="956754" y="518744"/>
                  </a:lnTo>
                  <a:lnTo>
                    <a:pt x="952830" y="517702"/>
                  </a:lnTo>
                  <a:lnTo>
                    <a:pt x="950455" y="515594"/>
                  </a:lnTo>
                  <a:lnTo>
                    <a:pt x="948118" y="513486"/>
                  </a:lnTo>
                  <a:lnTo>
                    <a:pt x="946950" y="510387"/>
                  </a:lnTo>
                  <a:lnTo>
                    <a:pt x="946950" y="440283"/>
                  </a:lnTo>
                  <a:lnTo>
                    <a:pt x="948118" y="437184"/>
                  </a:lnTo>
                  <a:lnTo>
                    <a:pt x="952830" y="432981"/>
                  </a:lnTo>
                  <a:lnTo>
                    <a:pt x="956754" y="431927"/>
                  </a:lnTo>
                  <a:lnTo>
                    <a:pt x="1007122" y="431927"/>
                  </a:lnTo>
                  <a:lnTo>
                    <a:pt x="1007122" y="399161"/>
                  </a:lnTo>
                  <a:close/>
                </a:path>
                <a:path extrusionOk="0" h="551814" w="7394575">
                  <a:moveTo>
                    <a:pt x="1163002" y="399161"/>
                  </a:moveTo>
                  <a:lnTo>
                    <a:pt x="1121930" y="399161"/>
                  </a:lnTo>
                  <a:lnTo>
                    <a:pt x="1121930" y="365353"/>
                  </a:lnTo>
                  <a:lnTo>
                    <a:pt x="1086269" y="365353"/>
                  </a:lnTo>
                  <a:lnTo>
                    <a:pt x="1086269" y="399161"/>
                  </a:lnTo>
                  <a:lnTo>
                    <a:pt x="1059548" y="399161"/>
                  </a:lnTo>
                  <a:lnTo>
                    <a:pt x="1059548" y="431927"/>
                  </a:lnTo>
                  <a:lnTo>
                    <a:pt x="1086269" y="431927"/>
                  </a:lnTo>
                  <a:lnTo>
                    <a:pt x="1086269" y="511873"/>
                  </a:lnTo>
                  <a:lnTo>
                    <a:pt x="1086840" y="520153"/>
                  </a:lnTo>
                  <a:lnTo>
                    <a:pt x="1113612" y="550837"/>
                  </a:lnTo>
                  <a:lnTo>
                    <a:pt x="1121651" y="551522"/>
                  </a:lnTo>
                  <a:lnTo>
                    <a:pt x="1163002" y="551522"/>
                  </a:lnTo>
                  <a:lnTo>
                    <a:pt x="1163002" y="518744"/>
                  </a:lnTo>
                  <a:lnTo>
                    <a:pt x="1125791" y="518744"/>
                  </a:lnTo>
                  <a:lnTo>
                    <a:pt x="1123911" y="518426"/>
                  </a:lnTo>
                  <a:lnTo>
                    <a:pt x="1123086" y="517791"/>
                  </a:lnTo>
                  <a:lnTo>
                    <a:pt x="1122311" y="517105"/>
                  </a:lnTo>
                  <a:lnTo>
                    <a:pt x="1121930" y="515620"/>
                  </a:lnTo>
                  <a:lnTo>
                    <a:pt x="1121930" y="431927"/>
                  </a:lnTo>
                  <a:lnTo>
                    <a:pt x="1163002" y="431927"/>
                  </a:lnTo>
                  <a:lnTo>
                    <a:pt x="1163002" y="399161"/>
                  </a:lnTo>
                  <a:close/>
                </a:path>
                <a:path extrusionOk="0" h="551814" w="7394575">
                  <a:moveTo>
                    <a:pt x="1321358" y="449986"/>
                  </a:moveTo>
                  <a:lnTo>
                    <a:pt x="1320507" y="437769"/>
                  </a:lnTo>
                  <a:lnTo>
                    <a:pt x="1319098" y="431927"/>
                  </a:lnTo>
                  <a:lnTo>
                    <a:pt x="1317980" y="427291"/>
                  </a:lnTo>
                  <a:lnTo>
                    <a:pt x="1285773" y="401129"/>
                  </a:lnTo>
                  <a:lnTo>
                    <a:pt x="1285773" y="440283"/>
                  </a:lnTo>
                  <a:lnTo>
                    <a:pt x="1285773" y="510387"/>
                  </a:lnTo>
                  <a:lnTo>
                    <a:pt x="1284579" y="513486"/>
                  </a:lnTo>
                  <a:lnTo>
                    <a:pt x="1282204" y="515594"/>
                  </a:lnTo>
                  <a:lnTo>
                    <a:pt x="1279867" y="517702"/>
                  </a:lnTo>
                  <a:lnTo>
                    <a:pt x="1275943" y="518744"/>
                  </a:lnTo>
                  <a:lnTo>
                    <a:pt x="1250099" y="518744"/>
                  </a:lnTo>
                  <a:lnTo>
                    <a:pt x="1246187" y="517702"/>
                  </a:lnTo>
                  <a:lnTo>
                    <a:pt x="1243799" y="515594"/>
                  </a:lnTo>
                  <a:lnTo>
                    <a:pt x="1241463" y="513486"/>
                  </a:lnTo>
                  <a:lnTo>
                    <a:pt x="1240294" y="510387"/>
                  </a:lnTo>
                  <a:lnTo>
                    <a:pt x="1240294" y="440283"/>
                  </a:lnTo>
                  <a:lnTo>
                    <a:pt x="1241463" y="437184"/>
                  </a:lnTo>
                  <a:lnTo>
                    <a:pt x="1246187" y="432981"/>
                  </a:lnTo>
                  <a:lnTo>
                    <a:pt x="1250099" y="431927"/>
                  </a:lnTo>
                  <a:lnTo>
                    <a:pt x="1275943" y="431927"/>
                  </a:lnTo>
                  <a:lnTo>
                    <a:pt x="1279867" y="432981"/>
                  </a:lnTo>
                  <a:lnTo>
                    <a:pt x="1282204" y="435089"/>
                  </a:lnTo>
                  <a:lnTo>
                    <a:pt x="1284579" y="437184"/>
                  </a:lnTo>
                  <a:lnTo>
                    <a:pt x="1285773" y="440283"/>
                  </a:lnTo>
                  <a:lnTo>
                    <a:pt x="1285773" y="401129"/>
                  </a:lnTo>
                  <a:lnTo>
                    <a:pt x="1280198" y="399935"/>
                  </a:lnTo>
                  <a:lnTo>
                    <a:pt x="1267637" y="399161"/>
                  </a:lnTo>
                  <a:lnTo>
                    <a:pt x="1258366" y="399161"/>
                  </a:lnTo>
                  <a:lnTo>
                    <a:pt x="1218184" y="411518"/>
                  </a:lnTo>
                  <a:lnTo>
                    <a:pt x="1204709" y="449986"/>
                  </a:lnTo>
                  <a:lnTo>
                    <a:pt x="1204709" y="500684"/>
                  </a:lnTo>
                  <a:lnTo>
                    <a:pt x="1218184" y="539216"/>
                  </a:lnTo>
                  <a:lnTo>
                    <a:pt x="1258366" y="551522"/>
                  </a:lnTo>
                  <a:lnTo>
                    <a:pt x="1267637" y="551522"/>
                  </a:lnTo>
                  <a:lnTo>
                    <a:pt x="1307896" y="539216"/>
                  </a:lnTo>
                  <a:lnTo>
                    <a:pt x="1321358" y="500684"/>
                  </a:lnTo>
                  <a:lnTo>
                    <a:pt x="1321358" y="449986"/>
                  </a:lnTo>
                  <a:close/>
                </a:path>
                <a:path extrusionOk="0" h="551814" w="7394575">
                  <a:moveTo>
                    <a:pt x="1463700" y="497865"/>
                  </a:moveTo>
                  <a:lnTo>
                    <a:pt x="1445615" y="461797"/>
                  </a:lnTo>
                  <a:lnTo>
                    <a:pt x="1419250" y="455688"/>
                  </a:lnTo>
                  <a:lnTo>
                    <a:pt x="1407134" y="455688"/>
                  </a:lnTo>
                  <a:lnTo>
                    <a:pt x="1405216" y="455155"/>
                  </a:lnTo>
                  <a:lnTo>
                    <a:pt x="1402651" y="453059"/>
                  </a:lnTo>
                  <a:lnTo>
                    <a:pt x="1402016" y="451319"/>
                  </a:lnTo>
                  <a:lnTo>
                    <a:pt x="1402016" y="436549"/>
                  </a:lnTo>
                  <a:lnTo>
                    <a:pt x="1402765" y="434848"/>
                  </a:lnTo>
                  <a:lnTo>
                    <a:pt x="1405839" y="432523"/>
                  </a:lnTo>
                  <a:lnTo>
                    <a:pt x="1408315" y="431927"/>
                  </a:lnTo>
                  <a:lnTo>
                    <a:pt x="1458061" y="431927"/>
                  </a:lnTo>
                  <a:lnTo>
                    <a:pt x="1458061" y="399161"/>
                  </a:lnTo>
                  <a:lnTo>
                    <a:pt x="1414513" y="399161"/>
                  </a:lnTo>
                  <a:lnTo>
                    <a:pt x="1403743" y="399783"/>
                  </a:lnTo>
                  <a:lnTo>
                    <a:pt x="1369580" y="421728"/>
                  </a:lnTo>
                  <a:lnTo>
                    <a:pt x="1366431" y="440436"/>
                  </a:lnTo>
                  <a:lnTo>
                    <a:pt x="1366431" y="448614"/>
                  </a:lnTo>
                  <a:lnTo>
                    <a:pt x="1384388" y="484466"/>
                  </a:lnTo>
                  <a:lnTo>
                    <a:pt x="1411427" y="490169"/>
                  </a:lnTo>
                  <a:lnTo>
                    <a:pt x="1425956" y="490169"/>
                  </a:lnTo>
                  <a:lnTo>
                    <a:pt x="1428051" y="492442"/>
                  </a:lnTo>
                  <a:lnTo>
                    <a:pt x="1428051" y="514210"/>
                  </a:lnTo>
                  <a:lnTo>
                    <a:pt x="1427365" y="515962"/>
                  </a:lnTo>
                  <a:lnTo>
                    <a:pt x="1425981" y="517105"/>
                  </a:lnTo>
                  <a:lnTo>
                    <a:pt x="1424609" y="518198"/>
                  </a:lnTo>
                  <a:lnTo>
                    <a:pt x="1422095" y="518744"/>
                  </a:lnTo>
                  <a:lnTo>
                    <a:pt x="1367878" y="518744"/>
                  </a:lnTo>
                  <a:lnTo>
                    <a:pt x="1367878" y="551522"/>
                  </a:lnTo>
                  <a:lnTo>
                    <a:pt x="1415618" y="551522"/>
                  </a:lnTo>
                  <a:lnTo>
                    <a:pt x="1426286" y="550887"/>
                  </a:lnTo>
                  <a:lnTo>
                    <a:pt x="1460500" y="528472"/>
                  </a:lnTo>
                  <a:lnTo>
                    <a:pt x="1463700" y="510501"/>
                  </a:lnTo>
                  <a:lnTo>
                    <a:pt x="1463700" y="497865"/>
                  </a:lnTo>
                  <a:close/>
                </a:path>
                <a:path extrusionOk="0" h="551814" w="7394575">
                  <a:moveTo>
                    <a:pt x="6193650" y="208622"/>
                  </a:moveTo>
                  <a:lnTo>
                    <a:pt x="6193523" y="99669"/>
                  </a:lnTo>
                  <a:lnTo>
                    <a:pt x="6193028" y="90398"/>
                  </a:lnTo>
                  <a:lnTo>
                    <a:pt x="6192329" y="86753"/>
                  </a:lnTo>
                  <a:lnTo>
                    <a:pt x="6191186" y="80746"/>
                  </a:lnTo>
                  <a:lnTo>
                    <a:pt x="6188126" y="72872"/>
                  </a:lnTo>
                  <a:lnTo>
                    <a:pt x="6183833" y="66763"/>
                  </a:lnTo>
                  <a:lnTo>
                    <a:pt x="6180277" y="63817"/>
                  </a:lnTo>
                  <a:lnTo>
                    <a:pt x="6178296" y="62166"/>
                  </a:lnTo>
                  <a:lnTo>
                    <a:pt x="6171527" y="58889"/>
                  </a:lnTo>
                  <a:lnTo>
                    <a:pt x="6163526" y="56921"/>
                  </a:lnTo>
                  <a:lnTo>
                    <a:pt x="6154293" y="56261"/>
                  </a:lnTo>
                  <a:lnTo>
                    <a:pt x="6140691" y="56261"/>
                  </a:lnTo>
                  <a:lnTo>
                    <a:pt x="6132627" y="58775"/>
                  </a:lnTo>
                  <a:lnTo>
                    <a:pt x="6128461" y="63817"/>
                  </a:lnTo>
                  <a:lnTo>
                    <a:pt x="6126467" y="62090"/>
                  </a:lnTo>
                  <a:lnTo>
                    <a:pt x="6124664" y="60515"/>
                  </a:lnTo>
                  <a:lnTo>
                    <a:pt x="6118695" y="58153"/>
                  </a:lnTo>
                  <a:lnTo>
                    <a:pt x="6110579" y="56743"/>
                  </a:lnTo>
                  <a:lnTo>
                    <a:pt x="6100292" y="56261"/>
                  </a:lnTo>
                  <a:lnTo>
                    <a:pt x="6090374" y="56261"/>
                  </a:lnTo>
                  <a:lnTo>
                    <a:pt x="6086119" y="57975"/>
                  </a:lnTo>
                  <a:lnTo>
                    <a:pt x="6086970" y="56261"/>
                  </a:lnTo>
                  <a:lnTo>
                    <a:pt x="6054204" y="56261"/>
                  </a:lnTo>
                  <a:lnTo>
                    <a:pt x="6054204" y="208622"/>
                  </a:lnTo>
                  <a:lnTo>
                    <a:pt x="6088418" y="208622"/>
                  </a:lnTo>
                  <a:lnTo>
                    <a:pt x="6088519" y="94729"/>
                  </a:lnTo>
                  <a:lnTo>
                    <a:pt x="6088545" y="94195"/>
                  </a:lnTo>
                  <a:lnTo>
                    <a:pt x="6089281" y="91744"/>
                  </a:lnTo>
                  <a:lnTo>
                    <a:pt x="6091987" y="87769"/>
                  </a:lnTo>
                  <a:lnTo>
                    <a:pt x="6094463" y="86753"/>
                  </a:lnTo>
                  <a:lnTo>
                    <a:pt x="6102489" y="86753"/>
                  </a:lnTo>
                  <a:lnTo>
                    <a:pt x="6104344" y="87541"/>
                  </a:lnTo>
                  <a:lnTo>
                    <a:pt x="6105309" y="89090"/>
                  </a:lnTo>
                  <a:lnTo>
                    <a:pt x="6106325" y="90601"/>
                  </a:lnTo>
                  <a:lnTo>
                    <a:pt x="6106744" y="94195"/>
                  </a:lnTo>
                  <a:lnTo>
                    <a:pt x="6106820" y="208622"/>
                  </a:lnTo>
                  <a:lnTo>
                    <a:pt x="6141034" y="208622"/>
                  </a:lnTo>
                  <a:lnTo>
                    <a:pt x="6141123" y="97129"/>
                  </a:lnTo>
                  <a:lnTo>
                    <a:pt x="6147028" y="86753"/>
                  </a:lnTo>
                  <a:lnTo>
                    <a:pt x="6155347" y="86753"/>
                  </a:lnTo>
                  <a:lnTo>
                    <a:pt x="6157379" y="87541"/>
                  </a:lnTo>
                  <a:lnTo>
                    <a:pt x="6159030" y="90652"/>
                  </a:lnTo>
                  <a:lnTo>
                    <a:pt x="6159373" y="94195"/>
                  </a:lnTo>
                  <a:lnTo>
                    <a:pt x="6159436" y="208622"/>
                  </a:lnTo>
                  <a:lnTo>
                    <a:pt x="6193650" y="208622"/>
                  </a:lnTo>
                  <a:close/>
                </a:path>
                <a:path extrusionOk="0" h="551814" w="7394575">
                  <a:moveTo>
                    <a:pt x="6338468" y="177228"/>
                  </a:moveTo>
                  <a:lnTo>
                    <a:pt x="6330683" y="177228"/>
                  </a:lnTo>
                  <a:lnTo>
                    <a:pt x="6326403" y="176974"/>
                  </a:lnTo>
                  <a:lnTo>
                    <a:pt x="6324854" y="175958"/>
                  </a:lnTo>
                  <a:lnTo>
                    <a:pt x="6324460" y="175348"/>
                  </a:lnTo>
                  <a:lnTo>
                    <a:pt x="6324460" y="142468"/>
                  </a:lnTo>
                  <a:lnTo>
                    <a:pt x="6324460" y="107086"/>
                  </a:lnTo>
                  <a:lnTo>
                    <a:pt x="6310998" y="68618"/>
                  </a:lnTo>
                  <a:lnTo>
                    <a:pt x="6270739" y="56261"/>
                  </a:lnTo>
                  <a:lnTo>
                    <a:pt x="6224092" y="56261"/>
                  </a:lnTo>
                  <a:lnTo>
                    <a:pt x="6224092" y="89027"/>
                  </a:lnTo>
                  <a:lnTo>
                    <a:pt x="6279007" y="89027"/>
                  </a:lnTo>
                  <a:lnTo>
                    <a:pt x="6282893" y="90081"/>
                  </a:lnTo>
                  <a:lnTo>
                    <a:pt x="6285230" y="92189"/>
                  </a:lnTo>
                  <a:lnTo>
                    <a:pt x="6287617" y="94284"/>
                  </a:lnTo>
                  <a:lnTo>
                    <a:pt x="6288798" y="97383"/>
                  </a:lnTo>
                  <a:lnTo>
                    <a:pt x="6288798" y="109702"/>
                  </a:lnTo>
                  <a:lnTo>
                    <a:pt x="6288798" y="142468"/>
                  </a:lnTo>
                  <a:lnTo>
                    <a:pt x="6288773" y="170865"/>
                  </a:lnTo>
                  <a:lnTo>
                    <a:pt x="6288456" y="172872"/>
                  </a:lnTo>
                  <a:lnTo>
                    <a:pt x="6287084" y="175260"/>
                  </a:lnTo>
                  <a:lnTo>
                    <a:pt x="6285077" y="175844"/>
                  </a:lnTo>
                  <a:lnTo>
                    <a:pt x="6253404" y="175844"/>
                  </a:lnTo>
                  <a:lnTo>
                    <a:pt x="6251232" y="175298"/>
                  </a:lnTo>
                  <a:lnTo>
                    <a:pt x="6250127" y="174205"/>
                  </a:lnTo>
                  <a:lnTo>
                    <a:pt x="6249035" y="173062"/>
                  </a:lnTo>
                  <a:lnTo>
                    <a:pt x="6248476" y="170865"/>
                  </a:lnTo>
                  <a:lnTo>
                    <a:pt x="6248476" y="150266"/>
                  </a:lnTo>
                  <a:lnTo>
                    <a:pt x="6249492" y="147612"/>
                  </a:lnTo>
                  <a:lnTo>
                    <a:pt x="6251511" y="145554"/>
                  </a:lnTo>
                  <a:lnTo>
                    <a:pt x="6253569" y="143497"/>
                  </a:lnTo>
                  <a:lnTo>
                    <a:pt x="6256223" y="142468"/>
                  </a:lnTo>
                  <a:lnTo>
                    <a:pt x="6288798" y="142468"/>
                  </a:lnTo>
                  <a:lnTo>
                    <a:pt x="6288798" y="109702"/>
                  </a:lnTo>
                  <a:lnTo>
                    <a:pt x="6259741" y="109702"/>
                  </a:lnTo>
                  <a:lnTo>
                    <a:pt x="6239205" y="112801"/>
                  </a:lnTo>
                  <a:lnTo>
                    <a:pt x="6224549" y="122072"/>
                  </a:lnTo>
                  <a:lnTo>
                    <a:pt x="6215748" y="137528"/>
                  </a:lnTo>
                  <a:lnTo>
                    <a:pt x="6212827" y="159156"/>
                  </a:lnTo>
                  <a:lnTo>
                    <a:pt x="6212827" y="164795"/>
                  </a:lnTo>
                  <a:lnTo>
                    <a:pt x="6230886" y="202907"/>
                  </a:lnTo>
                  <a:lnTo>
                    <a:pt x="6259474" y="208622"/>
                  </a:lnTo>
                  <a:lnTo>
                    <a:pt x="6293612" y="208622"/>
                  </a:lnTo>
                  <a:lnTo>
                    <a:pt x="6299365" y="205968"/>
                  </a:lnTo>
                  <a:lnTo>
                    <a:pt x="6301791" y="200647"/>
                  </a:lnTo>
                  <a:lnTo>
                    <a:pt x="6301283" y="202107"/>
                  </a:lnTo>
                  <a:lnTo>
                    <a:pt x="6302857" y="203809"/>
                  </a:lnTo>
                  <a:lnTo>
                    <a:pt x="6310236" y="207657"/>
                  </a:lnTo>
                  <a:lnTo>
                    <a:pt x="6313779" y="208622"/>
                  </a:lnTo>
                  <a:lnTo>
                    <a:pt x="6338468" y="208622"/>
                  </a:lnTo>
                  <a:lnTo>
                    <a:pt x="6338468" y="200647"/>
                  </a:lnTo>
                  <a:lnTo>
                    <a:pt x="6338468" y="177228"/>
                  </a:lnTo>
                  <a:close/>
                </a:path>
                <a:path extrusionOk="0" h="551814" w="7394575">
                  <a:moveTo>
                    <a:pt x="6485001" y="107086"/>
                  </a:moveTo>
                  <a:lnTo>
                    <a:pt x="6472161" y="68618"/>
                  </a:lnTo>
                  <a:lnTo>
                    <a:pt x="6434175" y="56261"/>
                  </a:lnTo>
                  <a:lnTo>
                    <a:pt x="6410731" y="56261"/>
                  </a:lnTo>
                  <a:lnTo>
                    <a:pt x="6404318" y="58204"/>
                  </a:lnTo>
                  <a:lnTo>
                    <a:pt x="6402032" y="62090"/>
                  </a:lnTo>
                  <a:lnTo>
                    <a:pt x="6404572" y="56261"/>
                  </a:lnTo>
                  <a:lnTo>
                    <a:pt x="6370358" y="56261"/>
                  </a:lnTo>
                  <a:lnTo>
                    <a:pt x="6370358" y="208622"/>
                  </a:lnTo>
                  <a:lnTo>
                    <a:pt x="6406007" y="208622"/>
                  </a:lnTo>
                  <a:lnTo>
                    <a:pt x="6406007" y="96443"/>
                  </a:lnTo>
                  <a:lnTo>
                    <a:pt x="6406972" y="94284"/>
                  </a:lnTo>
                  <a:lnTo>
                    <a:pt x="6410820" y="90081"/>
                  </a:lnTo>
                  <a:lnTo>
                    <a:pt x="6413995" y="89027"/>
                  </a:lnTo>
                  <a:lnTo>
                    <a:pt x="6441021" y="89027"/>
                  </a:lnTo>
                  <a:lnTo>
                    <a:pt x="6444094" y="90106"/>
                  </a:lnTo>
                  <a:lnTo>
                    <a:pt x="6446190" y="92252"/>
                  </a:lnTo>
                  <a:lnTo>
                    <a:pt x="6448349" y="94399"/>
                  </a:lnTo>
                  <a:lnTo>
                    <a:pt x="6449428" y="97472"/>
                  </a:lnTo>
                  <a:lnTo>
                    <a:pt x="6449428" y="208622"/>
                  </a:lnTo>
                  <a:lnTo>
                    <a:pt x="6485001" y="208622"/>
                  </a:lnTo>
                  <a:lnTo>
                    <a:pt x="6485001" y="107086"/>
                  </a:lnTo>
                  <a:close/>
                </a:path>
                <a:path extrusionOk="0" h="551814" w="7394575">
                  <a:moveTo>
                    <a:pt x="6634696" y="105714"/>
                  </a:moveTo>
                  <a:lnTo>
                    <a:pt x="6633946" y="94703"/>
                  </a:lnTo>
                  <a:lnTo>
                    <a:pt x="6633743" y="93713"/>
                  </a:lnTo>
                  <a:lnTo>
                    <a:pt x="6632676" y="89027"/>
                  </a:lnTo>
                  <a:lnTo>
                    <a:pt x="6631711" y="84772"/>
                  </a:lnTo>
                  <a:lnTo>
                    <a:pt x="6599669" y="57277"/>
                  </a:lnTo>
                  <a:lnTo>
                    <a:pt x="6599669" y="96786"/>
                  </a:lnTo>
                  <a:lnTo>
                    <a:pt x="6599669" y="115328"/>
                  </a:lnTo>
                  <a:lnTo>
                    <a:pt x="6559829" y="115328"/>
                  </a:lnTo>
                  <a:lnTo>
                    <a:pt x="6559855" y="96786"/>
                  </a:lnTo>
                  <a:lnTo>
                    <a:pt x="6560642" y="93713"/>
                  </a:lnTo>
                  <a:lnTo>
                    <a:pt x="6563944" y="89966"/>
                  </a:lnTo>
                  <a:lnTo>
                    <a:pt x="6567259" y="89027"/>
                  </a:lnTo>
                  <a:lnTo>
                    <a:pt x="6591859" y="89027"/>
                  </a:lnTo>
                  <a:lnTo>
                    <a:pt x="6594513" y="90055"/>
                  </a:lnTo>
                  <a:lnTo>
                    <a:pt x="6596570" y="92113"/>
                  </a:lnTo>
                  <a:lnTo>
                    <a:pt x="6598640" y="94132"/>
                  </a:lnTo>
                  <a:lnTo>
                    <a:pt x="6599669" y="96786"/>
                  </a:lnTo>
                  <a:lnTo>
                    <a:pt x="6599669" y="57277"/>
                  </a:lnTo>
                  <a:lnTo>
                    <a:pt x="6598920" y="57073"/>
                  </a:lnTo>
                  <a:lnTo>
                    <a:pt x="6588328" y="56261"/>
                  </a:lnTo>
                  <a:lnTo>
                    <a:pt x="6575069" y="56261"/>
                  </a:lnTo>
                  <a:lnTo>
                    <a:pt x="6536334" y="68414"/>
                  </a:lnTo>
                  <a:lnTo>
                    <a:pt x="6524320" y="105714"/>
                  </a:lnTo>
                  <a:lnTo>
                    <a:pt x="6524244" y="157784"/>
                  </a:lnTo>
                  <a:lnTo>
                    <a:pt x="6525069" y="170129"/>
                  </a:lnTo>
                  <a:lnTo>
                    <a:pt x="6554305" y="205587"/>
                  </a:lnTo>
                  <a:lnTo>
                    <a:pt x="6577889" y="208622"/>
                  </a:lnTo>
                  <a:lnTo>
                    <a:pt x="6625704" y="208622"/>
                  </a:lnTo>
                  <a:lnTo>
                    <a:pt x="6625704" y="175844"/>
                  </a:lnTo>
                  <a:lnTo>
                    <a:pt x="6569621" y="175844"/>
                  </a:lnTo>
                  <a:lnTo>
                    <a:pt x="6565709" y="174802"/>
                  </a:lnTo>
                  <a:lnTo>
                    <a:pt x="6563334" y="172694"/>
                  </a:lnTo>
                  <a:lnTo>
                    <a:pt x="6560998" y="170586"/>
                  </a:lnTo>
                  <a:lnTo>
                    <a:pt x="6559829" y="167487"/>
                  </a:lnTo>
                  <a:lnTo>
                    <a:pt x="6559829" y="148094"/>
                  </a:lnTo>
                  <a:lnTo>
                    <a:pt x="6634696" y="148094"/>
                  </a:lnTo>
                  <a:lnTo>
                    <a:pt x="6634696" y="115328"/>
                  </a:lnTo>
                  <a:lnTo>
                    <a:pt x="6634696" y="105714"/>
                  </a:lnTo>
                  <a:close/>
                </a:path>
                <a:path extrusionOk="0" h="551814" w="7394575">
                  <a:moveTo>
                    <a:pt x="6773342" y="56261"/>
                  </a:moveTo>
                  <a:lnTo>
                    <a:pt x="6696405" y="56261"/>
                  </a:lnTo>
                  <a:lnTo>
                    <a:pt x="6696405" y="89027"/>
                  </a:lnTo>
                  <a:lnTo>
                    <a:pt x="6737756" y="89027"/>
                  </a:lnTo>
                  <a:lnTo>
                    <a:pt x="6737756" y="221742"/>
                  </a:lnTo>
                  <a:lnTo>
                    <a:pt x="6737451" y="222338"/>
                  </a:lnTo>
                  <a:lnTo>
                    <a:pt x="6736855" y="222834"/>
                  </a:lnTo>
                  <a:lnTo>
                    <a:pt x="6736258" y="223380"/>
                  </a:lnTo>
                  <a:lnTo>
                    <a:pt x="6735242" y="223659"/>
                  </a:lnTo>
                  <a:lnTo>
                    <a:pt x="6688226" y="223659"/>
                  </a:lnTo>
                  <a:lnTo>
                    <a:pt x="6688226" y="256425"/>
                  </a:lnTo>
                  <a:lnTo>
                    <a:pt x="6738239" y="256425"/>
                  </a:lnTo>
                  <a:lnTo>
                    <a:pt x="6745605" y="255803"/>
                  </a:lnTo>
                  <a:lnTo>
                    <a:pt x="6772719" y="227634"/>
                  </a:lnTo>
                  <a:lnTo>
                    <a:pt x="6773342" y="219671"/>
                  </a:lnTo>
                  <a:lnTo>
                    <a:pt x="6773342" y="56261"/>
                  </a:lnTo>
                  <a:close/>
                </a:path>
                <a:path extrusionOk="0" h="551814" w="7394575">
                  <a:moveTo>
                    <a:pt x="6774497" y="0"/>
                  </a:moveTo>
                  <a:lnTo>
                    <a:pt x="6736042" y="0"/>
                  </a:lnTo>
                  <a:lnTo>
                    <a:pt x="6736042" y="36957"/>
                  </a:lnTo>
                  <a:lnTo>
                    <a:pt x="6774497" y="36957"/>
                  </a:lnTo>
                  <a:lnTo>
                    <a:pt x="6774497" y="0"/>
                  </a:lnTo>
                  <a:close/>
                </a:path>
                <a:path extrusionOk="0" h="551814" w="7394575">
                  <a:moveTo>
                    <a:pt x="6941579" y="107086"/>
                  </a:moveTo>
                  <a:lnTo>
                    <a:pt x="6928117" y="68618"/>
                  </a:lnTo>
                  <a:lnTo>
                    <a:pt x="6905993" y="58229"/>
                  </a:lnTo>
                  <a:lnTo>
                    <a:pt x="6905993" y="97383"/>
                  </a:lnTo>
                  <a:lnTo>
                    <a:pt x="6905993" y="167487"/>
                  </a:lnTo>
                  <a:lnTo>
                    <a:pt x="6904812" y="170586"/>
                  </a:lnTo>
                  <a:lnTo>
                    <a:pt x="6902424" y="172694"/>
                  </a:lnTo>
                  <a:lnTo>
                    <a:pt x="6900088" y="174802"/>
                  </a:lnTo>
                  <a:lnTo>
                    <a:pt x="6896176" y="175844"/>
                  </a:lnTo>
                  <a:lnTo>
                    <a:pt x="6870319" y="175844"/>
                  </a:lnTo>
                  <a:lnTo>
                    <a:pt x="6866407" y="174802"/>
                  </a:lnTo>
                  <a:lnTo>
                    <a:pt x="6864020" y="172694"/>
                  </a:lnTo>
                  <a:lnTo>
                    <a:pt x="6861696" y="170586"/>
                  </a:lnTo>
                  <a:lnTo>
                    <a:pt x="6860514" y="167487"/>
                  </a:lnTo>
                  <a:lnTo>
                    <a:pt x="6860514" y="97383"/>
                  </a:lnTo>
                  <a:lnTo>
                    <a:pt x="6861696" y="94284"/>
                  </a:lnTo>
                  <a:lnTo>
                    <a:pt x="6864020" y="92189"/>
                  </a:lnTo>
                  <a:lnTo>
                    <a:pt x="6866407" y="90081"/>
                  </a:lnTo>
                  <a:lnTo>
                    <a:pt x="6870319" y="89027"/>
                  </a:lnTo>
                  <a:lnTo>
                    <a:pt x="6896176" y="89027"/>
                  </a:lnTo>
                  <a:lnTo>
                    <a:pt x="6900088" y="90081"/>
                  </a:lnTo>
                  <a:lnTo>
                    <a:pt x="6902424" y="92189"/>
                  </a:lnTo>
                  <a:lnTo>
                    <a:pt x="6904812" y="94284"/>
                  </a:lnTo>
                  <a:lnTo>
                    <a:pt x="6905993" y="97383"/>
                  </a:lnTo>
                  <a:lnTo>
                    <a:pt x="6905993" y="58229"/>
                  </a:lnTo>
                  <a:lnTo>
                    <a:pt x="6900418" y="57035"/>
                  </a:lnTo>
                  <a:lnTo>
                    <a:pt x="6887858" y="56261"/>
                  </a:lnTo>
                  <a:lnTo>
                    <a:pt x="6878587" y="56261"/>
                  </a:lnTo>
                  <a:lnTo>
                    <a:pt x="6838404" y="68618"/>
                  </a:lnTo>
                  <a:lnTo>
                    <a:pt x="6824942" y="107086"/>
                  </a:lnTo>
                  <a:lnTo>
                    <a:pt x="6824942" y="157784"/>
                  </a:lnTo>
                  <a:lnTo>
                    <a:pt x="6838404" y="196316"/>
                  </a:lnTo>
                  <a:lnTo>
                    <a:pt x="6878587" y="208622"/>
                  </a:lnTo>
                  <a:lnTo>
                    <a:pt x="6887858" y="208622"/>
                  </a:lnTo>
                  <a:lnTo>
                    <a:pt x="6928117" y="196316"/>
                  </a:lnTo>
                  <a:lnTo>
                    <a:pt x="6941579" y="157784"/>
                  </a:lnTo>
                  <a:lnTo>
                    <a:pt x="6941579" y="107086"/>
                  </a:lnTo>
                  <a:close/>
                </a:path>
                <a:path extrusionOk="0" h="551814" w="7394575">
                  <a:moveTo>
                    <a:pt x="7245096" y="0"/>
                  </a:moveTo>
                  <a:lnTo>
                    <a:pt x="7209510" y="0"/>
                  </a:lnTo>
                  <a:lnTo>
                    <a:pt x="7209510" y="56261"/>
                  </a:lnTo>
                  <a:lnTo>
                    <a:pt x="7209510" y="89027"/>
                  </a:lnTo>
                  <a:lnTo>
                    <a:pt x="7209510" y="168440"/>
                  </a:lnTo>
                  <a:lnTo>
                    <a:pt x="7208545" y="170586"/>
                  </a:lnTo>
                  <a:lnTo>
                    <a:pt x="7204697" y="174802"/>
                  </a:lnTo>
                  <a:lnTo>
                    <a:pt x="7201497" y="175844"/>
                  </a:lnTo>
                  <a:lnTo>
                    <a:pt x="7174382" y="175844"/>
                  </a:lnTo>
                  <a:lnTo>
                    <a:pt x="7170471" y="174802"/>
                  </a:lnTo>
                  <a:lnTo>
                    <a:pt x="7168083" y="172694"/>
                  </a:lnTo>
                  <a:lnTo>
                    <a:pt x="7165746" y="170586"/>
                  </a:lnTo>
                  <a:lnTo>
                    <a:pt x="7164591" y="167487"/>
                  </a:lnTo>
                  <a:lnTo>
                    <a:pt x="7164591" y="97383"/>
                  </a:lnTo>
                  <a:lnTo>
                    <a:pt x="7165746" y="94284"/>
                  </a:lnTo>
                  <a:lnTo>
                    <a:pt x="7170471" y="90081"/>
                  </a:lnTo>
                  <a:lnTo>
                    <a:pt x="7174382" y="89027"/>
                  </a:lnTo>
                  <a:lnTo>
                    <a:pt x="7209510" y="89027"/>
                  </a:lnTo>
                  <a:lnTo>
                    <a:pt x="7209510" y="56261"/>
                  </a:lnTo>
                  <a:lnTo>
                    <a:pt x="7182650" y="56261"/>
                  </a:lnTo>
                  <a:lnTo>
                    <a:pt x="7170115" y="57035"/>
                  </a:lnTo>
                  <a:lnTo>
                    <a:pt x="7136574" y="75641"/>
                  </a:lnTo>
                  <a:lnTo>
                    <a:pt x="7129005" y="107086"/>
                  </a:lnTo>
                  <a:lnTo>
                    <a:pt x="7129005" y="157784"/>
                  </a:lnTo>
                  <a:lnTo>
                    <a:pt x="7142327" y="196456"/>
                  </a:lnTo>
                  <a:lnTo>
                    <a:pt x="7182650" y="208622"/>
                  </a:lnTo>
                  <a:lnTo>
                    <a:pt x="7204265" y="208622"/>
                  </a:lnTo>
                  <a:lnTo>
                    <a:pt x="7210653" y="206667"/>
                  </a:lnTo>
                  <a:lnTo>
                    <a:pt x="7213359" y="202780"/>
                  </a:lnTo>
                  <a:lnTo>
                    <a:pt x="7210882" y="208622"/>
                  </a:lnTo>
                  <a:lnTo>
                    <a:pt x="7245096" y="208622"/>
                  </a:lnTo>
                  <a:lnTo>
                    <a:pt x="7245096" y="202780"/>
                  </a:lnTo>
                  <a:lnTo>
                    <a:pt x="7245096" y="175844"/>
                  </a:lnTo>
                  <a:lnTo>
                    <a:pt x="7245096" y="89027"/>
                  </a:lnTo>
                  <a:lnTo>
                    <a:pt x="7245096" y="0"/>
                  </a:lnTo>
                  <a:close/>
                </a:path>
                <a:path extrusionOk="0" h="551814" w="7394575">
                  <a:moveTo>
                    <a:pt x="7394168" y="105714"/>
                  </a:moveTo>
                  <a:lnTo>
                    <a:pt x="7382218" y="69164"/>
                  </a:lnTo>
                  <a:lnTo>
                    <a:pt x="7359142" y="57277"/>
                  </a:lnTo>
                  <a:lnTo>
                    <a:pt x="7359142" y="96786"/>
                  </a:lnTo>
                  <a:lnTo>
                    <a:pt x="7359142" y="115328"/>
                  </a:lnTo>
                  <a:lnTo>
                    <a:pt x="7319289" y="115328"/>
                  </a:lnTo>
                  <a:lnTo>
                    <a:pt x="7319315" y="96786"/>
                  </a:lnTo>
                  <a:lnTo>
                    <a:pt x="7320115" y="93713"/>
                  </a:lnTo>
                  <a:lnTo>
                    <a:pt x="7323417" y="89966"/>
                  </a:lnTo>
                  <a:lnTo>
                    <a:pt x="7326731" y="89027"/>
                  </a:lnTo>
                  <a:lnTo>
                    <a:pt x="7351331" y="89027"/>
                  </a:lnTo>
                  <a:lnTo>
                    <a:pt x="7353986" y="90055"/>
                  </a:lnTo>
                  <a:lnTo>
                    <a:pt x="7356043" y="92113"/>
                  </a:lnTo>
                  <a:lnTo>
                    <a:pt x="7358113" y="94132"/>
                  </a:lnTo>
                  <a:lnTo>
                    <a:pt x="7359142" y="96786"/>
                  </a:lnTo>
                  <a:lnTo>
                    <a:pt x="7359142" y="57277"/>
                  </a:lnTo>
                  <a:lnTo>
                    <a:pt x="7358393" y="57073"/>
                  </a:lnTo>
                  <a:lnTo>
                    <a:pt x="7347801" y="56261"/>
                  </a:lnTo>
                  <a:lnTo>
                    <a:pt x="7334542" y="56261"/>
                  </a:lnTo>
                  <a:lnTo>
                    <a:pt x="7295807" y="68414"/>
                  </a:lnTo>
                  <a:lnTo>
                    <a:pt x="7283793" y="105714"/>
                  </a:lnTo>
                  <a:lnTo>
                    <a:pt x="7283717" y="157784"/>
                  </a:lnTo>
                  <a:lnTo>
                    <a:pt x="7284542" y="170129"/>
                  </a:lnTo>
                  <a:lnTo>
                    <a:pt x="7313777" y="205587"/>
                  </a:lnTo>
                  <a:lnTo>
                    <a:pt x="7337361" y="208622"/>
                  </a:lnTo>
                  <a:lnTo>
                    <a:pt x="7385177" y="208622"/>
                  </a:lnTo>
                  <a:lnTo>
                    <a:pt x="7385177" y="175844"/>
                  </a:lnTo>
                  <a:lnTo>
                    <a:pt x="7329094" y="175844"/>
                  </a:lnTo>
                  <a:lnTo>
                    <a:pt x="7325182" y="174802"/>
                  </a:lnTo>
                  <a:lnTo>
                    <a:pt x="7322794" y="172694"/>
                  </a:lnTo>
                  <a:lnTo>
                    <a:pt x="7320458" y="170586"/>
                  </a:lnTo>
                  <a:lnTo>
                    <a:pt x="7319289" y="167487"/>
                  </a:lnTo>
                  <a:lnTo>
                    <a:pt x="7319289" y="148094"/>
                  </a:lnTo>
                  <a:lnTo>
                    <a:pt x="7394168" y="148094"/>
                  </a:lnTo>
                  <a:lnTo>
                    <a:pt x="7394168" y="115328"/>
                  </a:lnTo>
                  <a:lnTo>
                    <a:pt x="7394168" y="1057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" name="Google Shape;82;p2"/>
          <p:cNvSpPr txBox="1"/>
          <p:nvPr/>
        </p:nvSpPr>
        <p:spPr>
          <a:xfrm>
            <a:off x="1484321" y="4750655"/>
            <a:ext cx="7620600" cy="3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La	en procesadores es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marR="1068070" rtl="0" algn="l">
              <a:lnSpc>
                <a:spcPct val="119545"/>
              </a:lnSpc>
              <a:spcBef>
                <a:spcPts val="155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crucial para mejorar la eficiencia en el procesamiento de datos. Este tema abarca el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328920" rtl="0" algn="l">
              <a:lnSpc>
                <a:spcPct val="1152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 el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1518920" lvl="0" marL="12700" marR="5080" rtl="0" algn="l">
              <a:lnSpc>
                <a:spcPct val="100899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dos conceptos que permiten ejecutar múltiples instrucciones simultáneamente y resolver posibles problemas que surgen en este proceso.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83" name="Google Shape;83;p2"/>
          <p:cNvGrpSpPr/>
          <p:nvPr/>
        </p:nvGrpSpPr>
        <p:grpSpPr>
          <a:xfrm>
            <a:off x="8805671" y="1189313"/>
            <a:ext cx="9212997" cy="8629648"/>
            <a:chOff x="8805671" y="1189313"/>
            <a:chExt cx="9212997" cy="8629648"/>
          </a:xfrm>
        </p:grpSpPr>
        <p:pic>
          <p:nvPicPr>
            <p:cNvPr id="84" name="Google Shape;84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177919" y="1189313"/>
              <a:ext cx="7239000" cy="86296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p2"/>
            <p:cNvSpPr/>
            <p:nvPr/>
          </p:nvSpPr>
          <p:spPr>
            <a:xfrm>
              <a:off x="14477872" y="7160679"/>
              <a:ext cx="3540760" cy="2298700"/>
            </a:xfrm>
            <a:custGeom>
              <a:rect b="b" l="l" r="r" t="t"/>
              <a:pathLst>
                <a:path extrusionOk="0" h="2298700" w="3540759">
                  <a:moveTo>
                    <a:pt x="3540252" y="0"/>
                  </a:moveTo>
                  <a:lnTo>
                    <a:pt x="0" y="0"/>
                  </a:lnTo>
                  <a:lnTo>
                    <a:pt x="0" y="2298105"/>
                  </a:lnTo>
                  <a:lnTo>
                    <a:pt x="1770507" y="2298105"/>
                  </a:lnTo>
                  <a:lnTo>
                    <a:pt x="3540252" y="2298105"/>
                  </a:lnTo>
                  <a:lnTo>
                    <a:pt x="3540252" y="0"/>
                  </a:lnTo>
                  <a:close/>
                </a:path>
              </a:pathLst>
            </a:custGeom>
            <a:solidFill>
              <a:srgbClr val="2F3B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4477908" y="7159948"/>
              <a:ext cx="3540760" cy="2299335"/>
            </a:xfrm>
            <a:custGeom>
              <a:rect b="b" l="l" r="r" t="t"/>
              <a:pathLst>
                <a:path extrusionOk="0" h="2299334" w="3540759">
                  <a:moveTo>
                    <a:pt x="1770415" y="2298836"/>
                  </a:moveTo>
                  <a:lnTo>
                    <a:pt x="0" y="2298836"/>
                  </a:lnTo>
                  <a:lnTo>
                    <a:pt x="0" y="723"/>
                  </a:lnTo>
                  <a:lnTo>
                    <a:pt x="3540195" y="723"/>
                  </a:lnTo>
                  <a:lnTo>
                    <a:pt x="3540195" y="2298836"/>
                  </a:lnTo>
                  <a:lnTo>
                    <a:pt x="1770415" y="2298836"/>
                  </a:lnTo>
                  <a:close/>
                </a:path>
                <a:path extrusionOk="0" h="2299334" w="3540759">
                  <a:moveTo>
                    <a:pt x="1770415" y="753804"/>
                  </a:moveTo>
                  <a:lnTo>
                    <a:pt x="0" y="753804"/>
                  </a:lnTo>
                  <a:lnTo>
                    <a:pt x="0" y="0"/>
                  </a:lnTo>
                  <a:lnTo>
                    <a:pt x="3540195" y="0"/>
                  </a:lnTo>
                  <a:lnTo>
                    <a:pt x="3540195" y="753804"/>
                  </a:lnTo>
                  <a:lnTo>
                    <a:pt x="1770415" y="753804"/>
                  </a:lnTo>
                  <a:close/>
                </a:path>
                <a:path extrusionOk="0" h="2299334" w="3540759">
                  <a:moveTo>
                    <a:pt x="3008817" y="228226"/>
                  </a:moveTo>
                  <a:lnTo>
                    <a:pt x="3237040" y="456453"/>
                  </a:lnTo>
                </a:path>
                <a:path extrusionOk="0" h="2299334" w="3540759">
                  <a:moveTo>
                    <a:pt x="3236278" y="228226"/>
                  </a:moveTo>
                  <a:lnTo>
                    <a:pt x="3008055" y="456453"/>
                  </a:lnTo>
                </a:path>
                <a:path extrusionOk="0" h="2299334" w="3540759">
                  <a:moveTo>
                    <a:pt x="1921675" y="341978"/>
                  </a:moveTo>
                  <a:lnTo>
                    <a:pt x="2245658" y="343425"/>
                  </a:lnTo>
                </a:path>
                <a:path extrusionOk="0" h="2299334" w="3540759">
                  <a:moveTo>
                    <a:pt x="2627174" y="455742"/>
                  </a:moveTo>
                  <a:lnTo>
                    <a:pt x="2513507" y="455742"/>
                  </a:lnTo>
                  <a:lnTo>
                    <a:pt x="2513507" y="228226"/>
                  </a:lnTo>
                  <a:lnTo>
                    <a:pt x="2740968" y="228226"/>
                  </a:lnTo>
                  <a:lnTo>
                    <a:pt x="2740968" y="455742"/>
                  </a:lnTo>
                  <a:lnTo>
                    <a:pt x="2627174" y="455742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7" name="Google Shape;87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081503" y="8183880"/>
              <a:ext cx="487680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099535" y="8183880"/>
              <a:ext cx="460248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6846295" y="8183880"/>
              <a:ext cx="649223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4468983" y="7153774"/>
              <a:ext cx="3543300" cy="23116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805671" y="1612392"/>
              <a:ext cx="984503" cy="13746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1610182" y="1328503"/>
            <a:ext cx="14010640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Paralelismo a Nivel de Instrucción</a:t>
            </a:r>
            <a:endParaRPr sz="6000"/>
          </a:p>
        </p:txBody>
      </p:sp>
      <p:grpSp>
        <p:nvGrpSpPr>
          <p:cNvPr id="97" name="Google Shape;97;p3"/>
          <p:cNvGrpSpPr/>
          <p:nvPr/>
        </p:nvGrpSpPr>
        <p:grpSpPr>
          <a:xfrm>
            <a:off x="8670722" y="2742539"/>
            <a:ext cx="8019415" cy="1885950"/>
            <a:chOff x="8670722" y="2742539"/>
            <a:chExt cx="8019415" cy="1885950"/>
          </a:xfrm>
        </p:grpSpPr>
        <p:pic>
          <p:nvPicPr>
            <p:cNvPr id="98" name="Google Shape;98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21482" y="2742539"/>
              <a:ext cx="6185141" cy="3144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3"/>
            <p:cNvSpPr/>
            <p:nvPr/>
          </p:nvSpPr>
          <p:spPr>
            <a:xfrm>
              <a:off x="8670722" y="3961739"/>
              <a:ext cx="8019415" cy="666750"/>
            </a:xfrm>
            <a:custGeom>
              <a:rect b="b" l="l" r="r" t="t"/>
              <a:pathLst>
                <a:path extrusionOk="0" h="666750" w="8019415">
                  <a:moveTo>
                    <a:pt x="140017" y="414718"/>
                  </a:moveTo>
                  <a:lnTo>
                    <a:pt x="97104" y="414718"/>
                  </a:lnTo>
                  <a:lnTo>
                    <a:pt x="97104" y="482574"/>
                  </a:lnTo>
                  <a:lnTo>
                    <a:pt x="97104" y="522097"/>
                  </a:lnTo>
                  <a:lnTo>
                    <a:pt x="97104" y="617880"/>
                  </a:lnTo>
                  <a:lnTo>
                    <a:pt x="95935" y="620471"/>
                  </a:lnTo>
                  <a:lnTo>
                    <a:pt x="91300" y="625551"/>
                  </a:lnTo>
                  <a:lnTo>
                    <a:pt x="87426" y="626833"/>
                  </a:lnTo>
                  <a:lnTo>
                    <a:pt x="54737" y="626833"/>
                  </a:lnTo>
                  <a:lnTo>
                    <a:pt x="50012" y="625551"/>
                  </a:lnTo>
                  <a:lnTo>
                    <a:pt x="47142" y="623011"/>
                  </a:lnTo>
                  <a:lnTo>
                    <a:pt x="44323" y="620471"/>
                  </a:lnTo>
                  <a:lnTo>
                    <a:pt x="42913" y="616737"/>
                  </a:lnTo>
                  <a:lnTo>
                    <a:pt x="42913" y="532180"/>
                  </a:lnTo>
                  <a:lnTo>
                    <a:pt x="44323" y="528447"/>
                  </a:lnTo>
                  <a:lnTo>
                    <a:pt x="47142" y="525907"/>
                  </a:lnTo>
                  <a:lnTo>
                    <a:pt x="50012" y="523367"/>
                  </a:lnTo>
                  <a:lnTo>
                    <a:pt x="54737" y="522097"/>
                  </a:lnTo>
                  <a:lnTo>
                    <a:pt x="97104" y="522097"/>
                  </a:lnTo>
                  <a:lnTo>
                    <a:pt x="97104" y="482574"/>
                  </a:lnTo>
                  <a:lnTo>
                    <a:pt x="64706" y="482574"/>
                  </a:lnTo>
                  <a:lnTo>
                    <a:pt x="49580" y="483514"/>
                  </a:lnTo>
                  <a:lnTo>
                    <a:pt x="9118" y="505955"/>
                  </a:lnTo>
                  <a:lnTo>
                    <a:pt x="0" y="543890"/>
                  </a:lnTo>
                  <a:lnTo>
                    <a:pt x="0" y="605040"/>
                  </a:lnTo>
                  <a:lnTo>
                    <a:pt x="9029" y="643242"/>
                  </a:lnTo>
                  <a:lnTo>
                    <a:pt x="49453" y="665429"/>
                  </a:lnTo>
                  <a:lnTo>
                    <a:pt x="64706" y="666343"/>
                  </a:lnTo>
                  <a:lnTo>
                    <a:pt x="90779" y="666343"/>
                  </a:lnTo>
                  <a:lnTo>
                    <a:pt x="98475" y="663994"/>
                  </a:lnTo>
                  <a:lnTo>
                    <a:pt x="101739" y="659307"/>
                  </a:lnTo>
                  <a:lnTo>
                    <a:pt x="98755" y="666343"/>
                  </a:lnTo>
                  <a:lnTo>
                    <a:pt x="140017" y="666343"/>
                  </a:lnTo>
                  <a:lnTo>
                    <a:pt x="140017" y="659307"/>
                  </a:lnTo>
                  <a:lnTo>
                    <a:pt x="140017" y="626833"/>
                  </a:lnTo>
                  <a:lnTo>
                    <a:pt x="140017" y="522097"/>
                  </a:lnTo>
                  <a:lnTo>
                    <a:pt x="140017" y="414718"/>
                  </a:lnTo>
                  <a:close/>
                </a:path>
                <a:path extrusionOk="0" h="666750" w="8019415">
                  <a:moveTo>
                    <a:pt x="319862" y="542226"/>
                  </a:moveTo>
                  <a:lnTo>
                    <a:pt x="305447" y="498144"/>
                  </a:lnTo>
                  <a:lnTo>
                    <a:pt x="277609" y="483793"/>
                  </a:lnTo>
                  <a:lnTo>
                    <a:pt x="277609" y="531456"/>
                  </a:lnTo>
                  <a:lnTo>
                    <a:pt x="277609" y="553821"/>
                  </a:lnTo>
                  <a:lnTo>
                    <a:pt x="229552" y="553821"/>
                  </a:lnTo>
                  <a:lnTo>
                    <a:pt x="229590" y="531456"/>
                  </a:lnTo>
                  <a:lnTo>
                    <a:pt x="230543" y="527761"/>
                  </a:lnTo>
                  <a:lnTo>
                    <a:pt x="234518" y="523227"/>
                  </a:lnTo>
                  <a:lnTo>
                    <a:pt x="238518" y="522097"/>
                  </a:lnTo>
                  <a:lnTo>
                    <a:pt x="268185" y="522097"/>
                  </a:lnTo>
                  <a:lnTo>
                    <a:pt x="271386" y="523341"/>
                  </a:lnTo>
                  <a:lnTo>
                    <a:pt x="273875" y="525818"/>
                  </a:lnTo>
                  <a:lnTo>
                    <a:pt x="276364" y="528256"/>
                  </a:lnTo>
                  <a:lnTo>
                    <a:pt x="277609" y="531456"/>
                  </a:lnTo>
                  <a:lnTo>
                    <a:pt x="277609" y="483793"/>
                  </a:lnTo>
                  <a:lnTo>
                    <a:pt x="276707" y="483552"/>
                  </a:lnTo>
                  <a:lnTo>
                    <a:pt x="263931" y="482574"/>
                  </a:lnTo>
                  <a:lnTo>
                    <a:pt x="247942" y="482574"/>
                  </a:lnTo>
                  <a:lnTo>
                    <a:pt x="209626" y="490829"/>
                  </a:lnTo>
                  <a:lnTo>
                    <a:pt x="187528" y="528955"/>
                  </a:lnTo>
                  <a:lnTo>
                    <a:pt x="186626" y="605040"/>
                  </a:lnTo>
                  <a:lnTo>
                    <a:pt x="187629" y="619925"/>
                  </a:lnTo>
                  <a:lnTo>
                    <a:pt x="211772" y="658101"/>
                  </a:lnTo>
                  <a:lnTo>
                    <a:pt x="251333" y="666343"/>
                  </a:lnTo>
                  <a:lnTo>
                    <a:pt x="309003" y="666343"/>
                  </a:lnTo>
                  <a:lnTo>
                    <a:pt x="309003" y="626833"/>
                  </a:lnTo>
                  <a:lnTo>
                    <a:pt x="241363" y="626833"/>
                  </a:lnTo>
                  <a:lnTo>
                    <a:pt x="236651" y="625551"/>
                  </a:lnTo>
                  <a:lnTo>
                    <a:pt x="233768" y="623011"/>
                  </a:lnTo>
                  <a:lnTo>
                    <a:pt x="230962" y="620471"/>
                  </a:lnTo>
                  <a:lnTo>
                    <a:pt x="229552" y="616737"/>
                  </a:lnTo>
                  <a:lnTo>
                    <a:pt x="229552" y="593356"/>
                  </a:lnTo>
                  <a:lnTo>
                    <a:pt x="319862" y="593356"/>
                  </a:lnTo>
                  <a:lnTo>
                    <a:pt x="319862" y="553821"/>
                  </a:lnTo>
                  <a:lnTo>
                    <a:pt x="319862" y="542226"/>
                  </a:lnTo>
                  <a:close/>
                </a:path>
                <a:path extrusionOk="0" h="666750" w="8019415">
                  <a:moveTo>
                    <a:pt x="678548" y="601637"/>
                  </a:moveTo>
                  <a:lnTo>
                    <a:pt x="664464" y="563854"/>
                  </a:lnTo>
                  <a:lnTo>
                    <a:pt x="624941" y="550760"/>
                  </a:lnTo>
                  <a:lnTo>
                    <a:pt x="610323" y="550760"/>
                  </a:lnTo>
                  <a:lnTo>
                    <a:pt x="608012" y="550125"/>
                  </a:lnTo>
                  <a:lnTo>
                    <a:pt x="604913" y="547585"/>
                  </a:lnTo>
                  <a:lnTo>
                    <a:pt x="604139" y="545490"/>
                  </a:lnTo>
                  <a:lnTo>
                    <a:pt x="604139" y="527672"/>
                  </a:lnTo>
                  <a:lnTo>
                    <a:pt x="605053" y="525627"/>
                  </a:lnTo>
                  <a:lnTo>
                    <a:pt x="606882" y="524256"/>
                  </a:lnTo>
                  <a:lnTo>
                    <a:pt x="608749" y="522808"/>
                  </a:lnTo>
                  <a:lnTo>
                    <a:pt x="611733" y="522097"/>
                  </a:lnTo>
                  <a:lnTo>
                    <a:pt x="671753" y="522097"/>
                  </a:lnTo>
                  <a:lnTo>
                    <a:pt x="671753" y="482574"/>
                  </a:lnTo>
                  <a:lnTo>
                    <a:pt x="619213" y="482574"/>
                  </a:lnTo>
                  <a:lnTo>
                    <a:pt x="606221" y="483323"/>
                  </a:lnTo>
                  <a:lnTo>
                    <a:pt x="569798" y="501205"/>
                  </a:lnTo>
                  <a:lnTo>
                    <a:pt x="561225" y="532371"/>
                  </a:lnTo>
                  <a:lnTo>
                    <a:pt x="561225" y="542226"/>
                  </a:lnTo>
                  <a:lnTo>
                    <a:pt x="575144" y="580097"/>
                  </a:lnTo>
                  <a:lnTo>
                    <a:pt x="615492" y="592353"/>
                  </a:lnTo>
                  <a:lnTo>
                    <a:pt x="633031" y="592353"/>
                  </a:lnTo>
                  <a:lnTo>
                    <a:pt x="635546" y="595096"/>
                  </a:lnTo>
                  <a:lnTo>
                    <a:pt x="635546" y="621360"/>
                  </a:lnTo>
                  <a:lnTo>
                    <a:pt x="634720" y="623455"/>
                  </a:lnTo>
                  <a:lnTo>
                    <a:pt x="633056" y="624840"/>
                  </a:lnTo>
                  <a:lnTo>
                    <a:pt x="631393" y="626160"/>
                  </a:lnTo>
                  <a:lnTo>
                    <a:pt x="628357" y="626833"/>
                  </a:lnTo>
                  <a:lnTo>
                    <a:pt x="562965" y="626833"/>
                  </a:lnTo>
                  <a:lnTo>
                    <a:pt x="562965" y="666343"/>
                  </a:lnTo>
                  <a:lnTo>
                    <a:pt x="620547" y="666343"/>
                  </a:lnTo>
                  <a:lnTo>
                    <a:pt x="633425" y="665581"/>
                  </a:lnTo>
                  <a:lnTo>
                    <a:pt x="669861" y="647052"/>
                  </a:lnTo>
                  <a:lnTo>
                    <a:pt x="678548" y="616877"/>
                  </a:lnTo>
                  <a:lnTo>
                    <a:pt x="678548" y="601637"/>
                  </a:lnTo>
                  <a:close/>
                </a:path>
                <a:path extrusionOk="0" h="666750" w="8019415">
                  <a:moveTo>
                    <a:pt x="878687" y="628484"/>
                  </a:moveTo>
                  <a:lnTo>
                    <a:pt x="869289" y="628484"/>
                  </a:lnTo>
                  <a:lnTo>
                    <a:pt x="864133" y="628180"/>
                  </a:lnTo>
                  <a:lnTo>
                    <a:pt x="862253" y="626960"/>
                  </a:lnTo>
                  <a:lnTo>
                    <a:pt x="862164" y="626833"/>
                  </a:lnTo>
                  <a:lnTo>
                    <a:pt x="861783" y="626211"/>
                  </a:lnTo>
                  <a:lnTo>
                    <a:pt x="861783" y="586562"/>
                  </a:lnTo>
                  <a:lnTo>
                    <a:pt x="861783" y="543890"/>
                  </a:lnTo>
                  <a:lnTo>
                    <a:pt x="852639" y="505955"/>
                  </a:lnTo>
                  <a:lnTo>
                    <a:pt x="812139" y="483514"/>
                  </a:lnTo>
                  <a:lnTo>
                    <a:pt x="796988" y="482574"/>
                  </a:lnTo>
                  <a:lnTo>
                    <a:pt x="740727" y="482574"/>
                  </a:lnTo>
                  <a:lnTo>
                    <a:pt x="740727" y="522097"/>
                  </a:lnTo>
                  <a:lnTo>
                    <a:pt x="806958" y="522097"/>
                  </a:lnTo>
                  <a:lnTo>
                    <a:pt x="811657" y="523367"/>
                  </a:lnTo>
                  <a:lnTo>
                    <a:pt x="814476" y="525907"/>
                  </a:lnTo>
                  <a:lnTo>
                    <a:pt x="817346" y="528447"/>
                  </a:lnTo>
                  <a:lnTo>
                    <a:pt x="818781" y="532180"/>
                  </a:lnTo>
                  <a:lnTo>
                    <a:pt x="818781" y="547039"/>
                  </a:lnTo>
                  <a:lnTo>
                    <a:pt x="818781" y="586562"/>
                  </a:lnTo>
                  <a:lnTo>
                    <a:pt x="818743" y="620801"/>
                  </a:lnTo>
                  <a:lnTo>
                    <a:pt x="818362" y="623239"/>
                  </a:lnTo>
                  <a:lnTo>
                    <a:pt x="816711" y="626110"/>
                  </a:lnTo>
                  <a:lnTo>
                    <a:pt x="814273" y="626833"/>
                  </a:lnTo>
                  <a:lnTo>
                    <a:pt x="776084" y="626833"/>
                  </a:lnTo>
                  <a:lnTo>
                    <a:pt x="773455" y="626160"/>
                  </a:lnTo>
                  <a:lnTo>
                    <a:pt x="772134" y="624840"/>
                  </a:lnTo>
                  <a:lnTo>
                    <a:pt x="770801" y="623455"/>
                  </a:lnTo>
                  <a:lnTo>
                    <a:pt x="770140" y="620801"/>
                  </a:lnTo>
                  <a:lnTo>
                    <a:pt x="770140" y="595972"/>
                  </a:lnTo>
                  <a:lnTo>
                    <a:pt x="771359" y="592772"/>
                  </a:lnTo>
                  <a:lnTo>
                    <a:pt x="773798" y="590283"/>
                  </a:lnTo>
                  <a:lnTo>
                    <a:pt x="776274" y="587794"/>
                  </a:lnTo>
                  <a:lnTo>
                    <a:pt x="779475" y="586562"/>
                  </a:lnTo>
                  <a:lnTo>
                    <a:pt x="818781" y="586562"/>
                  </a:lnTo>
                  <a:lnTo>
                    <a:pt x="818781" y="547039"/>
                  </a:lnTo>
                  <a:lnTo>
                    <a:pt x="783729" y="547039"/>
                  </a:lnTo>
                  <a:lnTo>
                    <a:pt x="758964" y="550773"/>
                  </a:lnTo>
                  <a:lnTo>
                    <a:pt x="741286" y="561949"/>
                  </a:lnTo>
                  <a:lnTo>
                    <a:pt x="730669" y="580593"/>
                  </a:lnTo>
                  <a:lnTo>
                    <a:pt x="727138" y="606691"/>
                  </a:lnTo>
                  <a:lnTo>
                    <a:pt x="727138" y="613486"/>
                  </a:lnTo>
                  <a:lnTo>
                    <a:pt x="741057" y="654088"/>
                  </a:lnTo>
                  <a:lnTo>
                    <a:pt x="783399" y="666343"/>
                  </a:lnTo>
                  <a:lnTo>
                    <a:pt x="824585" y="666343"/>
                  </a:lnTo>
                  <a:lnTo>
                    <a:pt x="831507" y="663143"/>
                  </a:lnTo>
                  <a:lnTo>
                    <a:pt x="834440" y="656742"/>
                  </a:lnTo>
                  <a:lnTo>
                    <a:pt x="833831" y="658507"/>
                  </a:lnTo>
                  <a:lnTo>
                    <a:pt x="835736" y="660552"/>
                  </a:lnTo>
                  <a:lnTo>
                    <a:pt x="844626" y="665187"/>
                  </a:lnTo>
                  <a:lnTo>
                    <a:pt x="848906" y="666343"/>
                  </a:lnTo>
                  <a:lnTo>
                    <a:pt x="878687" y="666343"/>
                  </a:lnTo>
                  <a:lnTo>
                    <a:pt x="878687" y="656742"/>
                  </a:lnTo>
                  <a:lnTo>
                    <a:pt x="878687" y="628484"/>
                  </a:lnTo>
                  <a:close/>
                </a:path>
                <a:path extrusionOk="0" h="666750" w="8019415">
                  <a:moveTo>
                    <a:pt x="1061262" y="626833"/>
                  </a:moveTo>
                  <a:lnTo>
                    <a:pt x="1006576" y="626833"/>
                  </a:lnTo>
                  <a:lnTo>
                    <a:pt x="1005141" y="626694"/>
                  </a:lnTo>
                  <a:lnTo>
                    <a:pt x="1004747" y="626414"/>
                  </a:lnTo>
                  <a:lnTo>
                    <a:pt x="1004417" y="626084"/>
                  </a:lnTo>
                  <a:lnTo>
                    <a:pt x="1004277" y="625335"/>
                  </a:lnTo>
                  <a:lnTo>
                    <a:pt x="1004252" y="414718"/>
                  </a:lnTo>
                  <a:lnTo>
                    <a:pt x="911453" y="414718"/>
                  </a:lnTo>
                  <a:lnTo>
                    <a:pt x="911453" y="454240"/>
                  </a:lnTo>
                  <a:lnTo>
                    <a:pt x="961339" y="454240"/>
                  </a:lnTo>
                  <a:lnTo>
                    <a:pt x="961440" y="626833"/>
                  </a:lnTo>
                  <a:lnTo>
                    <a:pt x="983767" y="663829"/>
                  </a:lnTo>
                  <a:lnTo>
                    <a:pt x="997216" y="666343"/>
                  </a:lnTo>
                  <a:lnTo>
                    <a:pt x="1061262" y="666343"/>
                  </a:lnTo>
                  <a:lnTo>
                    <a:pt x="1061262" y="626833"/>
                  </a:lnTo>
                  <a:close/>
                </a:path>
                <a:path extrusionOk="0" h="666750" w="8019415">
                  <a:moveTo>
                    <a:pt x="1231988" y="482574"/>
                  </a:moveTo>
                  <a:lnTo>
                    <a:pt x="1182433" y="482574"/>
                  </a:lnTo>
                  <a:lnTo>
                    <a:pt x="1182433" y="441807"/>
                  </a:lnTo>
                  <a:lnTo>
                    <a:pt x="1139431" y="441807"/>
                  </a:lnTo>
                  <a:lnTo>
                    <a:pt x="1139431" y="482574"/>
                  </a:lnTo>
                  <a:lnTo>
                    <a:pt x="1107211" y="482574"/>
                  </a:lnTo>
                  <a:lnTo>
                    <a:pt x="1107211" y="522097"/>
                  </a:lnTo>
                  <a:lnTo>
                    <a:pt x="1139431" y="522097"/>
                  </a:lnTo>
                  <a:lnTo>
                    <a:pt x="1139431" y="618540"/>
                  </a:lnTo>
                  <a:lnTo>
                    <a:pt x="1140117" y="628523"/>
                  </a:lnTo>
                  <a:lnTo>
                    <a:pt x="1163916" y="662990"/>
                  </a:lnTo>
                  <a:lnTo>
                    <a:pt x="1182103" y="666343"/>
                  </a:lnTo>
                  <a:lnTo>
                    <a:pt x="1231988" y="666343"/>
                  </a:lnTo>
                  <a:lnTo>
                    <a:pt x="1231988" y="626833"/>
                  </a:lnTo>
                  <a:lnTo>
                    <a:pt x="1187107" y="626833"/>
                  </a:lnTo>
                  <a:lnTo>
                    <a:pt x="1184846" y="626440"/>
                  </a:lnTo>
                  <a:lnTo>
                    <a:pt x="1183843" y="625665"/>
                  </a:lnTo>
                  <a:lnTo>
                    <a:pt x="1182903" y="624840"/>
                  </a:lnTo>
                  <a:lnTo>
                    <a:pt x="1182433" y="623036"/>
                  </a:lnTo>
                  <a:lnTo>
                    <a:pt x="1182433" y="522097"/>
                  </a:lnTo>
                  <a:lnTo>
                    <a:pt x="1231988" y="522097"/>
                  </a:lnTo>
                  <a:lnTo>
                    <a:pt x="1231988" y="482574"/>
                  </a:lnTo>
                  <a:close/>
                </a:path>
                <a:path extrusionOk="0" h="666750" w="8019415">
                  <a:moveTo>
                    <a:pt x="1423009" y="543890"/>
                  </a:moveTo>
                  <a:lnTo>
                    <a:pt x="1421993" y="529158"/>
                  </a:lnTo>
                  <a:lnTo>
                    <a:pt x="1420291" y="522097"/>
                  </a:lnTo>
                  <a:lnTo>
                    <a:pt x="1418945" y="516509"/>
                  </a:lnTo>
                  <a:lnTo>
                    <a:pt x="1386509" y="486308"/>
                  </a:lnTo>
                  <a:lnTo>
                    <a:pt x="1380096" y="484949"/>
                  </a:lnTo>
                  <a:lnTo>
                    <a:pt x="1380096" y="532180"/>
                  </a:lnTo>
                  <a:lnTo>
                    <a:pt x="1380096" y="616737"/>
                  </a:lnTo>
                  <a:lnTo>
                    <a:pt x="1378648" y="620471"/>
                  </a:lnTo>
                  <a:lnTo>
                    <a:pt x="1375778" y="623011"/>
                  </a:lnTo>
                  <a:lnTo>
                    <a:pt x="1372958" y="625551"/>
                  </a:lnTo>
                  <a:lnTo>
                    <a:pt x="1368247" y="626833"/>
                  </a:lnTo>
                  <a:lnTo>
                    <a:pt x="1337056" y="626833"/>
                  </a:lnTo>
                  <a:lnTo>
                    <a:pt x="1332344" y="625551"/>
                  </a:lnTo>
                  <a:lnTo>
                    <a:pt x="1329461" y="623011"/>
                  </a:lnTo>
                  <a:lnTo>
                    <a:pt x="1326654" y="620471"/>
                  </a:lnTo>
                  <a:lnTo>
                    <a:pt x="1325245" y="616737"/>
                  </a:lnTo>
                  <a:lnTo>
                    <a:pt x="1325245" y="532180"/>
                  </a:lnTo>
                  <a:lnTo>
                    <a:pt x="1326654" y="528447"/>
                  </a:lnTo>
                  <a:lnTo>
                    <a:pt x="1329461" y="525907"/>
                  </a:lnTo>
                  <a:lnTo>
                    <a:pt x="1332344" y="523367"/>
                  </a:lnTo>
                  <a:lnTo>
                    <a:pt x="1337056" y="522097"/>
                  </a:lnTo>
                  <a:lnTo>
                    <a:pt x="1368247" y="522097"/>
                  </a:lnTo>
                  <a:lnTo>
                    <a:pt x="1372958" y="523367"/>
                  </a:lnTo>
                  <a:lnTo>
                    <a:pt x="1375778" y="525907"/>
                  </a:lnTo>
                  <a:lnTo>
                    <a:pt x="1378648" y="528447"/>
                  </a:lnTo>
                  <a:lnTo>
                    <a:pt x="1380096" y="532180"/>
                  </a:lnTo>
                  <a:lnTo>
                    <a:pt x="1380096" y="484949"/>
                  </a:lnTo>
                  <a:lnTo>
                    <a:pt x="1373365" y="483514"/>
                  </a:lnTo>
                  <a:lnTo>
                    <a:pt x="1358214" y="482574"/>
                  </a:lnTo>
                  <a:lnTo>
                    <a:pt x="1347038" y="482574"/>
                  </a:lnTo>
                  <a:lnTo>
                    <a:pt x="1307680" y="490969"/>
                  </a:lnTo>
                  <a:lnTo>
                    <a:pt x="1283322" y="529158"/>
                  </a:lnTo>
                  <a:lnTo>
                    <a:pt x="1282319" y="543890"/>
                  </a:lnTo>
                  <a:lnTo>
                    <a:pt x="1282319" y="605040"/>
                  </a:lnTo>
                  <a:lnTo>
                    <a:pt x="1291450" y="643026"/>
                  </a:lnTo>
                  <a:lnTo>
                    <a:pt x="1331912" y="665429"/>
                  </a:lnTo>
                  <a:lnTo>
                    <a:pt x="1347038" y="666343"/>
                  </a:lnTo>
                  <a:lnTo>
                    <a:pt x="1358214" y="666343"/>
                  </a:lnTo>
                  <a:lnTo>
                    <a:pt x="1397647" y="658012"/>
                  </a:lnTo>
                  <a:lnTo>
                    <a:pt x="1420291" y="626833"/>
                  </a:lnTo>
                  <a:lnTo>
                    <a:pt x="1421993" y="619785"/>
                  </a:lnTo>
                  <a:lnTo>
                    <a:pt x="1423009" y="605040"/>
                  </a:lnTo>
                  <a:lnTo>
                    <a:pt x="1423009" y="543890"/>
                  </a:lnTo>
                  <a:close/>
                </a:path>
                <a:path extrusionOk="0" h="666750" w="8019415">
                  <a:moveTo>
                    <a:pt x="1594739" y="601637"/>
                  </a:moveTo>
                  <a:lnTo>
                    <a:pt x="1580642" y="563854"/>
                  </a:lnTo>
                  <a:lnTo>
                    <a:pt x="1541119" y="550760"/>
                  </a:lnTo>
                  <a:lnTo>
                    <a:pt x="1526514" y="550760"/>
                  </a:lnTo>
                  <a:lnTo>
                    <a:pt x="1524190" y="550125"/>
                  </a:lnTo>
                  <a:lnTo>
                    <a:pt x="1521091" y="547585"/>
                  </a:lnTo>
                  <a:lnTo>
                    <a:pt x="1520329" y="545490"/>
                  </a:lnTo>
                  <a:lnTo>
                    <a:pt x="1520329" y="527672"/>
                  </a:lnTo>
                  <a:lnTo>
                    <a:pt x="1521231" y="525627"/>
                  </a:lnTo>
                  <a:lnTo>
                    <a:pt x="1523060" y="524256"/>
                  </a:lnTo>
                  <a:lnTo>
                    <a:pt x="1524939" y="522808"/>
                  </a:lnTo>
                  <a:lnTo>
                    <a:pt x="1527924" y="522097"/>
                  </a:lnTo>
                  <a:lnTo>
                    <a:pt x="1587931" y="522097"/>
                  </a:lnTo>
                  <a:lnTo>
                    <a:pt x="1587931" y="482574"/>
                  </a:lnTo>
                  <a:lnTo>
                    <a:pt x="1535404" y="482574"/>
                  </a:lnTo>
                  <a:lnTo>
                    <a:pt x="1522412" y="483323"/>
                  </a:lnTo>
                  <a:lnTo>
                    <a:pt x="1485976" y="501205"/>
                  </a:lnTo>
                  <a:lnTo>
                    <a:pt x="1477403" y="532371"/>
                  </a:lnTo>
                  <a:lnTo>
                    <a:pt x="1477403" y="542226"/>
                  </a:lnTo>
                  <a:lnTo>
                    <a:pt x="1491322" y="580097"/>
                  </a:lnTo>
                  <a:lnTo>
                    <a:pt x="1531683" y="592353"/>
                  </a:lnTo>
                  <a:lnTo>
                    <a:pt x="1549222" y="592353"/>
                  </a:lnTo>
                  <a:lnTo>
                    <a:pt x="1551724" y="595096"/>
                  </a:lnTo>
                  <a:lnTo>
                    <a:pt x="1551724" y="621360"/>
                  </a:lnTo>
                  <a:lnTo>
                    <a:pt x="1550898" y="623455"/>
                  </a:lnTo>
                  <a:lnTo>
                    <a:pt x="1549234" y="624840"/>
                  </a:lnTo>
                  <a:lnTo>
                    <a:pt x="1547583" y="626160"/>
                  </a:lnTo>
                  <a:lnTo>
                    <a:pt x="1544548" y="626833"/>
                  </a:lnTo>
                  <a:lnTo>
                    <a:pt x="1479143" y="626833"/>
                  </a:lnTo>
                  <a:lnTo>
                    <a:pt x="1479143" y="666343"/>
                  </a:lnTo>
                  <a:lnTo>
                    <a:pt x="1536725" y="666343"/>
                  </a:lnTo>
                  <a:lnTo>
                    <a:pt x="1549603" y="665581"/>
                  </a:lnTo>
                  <a:lnTo>
                    <a:pt x="1586052" y="647052"/>
                  </a:lnTo>
                  <a:lnTo>
                    <a:pt x="1594739" y="616877"/>
                  </a:lnTo>
                  <a:lnTo>
                    <a:pt x="1594739" y="601637"/>
                  </a:lnTo>
                  <a:close/>
                </a:path>
                <a:path extrusionOk="0" h="666750" w="8019415">
                  <a:moveTo>
                    <a:pt x="3243961" y="192062"/>
                  </a:moveTo>
                  <a:lnTo>
                    <a:pt x="3229864" y="154279"/>
                  </a:lnTo>
                  <a:lnTo>
                    <a:pt x="3190354" y="141185"/>
                  </a:lnTo>
                  <a:lnTo>
                    <a:pt x="3175736" y="141185"/>
                  </a:lnTo>
                  <a:lnTo>
                    <a:pt x="3173412" y="140550"/>
                  </a:lnTo>
                  <a:lnTo>
                    <a:pt x="3170326" y="138010"/>
                  </a:lnTo>
                  <a:lnTo>
                    <a:pt x="3169551" y="135915"/>
                  </a:lnTo>
                  <a:lnTo>
                    <a:pt x="3169551" y="118097"/>
                  </a:lnTo>
                  <a:lnTo>
                    <a:pt x="3170466" y="116052"/>
                  </a:lnTo>
                  <a:lnTo>
                    <a:pt x="3174161" y="113233"/>
                  </a:lnTo>
                  <a:lnTo>
                    <a:pt x="3177146" y="112522"/>
                  </a:lnTo>
                  <a:lnTo>
                    <a:pt x="3237166" y="112522"/>
                  </a:lnTo>
                  <a:lnTo>
                    <a:pt x="3237166" y="72999"/>
                  </a:lnTo>
                  <a:lnTo>
                    <a:pt x="3184626" y="72999"/>
                  </a:lnTo>
                  <a:lnTo>
                    <a:pt x="3171634" y="73748"/>
                  </a:lnTo>
                  <a:lnTo>
                    <a:pt x="3135198" y="91630"/>
                  </a:lnTo>
                  <a:lnTo>
                    <a:pt x="3126625" y="122796"/>
                  </a:lnTo>
                  <a:lnTo>
                    <a:pt x="3126625" y="132651"/>
                  </a:lnTo>
                  <a:lnTo>
                    <a:pt x="3140545" y="170522"/>
                  </a:lnTo>
                  <a:lnTo>
                    <a:pt x="3180905" y="182778"/>
                  </a:lnTo>
                  <a:lnTo>
                    <a:pt x="3198444" y="182778"/>
                  </a:lnTo>
                  <a:lnTo>
                    <a:pt x="3200958" y="185521"/>
                  </a:lnTo>
                  <a:lnTo>
                    <a:pt x="3200958" y="211785"/>
                  </a:lnTo>
                  <a:lnTo>
                    <a:pt x="3200133" y="213880"/>
                  </a:lnTo>
                  <a:lnTo>
                    <a:pt x="3198469" y="215265"/>
                  </a:lnTo>
                  <a:lnTo>
                    <a:pt x="3196818" y="216585"/>
                  </a:lnTo>
                  <a:lnTo>
                    <a:pt x="3193770" y="217258"/>
                  </a:lnTo>
                  <a:lnTo>
                    <a:pt x="3128378" y="217258"/>
                  </a:lnTo>
                  <a:lnTo>
                    <a:pt x="3128378" y="256768"/>
                  </a:lnTo>
                  <a:lnTo>
                    <a:pt x="3185960" y="256768"/>
                  </a:lnTo>
                  <a:lnTo>
                    <a:pt x="3198838" y="256006"/>
                  </a:lnTo>
                  <a:lnTo>
                    <a:pt x="3235274" y="237477"/>
                  </a:lnTo>
                  <a:lnTo>
                    <a:pt x="3243961" y="207302"/>
                  </a:lnTo>
                  <a:lnTo>
                    <a:pt x="3243961" y="192062"/>
                  </a:lnTo>
                  <a:close/>
                </a:path>
                <a:path extrusionOk="0" h="666750" w="8019415">
                  <a:moveTo>
                    <a:pt x="3435642" y="72999"/>
                  </a:moveTo>
                  <a:lnTo>
                    <a:pt x="3392728" y="72999"/>
                  </a:lnTo>
                  <a:lnTo>
                    <a:pt x="3392640" y="207060"/>
                  </a:lnTo>
                  <a:lnTo>
                    <a:pt x="3392449" y="208965"/>
                  </a:lnTo>
                  <a:lnTo>
                    <a:pt x="3391179" y="211442"/>
                  </a:lnTo>
                  <a:lnTo>
                    <a:pt x="3388918" y="213766"/>
                  </a:lnTo>
                  <a:lnTo>
                    <a:pt x="3386709" y="216090"/>
                  </a:lnTo>
                  <a:lnTo>
                    <a:pt x="3382975" y="217258"/>
                  </a:lnTo>
                  <a:lnTo>
                    <a:pt x="3354476" y="217258"/>
                  </a:lnTo>
                  <a:lnTo>
                    <a:pt x="3350742" y="215950"/>
                  </a:lnTo>
                  <a:lnTo>
                    <a:pt x="3348151" y="213360"/>
                  </a:lnTo>
                  <a:lnTo>
                    <a:pt x="3345611" y="210756"/>
                  </a:lnTo>
                  <a:lnTo>
                    <a:pt x="3344341" y="207060"/>
                  </a:lnTo>
                  <a:lnTo>
                    <a:pt x="3344341" y="72999"/>
                  </a:lnTo>
                  <a:lnTo>
                    <a:pt x="3301415" y="72999"/>
                  </a:lnTo>
                  <a:lnTo>
                    <a:pt x="3301415" y="195465"/>
                  </a:lnTo>
                  <a:lnTo>
                    <a:pt x="3302381" y="210172"/>
                  </a:lnTo>
                  <a:lnTo>
                    <a:pt x="3325609" y="248386"/>
                  </a:lnTo>
                  <a:lnTo>
                    <a:pt x="3362731" y="256768"/>
                  </a:lnTo>
                  <a:lnTo>
                    <a:pt x="3386429" y="256768"/>
                  </a:lnTo>
                  <a:lnTo>
                    <a:pt x="3394100" y="254419"/>
                  </a:lnTo>
                  <a:lnTo>
                    <a:pt x="3397364" y="249732"/>
                  </a:lnTo>
                  <a:lnTo>
                    <a:pt x="3394379" y="256768"/>
                  </a:lnTo>
                  <a:lnTo>
                    <a:pt x="3435642" y="256768"/>
                  </a:lnTo>
                  <a:lnTo>
                    <a:pt x="3435642" y="249732"/>
                  </a:lnTo>
                  <a:lnTo>
                    <a:pt x="3435642" y="217258"/>
                  </a:lnTo>
                  <a:lnTo>
                    <a:pt x="3435642" y="72999"/>
                  </a:lnTo>
                  <a:close/>
                </a:path>
                <a:path extrusionOk="0" h="666750" w="8019415">
                  <a:moveTo>
                    <a:pt x="3620871" y="134315"/>
                  </a:moveTo>
                  <a:lnTo>
                    <a:pt x="3611816" y="96164"/>
                  </a:lnTo>
                  <a:lnTo>
                    <a:pt x="3577958" y="75298"/>
                  </a:lnTo>
                  <a:lnTo>
                    <a:pt x="3577958" y="122605"/>
                  </a:lnTo>
                  <a:lnTo>
                    <a:pt x="3577958" y="207162"/>
                  </a:lnTo>
                  <a:lnTo>
                    <a:pt x="3576510" y="210896"/>
                  </a:lnTo>
                  <a:lnTo>
                    <a:pt x="3573640" y="213436"/>
                  </a:lnTo>
                  <a:lnTo>
                    <a:pt x="3570821" y="215976"/>
                  </a:lnTo>
                  <a:lnTo>
                    <a:pt x="3566134" y="217258"/>
                  </a:lnTo>
                  <a:lnTo>
                    <a:pt x="3525583" y="217258"/>
                  </a:lnTo>
                  <a:lnTo>
                    <a:pt x="3525583" y="121462"/>
                  </a:lnTo>
                  <a:lnTo>
                    <a:pt x="3526739" y="118872"/>
                  </a:lnTo>
                  <a:lnTo>
                    <a:pt x="3531387" y="113792"/>
                  </a:lnTo>
                  <a:lnTo>
                    <a:pt x="3535222" y="112522"/>
                  </a:lnTo>
                  <a:lnTo>
                    <a:pt x="3566134" y="112522"/>
                  </a:lnTo>
                  <a:lnTo>
                    <a:pt x="3570821" y="113792"/>
                  </a:lnTo>
                  <a:lnTo>
                    <a:pt x="3573640" y="116332"/>
                  </a:lnTo>
                  <a:lnTo>
                    <a:pt x="3576510" y="118872"/>
                  </a:lnTo>
                  <a:lnTo>
                    <a:pt x="3577958" y="122605"/>
                  </a:lnTo>
                  <a:lnTo>
                    <a:pt x="3577958" y="75298"/>
                  </a:lnTo>
                  <a:lnTo>
                    <a:pt x="3571430" y="73926"/>
                  </a:lnTo>
                  <a:lnTo>
                    <a:pt x="3556152" y="72999"/>
                  </a:lnTo>
                  <a:lnTo>
                    <a:pt x="3531273" y="72999"/>
                  </a:lnTo>
                  <a:lnTo>
                    <a:pt x="3523538" y="75349"/>
                  </a:lnTo>
                  <a:lnTo>
                    <a:pt x="3520783" y="80048"/>
                  </a:lnTo>
                  <a:lnTo>
                    <a:pt x="3523843" y="72999"/>
                  </a:lnTo>
                  <a:lnTo>
                    <a:pt x="3482581" y="72999"/>
                  </a:lnTo>
                  <a:lnTo>
                    <a:pt x="3482581" y="314439"/>
                  </a:lnTo>
                  <a:lnTo>
                    <a:pt x="3525583" y="314439"/>
                  </a:lnTo>
                  <a:lnTo>
                    <a:pt x="3525583" y="256768"/>
                  </a:lnTo>
                  <a:lnTo>
                    <a:pt x="3556152" y="256768"/>
                  </a:lnTo>
                  <a:lnTo>
                    <a:pt x="3595535" y="248437"/>
                  </a:lnTo>
                  <a:lnTo>
                    <a:pt x="3618153" y="217258"/>
                  </a:lnTo>
                  <a:lnTo>
                    <a:pt x="3619855" y="210210"/>
                  </a:lnTo>
                  <a:lnTo>
                    <a:pt x="3620871" y="195465"/>
                  </a:lnTo>
                  <a:lnTo>
                    <a:pt x="3620871" y="134315"/>
                  </a:lnTo>
                  <a:close/>
                </a:path>
                <a:path extrusionOk="0" h="666750" w="8019415">
                  <a:moveTo>
                    <a:pt x="3801453" y="132651"/>
                  </a:moveTo>
                  <a:lnTo>
                    <a:pt x="3800551" y="119214"/>
                  </a:lnTo>
                  <a:lnTo>
                    <a:pt x="3799014" y="112522"/>
                  </a:lnTo>
                  <a:lnTo>
                    <a:pt x="3797846" y="107391"/>
                  </a:lnTo>
                  <a:lnTo>
                    <a:pt x="3769487" y="76898"/>
                  </a:lnTo>
                  <a:lnTo>
                    <a:pt x="3759200" y="74218"/>
                  </a:lnTo>
                  <a:lnTo>
                    <a:pt x="3759200" y="121881"/>
                  </a:lnTo>
                  <a:lnTo>
                    <a:pt x="3759200" y="144246"/>
                  </a:lnTo>
                  <a:lnTo>
                    <a:pt x="3711143" y="144246"/>
                  </a:lnTo>
                  <a:lnTo>
                    <a:pt x="3711181" y="121881"/>
                  </a:lnTo>
                  <a:lnTo>
                    <a:pt x="3712133" y="118186"/>
                  </a:lnTo>
                  <a:lnTo>
                    <a:pt x="3716109" y="113652"/>
                  </a:lnTo>
                  <a:lnTo>
                    <a:pt x="3720122" y="112522"/>
                  </a:lnTo>
                  <a:lnTo>
                    <a:pt x="3749776" y="112522"/>
                  </a:lnTo>
                  <a:lnTo>
                    <a:pt x="3752989" y="113766"/>
                  </a:lnTo>
                  <a:lnTo>
                    <a:pt x="3755466" y="116243"/>
                  </a:lnTo>
                  <a:lnTo>
                    <a:pt x="3757955" y="118681"/>
                  </a:lnTo>
                  <a:lnTo>
                    <a:pt x="3759200" y="121881"/>
                  </a:lnTo>
                  <a:lnTo>
                    <a:pt x="3759200" y="74218"/>
                  </a:lnTo>
                  <a:lnTo>
                    <a:pt x="3758298" y="73977"/>
                  </a:lnTo>
                  <a:lnTo>
                    <a:pt x="3745522" y="72999"/>
                  </a:lnTo>
                  <a:lnTo>
                    <a:pt x="3729532" y="72999"/>
                  </a:lnTo>
                  <a:lnTo>
                    <a:pt x="3691229" y="81254"/>
                  </a:lnTo>
                  <a:lnTo>
                    <a:pt x="3669119" y="119380"/>
                  </a:lnTo>
                  <a:lnTo>
                    <a:pt x="3668217" y="195465"/>
                  </a:lnTo>
                  <a:lnTo>
                    <a:pt x="3669220" y="210350"/>
                  </a:lnTo>
                  <a:lnTo>
                    <a:pt x="3693363" y="248526"/>
                  </a:lnTo>
                  <a:lnTo>
                    <a:pt x="3732936" y="256768"/>
                  </a:lnTo>
                  <a:lnTo>
                    <a:pt x="3790607" y="256768"/>
                  </a:lnTo>
                  <a:lnTo>
                    <a:pt x="3790607" y="217258"/>
                  </a:lnTo>
                  <a:lnTo>
                    <a:pt x="3722967" y="217258"/>
                  </a:lnTo>
                  <a:lnTo>
                    <a:pt x="3718242" y="215976"/>
                  </a:lnTo>
                  <a:lnTo>
                    <a:pt x="3715372" y="213436"/>
                  </a:lnTo>
                  <a:lnTo>
                    <a:pt x="3712553" y="210896"/>
                  </a:lnTo>
                  <a:lnTo>
                    <a:pt x="3711143" y="207162"/>
                  </a:lnTo>
                  <a:lnTo>
                    <a:pt x="3711143" y="183781"/>
                  </a:lnTo>
                  <a:lnTo>
                    <a:pt x="3801453" y="183781"/>
                  </a:lnTo>
                  <a:lnTo>
                    <a:pt x="3801453" y="144246"/>
                  </a:lnTo>
                  <a:lnTo>
                    <a:pt x="3801453" y="132651"/>
                  </a:lnTo>
                  <a:close/>
                </a:path>
                <a:path extrusionOk="0" h="666750" w="8019415">
                  <a:moveTo>
                    <a:pt x="3981627" y="72999"/>
                  </a:moveTo>
                  <a:lnTo>
                    <a:pt x="3927297" y="72999"/>
                  </a:lnTo>
                  <a:lnTo>
                    <a:pt x="3919677" y="75349"/>
                  </a:lnTo>
                  <a:lnTo>
                    <a:pt x="3916743" y="80048"/>
                  </a:lnTo>
                  <a:lnTo>
                    <a:pt x="3919486" y="72999"/>
                  </a:lnTo>
                  <a:lnTo>
                    <a:pt x="3853535" y="72999"/>
                  </a:lnTo>
                  <a:lnTo>
                    <a:pt x="3853535" y="112522"/>
                  </a:lnTo>
                  <a:lnTo>
                    <a:pt x="3878313" y="112522"/>
                  </a:lnTo>
                  <a:lnTo>
                    <a:pt x="3878313" y="217258"/>
                  </a:lnTo>
                  <a:lnTo>
                    <a:pt x="3853535" y="217258"/>
                  </a:lnTo>
                  <a:lnTo>
                    <a:pt x="3853535" y="256768"/>
                  </a:lnTo>
                  <a:lnTo>
                    <a:pt x="3958183" y="256768"/>
                  </a:lnTo>
                  <a:lnTo>
                    <a:pt x="3958183" y="217258"/>
                  </a:lnTo>
                  <a:lnTo>
                    <a:pt x="3921226" y="217258"/>
                  </a:lnTo>
                  <a:lnTo>
                    <a:pt x="3921226" y="128422"/>
                  </a:lnTo>
                  <a:lnTo>
                    <a:pt x="3931310" y="114261"/>
                  </a:lnTo>
                  <a:lnTo>
                    <a:pt x="3981627" y="114261"/>
                  </a:lnTo>
                  <a:lnTo>
                    <a:pt x="3981627" y="80048"/>
                  </a:lnTo>
                  <a:lnTo>
                    <a:pt x="3981627" y="72999"/>
                  </a:lnTo>
                  <a:close/>
                </a:path>
                <a:path extrusionOk="0" h="666750" w="8019415">
                  <a:moveTo>
                    <a:pt x="4167962" y="132651"/>
                  </a:moveTo>
                  <a:lnTo>
                    <a:pt x="4167047" y="119214"/>
                  </a:lnTo>
                  <a:lnTo>
                    <a:pt x="4165511" y="112522"/>
                  </a:lnTo>
                  <a:lnTo>
                    <a:pt x="4164342" y="107391"/>
                  </a:lnTo>
                  <a:lnTo>
                    <a:pt x="4135958" y="76898"/>
                  </a:lnTo>
                  <a:lnTo>
                    <a:pt x="4125671" y="74218"/>
                  </a:lnTo>
                  <a:lnTo>
                    <a:pt x="4125671" y="121881"/>
                  </a:lnTo>
                  <a:lnTo>
                    <a:pt x="4125671" y="144246"/>
                  </a:lnTo>
                  <a:lnTo>
                    <a:pt x="4077665" y="144246"/>
                  </a:lnTo>
                  <a:lnTo>
                    <a:pt x="4077703" y="121881"/>
                  </a:lnTo>
                  <a:lnTo>
                    <a:pt x="4078554" y="118186"/>
                  </a:lnTo>
                  <a:lnTo>
                    <a:pt x="4082618" y="113652"/>
                  </a:lnTo>
                  <a:lnTo>
                    <a:pt x="4086555" y="112522"/>
                  </a:lnTo>
                  <a:lnTo>
                    <a:pt x="4116273" y="112522"/>
                  </a:lnTo>
                  <a:lnTo>
                    <a:pt x="4119448" y="113766"/>
                  </a:lnTo>
                  <a:lnTo>
                    <a:pt x="4121988" y="116243"/>
                  </a:lnTo>
                  <a:lnTo>
                    <a:pt x="4124401" y="118681"/>
                  </a:lnTo>
                  <a:lnTo>
                    <a:pt x="4125671" y="121881"/>
                  </a:lnTo>
                  <a:lnTo>
                    <a:pt x="4125671" y="74218"/>
                  </a:lnTo>
                  <a:lnTo>
                    <a:pt x="4124756" y="73977"/>
                  </a:lnTo>
                  <a:lnTo>
                    <a:pt x="4111955" y="72999"/>
                  </a:lnTo>
                  <a:lnTo>
                    <a:pt x="4095953" y="72999"/>
                  </a:lnTo>
                  <a:lnTo>
                    <a:pt x="4057688" y="81254"/>
                  </a:lnTo>
                  <a:lnTo>
                    <a:pt x="4035641" y="119380"/>
                  </a:lnTo>
                  <a:lnTo>
                    <a:pt x="4034739" y="195465"/>
                  </a:lnTo>
                  <a:lnTo>
                    <a:pt x="4035729" y="210350"/>
                  </a:lnTo>
                  <a:lnTo>
                    <a:pt x="4059834" y="248526"/>
                  </a:lnTo>
                  <a:lnTo>
                    <a:pt x="4099382" y="256768"/>
                  </a:lnTo>
                  <a:lnTo>
                    <a:pt x="4157040" y="256768"/>
                  </a:lnTo>
                  <a:lnTo>
                    <a:pt x="4157040" y="217258"/>
                  </a:lnTo>
                  <a:lnTo>
                    <a:pt x="4089476" y="217258"/>
                  </a:lnTo>
                  <a:lnTo>
                    <a:pt x="4084777" y="215976"/>
                  </a:lnTo>
                  <a:lnTo>
                    <a:pt x="4081856" y="213436"/>
                  </a:lnTo>
                  <a:lnTo>
                    <a:pt x="4079062" y="210896"/>
                  </a:lnTo>
                  <a:lnTo>
                    <a:pt x="4077665" y="207162"/>
                  </a:lnTo>
                  <a:lnTo>
                    <a:pt x="4077665" y="183781"/>
                  </a:lnTo>
                  <a:lnTo>
                    <a:pt x="4167962" y="183781"/>
                  </a:lnTo>
                  <a:lnTo>
                    <a:pt x="4167962" y="144246"/>
                  </a:lnTo>
                  <a:lnTo>
                    <a:pt x="4167962" y="132651"/>
                  </a:lnTo>
                  <a:close/>
                </a:path>
                <a:path extrusionOk="0" h="666750" w="8019415">
                  <a:moveTo>
                    <a:pt x="4343349" y="192062"/>
                  </a:moveTo>
                  <a:lnTo>
                    <a:pt x="4329252" y="154279"/>
                  </a:lnTo>
                  <a:lnTo>
                    <a:pt x="4289755" y="141185"/>
                  </a:lnTo>
                  <a:lnTo>
                    <a:pt x="4275150" y="141185"/>
                  </a:lnTo>
                  <a:lnTo>
                    <a:pt x="4272864" y="140550"/>
                  </a:lnTo>
                  <a:lnTo>
                    <a:pt x="4271340" y="139280"/>
                  </a:lnTo>
                  <a:lnTo>
                    <a:pt x="4269689" y="138010"/>
                  </a:lnTo>
                  <a:lnTo>
                    <a:pt x="4268927" y="135915"/>
                  </a:lnTo>
                  <a:lnTo>
                    <a:pt x="4268927" y="118097"/>
                  </a:lnTo>
                  <a:lnTo>
                    <a:pt x="4269943" y="116052"/>
                  </a:lnTo>
                  <a:lnTo>
                    <a:pt x="4273626" y="113233"/>
                  </a:lnTo>
                  <a:lnTo>
                    <a:pt x="4276547" y="112522"/>
                  </a:lnTo>
                  <a:lnTo>
                    <a:pt x="4336618" y="112522"/>
                  </a:lnTo>
                  <a:lnTo>
                    <a:pt x="4336618" y="72999"/>
                  </a:lnTo>
                  <a:lnTo>
                    <a:pt x="4284040" y="72999"/>
                  </a:lnTo>
                  <a:lnTo>
                    <a:pt x="4271061" y="73748"/>
                  </a:lnTo>
                  <a:lnTo>
                    <a:pt x="4234573" y="91630"/>
                  </a:lnTo>
                  <a:lnTo>
                    <a:pt x="4226001" y="122796"/>
                  </a:lnTo>
                  <a:lnTo>
                    <a:pt x="4226001" y="132651"/>
                  </a:lnTo>
                  <a:lnTo>
                    <a:pt x="4239971" y="170522"/>
                  </a:lnTo>
                  <a:lnTo>
                    <a:pt x="4280357" y="182778"/>
                  </a:lnTo>
                  <a:lnTo>
                    <a:pt x="4297883" y="182778"/>
                  </a:lnTo>
                  <a:lnTo>
                    <a:pt x="4300423" y="185521"/>
                  </a:lnTo>
                  <a:lnTo>
                    <a:pt x="4300423" y="211785"/>
                  </a:lnTo>
                  <a:lnTo>
                    <a:pt x="4299534" y="213880"/>
                  </a:lnTo>
                  <a:lnTo>
                    <a:pt x="4297883" y="215265"/>
                  </a:lnTo>
                  <a:lnTo>
                    <a:pt x="4296232" y="216585"/>
                  </a:lnTo>
                  <a:lnTo>
                    <a:pt x="4293184" y="217258"/>
                  </a:lnTo>
                  <a:lnTo>
                    <a:pt x="4227779" y="217258"/>
                  </a:lnTo>
                  <a:lnTo>
                    <a:pt x="4227779" y="256768"/>
                  </a:lnTo>
                  <a:lnTo>
                    <a:pt x="4285437" y="256768"/>
                  </a:lnTo>
                  <a:lnTo>
                    <a:pt x="4298289" y="256006"/>
                  </a:lnTo>
                  <a:lnTo>
                    <a:pt x="4334713" y="237477"/>
                  </a:lnTo>
                  <a:lnTo>
                    <a:pt x="4343349" y="207302"/>
                  </a:lnTo>
                  <a:lnTo>
                    <a:pt x="4343349" y="192062"/>
                  </a:lnTo>
                  <a:close/>
                </a:path>
                <a:path extrusionOk="0" h="666750" w="8019415">
                  <a:moveTo>
                    <a:pt x="4525594" y="72999"/>
                  </a:moveTo>
                  <a:lnTo>
                    <a:pt x="4474794" y="72999"/>
                  </a:lnTo>
                  <a:lnTo>
                    <a:pt x="4459617" y="73939"/>
                  </a:lnTo>
                  <a:lnTo>
                    <a:pt x="4419130" y="96380"/>
                  </a:lnTo>
                  <a:lnTo>
                    <a:pt x="4410024" y="134315"/>
                  </a:lnTo>
                  <a:lnTo>
                    <a:pt x="4410024" y="195465"/>
                  </a:lnTo>
                  <a:lnTo>
                    <a:pt x="4419016" y="233667"/>
                  </a:lnTo>
                  <a:lnTo>
                    <a:pt x="4459452" y="255854"/>
                  </a:lnTo>
                  <a:lnTo>
                    <a:pt x="4474794" y="256768"/>
                  </a:lnTo>
                  <a:lnTo>
                    <a:pt x="4525594" y="256768"/>
                  </a:lnTo>
                  <a:lnTo>
                    <a:pt x="4525594" y="217258"/>
                  </a:lnTo>
                  <a:lnTo>
                    <a:pt x="4464761" y="217258"/>
                  </a:lnTo>
                  <a:lnTo>
                    <a:pt x="4460062" y="215976"/>
                  </a:lnTo>
                  <a:lnTo>
                    <a:pt x="4457141" y="213436"/>
                  </a:lnTo>
                  <a:lnTo>
                    <a:pt x="4454347" y="210896"/>
                  </a:lnTo>
                  <a:lnTo>
                    <a:pt x="4452950" y="207162"/>
                  </a:lnTo>
                  <a:lnTo>
                    <a:pt x="4452950" y="122605"/>
                  </a:lnTo>
                  <a:lnTo>
                    <a:pt x="4454347" y="118872"/>
                  </a:lnTo>
                  <a:lnTo>
                    <a:pt x="4457141" y="116332"/>
                  </a:lnTo>
                  <a:lnTo>
                    <a:pt x="4460062" y="113792"/>
                  </a:lnTo>
                  <a:lnTo>
                    <a:pt x="4464761" y="112522"/>
                  </a:lnTo>
                  <a:lnTo>
                    <a:pt x="4525594" y="112522"/>
                  </a:lnTo>
                  <a:lnTo>
                    <a:pt x="4525594" y="72999"/>
                  </a:lnTo>
                  <a:close/>
                </a:path>
                <a:path extrusionOk="0" h="666750" w="8019415">
                  <a:moveTo>
                    <a:pt x="4726762" y="218909"/>
                  </a:moveTo>
                  <a:lnTo>
                    <a:pt x="4717364" y="218909"/>
                  </a:lnTo>
                  <a:lnTo>
                    <a:pt x="4712157" y="218605"/>
                  </a:lnTo>
                  <a:lnTo>
                    <a:pt x="4710379" y="217385"/>
                  </a:lnTo>
                  <a:lnTo>
                    <a:pt x="4710290" y="217258"/>
                  </a:lnTo>
                  <a:lnTo>
                    <a:pt x="4709871" y="216636"/>
                  </a:lnTo>
                  <a:lnTo>
                    <a:pt x="4709871" y="176987"/>
                  </a:lnTo>
                  <a:lnTo>
                    <a:pt x="4709871" y="134315"/>
                  </a:lnTo>
                  <a:lnTo>
                    <a:pt x="4700702" y="96380"/>
                  </a:lnTo>
                  <a:lnTo>
                    <a:pt x="4660214" y="73939"/>
                  </a:lnTo>
                  <a:lnTo>
                    <a:pt x="4645101" y="72999"/>
                  </a:lnTo>
                  <a:lnTo>
                    <a:pt x="4588840" y="72999"/>
                  </a:lnTo>
                  <a:lnTo>
                    <a:pt x="4588840" y="112522"/>
                  </a:lnTo>
                  <a:lnTo>
                    <a:pt x="4655007" y="112522"/>
                  </a:lnTo>
                  <a:lnTo>
                    <a:pt x="4659706" y="113792"/>
                  </a:lnTo>
                  <a:lnTo>
                    <a:pt x="4662500" y="116332"/>
                  </a:lnTo>
                  <a:lnTo>
                    <a:pt x="4665421" y="118872"/>
                  </a:lnTo>
                  <a:lnTo>
                    <a:pt x="4666818" y="122605"/>
                  </a:lnTo>
                  <a:lnTo>
                    <a:pt x="4666818" y="137464"/>
                  </a:lnTo>
                  <a:lnTo>
                    <a:pt x="4666818" y="176987"/>
                  </a:lnTo>
                  <a:lnTo>
                    <a:pt x="4666793" y="211226"/>
                  </a:lnTo>
                  <a:lnTo>
                    <a:pt x="4666437" y="213664"/>
                  </a:lnTo>
                  <a:lnTo>
                    <a:pt x="4665459" y="215265"/>
                  </a:lnTo>
                  <a:lnTo>
                    <a:pt x="4664786" y="216535"/>
                  </a:lnTo>
                  <a:lnTo>
                    <a:pt x="4662373" y="217258"/>
                  </a:lnTo>
                  <a:lnTo>
                    <a:pt x="4624146" y="217258"/>
                  </a:lnTo>
                  <a:lnTo>
                    <a:pt x="4621479" y="216585"/>
                  </a:lnTo>
                  <a:lnTo>
                    <a:pt x="4620209" y="215265"/>
                  </a:lnTo>
                  <a:lnTo>
                    <a:pt x="4618939" y="213880"/>
                  </a:lnTo>
                  <a:lnTo>
                    <a:pt x="4618177" y="211226"/>
                  </a:lnTo>
                  <a:lnTo>
                    <a:pt x="4618177" y="186397"/>
                  </a:lnTo>
                  <a:lnTo>
                    <a:pt x="4619447" y="183197"/>
                  </a:lnTo>
                  <a:lnTo>
                    <a:pt x="4621860" y="180708"/>
                  </a:lnTo>
                  <a:lnTo>
                    <a:pt x="4624400" y="178219"/>
                  </a:lnTo>
                  <a:lnTo>
                    <a:pt x="4627575" y="176987"/>
                  </a:lnTo>
                  <a:lnTo>
                    <a:pt x="4666818" y="176987"/>
                  </a:lnTo>
                  <a:lnTo>
                    <a:pt x="4666818" y="137464"/>
                  </a:lnTo>
                  <a:lnTo>
                    <a:pt x="4631766" y="137464"/>
                  </a:lnTo>
                  <a:lnTo>
                    <a:pt x="4607014" y="141198"/>
                  </a:lnTo>
                  <a:lnTo>
                    <a:pt x="4589361" y="152374"/>
                  </a:lnTo>
                  <a:lnTo>
                    <a:pt x="4578769" y="171018"/>
                  </a:lnTo>
                  <a:lnTo>
                    <a:pt x="4575251" y="197116"/>
                  </a:lnTo>
                  <a:lnTo>
                    <a:pt x="4575251" y="203911"/>
                  </a:lnTo>
                  <a:lnTo>
                    <a:pt x="4589094" y="244513"/>
                  </a:lnTo>
                  <a:lnTo>
                    <a:pt x="4631512" y="256768"/>
                  </a:lnTo>
                  <a:lnTo>
                    <a:pt x="4672660" y="256768"/>
                  </a:lnTo>
                  <a:lnTo>
                    <a:pt x="4679645" y="253568"/>
                  </a:lnTo>
                  <a:lnTo>
                    <a:pt x="4682566" y="247167"/>
                  </a:lnTo>
                  <a:lnTo>
                    <a:pt x="4681931" y="248932"/>
                  </a:lnTo>
                  <a:lnTo>
                    <a:pt x="4683836" y="250977"/>
                  </a:lnTo>
                  <a:lnTo>
                    <a:pt x="4692726" y="255612"/>
                  </a:lnTo>
                  <a:lnTo>
                    <a:pt x="4697044" y="256768"/>
                  </a:lnTo>
                  <a:lnTo>
                    <a:pt x="4726762" y="256768"/>
                  </a:lnTo>
                  <a:lnTo>
                    <a:pt x="4726762" y="247167"/>
                  </a:lnTo>
                  <a:lnTo>
                    <a:pt x="4726762" y="218909"/>
                  </a:lnTo>
                  <a:close/>
                </a:path>
                <a:path extrusionOk="0" h="666750" w="8019415">
                  <a:moveTo>
                    <a:pt x="4909388" y="217258"/>
                  </a:moveTo>
                  <a:lnTo>
                    <a:pt x="4854651" y="217258"/>
                  </a:lnTo>
                  <a:lnTo>
                    <a:pt x="4853254" y="217119"/>
                  </a:lnTo>
                  <a:lnTo>
                    <a:pt x="4852873" y="216839"/>
                  </a:lnTo>
                  <a:lnTo>
                    <a:pt x="4852492" y="216509"/>
                  </a:lnTo>
                  <a:lnTo>
                    <a:pt x="4852378" y="215760"/>
                  </a:lnTo>
                  <a:lnTo>
                    <a:pt x="4852365" y="5143"/>
                  </a:lnTo>
                  <a:lnTo>
                    <a:pt x="4759528" y="5143"/>
                  </a:lnTo>
                  <a:lnTo>
                    <a:pt x="4759528" y="44665"/>
                  </a:lnTo>
                  <a:lnTo>
                    <a:pt x="4809439" y="44665"/>
                  </a:lnTo>
                  <a:lnTo>
                    <a:pt x="4809541" y="217258"/>
                  </a:lnTo>
                  <a:lnTo>
                    <a:pt x="4831829" y="254254"/>
                  </a:lnTo>
                  <a:lnTo>
                    <a:pt x="4845253" y="256768"/>
                  </a:lnTo>
                  <a:lnTo>
                    <a:pt x="4909388" y="256768"/>
                  </a:lnTo>
                  <a:lnTo>
                    <a:pt x="4909388" y="217258"/>
                  </a:lnTo>
                  <a:close/>
                </a:path>
                <a:path extrusionOk="0" h="666750" w="8019415">
                  <a:moveTo>
                    <a:pt x="5093284" y="218909"/>
                  </a:moveTo>
                  <a:lnTo>
                    <a:pt x="5083886" y="218909"/>
                  </a:lnTo>
                  <a:lnTo>
                    <a:pt x="5078679" y="218605"/>
                  </a:lnTo>
                  <a:lnTo>
                    <a:pt x="5077790" y="217995"/>
                  </a:lnTo>
                  <a:lnTo>
                    <a:pt x="5076774" y="217385"/>
                  </a:lnTo>
                  <a:lnTo>
                    <a:pt x="5076685" y="217258"/>
                  </a:lnTo>
                  <a:lnTo>
                    <a:pt x="5076266" y="216636"/>
                  </a:lnTo>
                  <a:lnTo>
                    <a:pt x="5076266" y="176987"/>
                  </a:lnTo>
                  <a:lnTo>
                    <a:pt x="5076266" y="134315"/>
                  </a:lnTo>
                  <a:lnTo>
                    <a:pt x="5067211" y="96380"/>
                  </a:lnTo>
                  <a:lnTo>
                    <a:pt x="5026660" y="73939"/>
                  </a:lnTo>
                  <a:lnTo>
                    <a:pt x="5011496" y="72999"/>
                  </a:lnTo>
                  <a:lnTo>
                    <a:pt x="4955235" y="72999"/>
                  </a:lnTo>
                  <a:lnTo>
                    <a:pt x="4955235" y="112522"/>
                  </a:lnTo>
                  <a:lnTo>
                    <a:pt x="5021529" y="112522"/>
                  </a:lnTo>
                  <a:lnTo>
                    <a:pt x="5026228" y="113792"/>
                  </a:lnTo>
                  <a:lnTo>
                    <a:pt x="5029022" y="116332"/>
                  </a:lnTo>
                  <a:lnTo>
                    <a:pt x="5031943" y="118872"/>
                  </a:lnTo>
                  <a:lnTo>
                    <a:pt x="5033340" y="122605"/>
                  </a:lnTo>
                  <a:lnTo>
                    <a:pt x="5033340" y="137464"/>
                  </a:lnTo>
                  <a:lnTo>
                    <a:pt x="5033340" y="176987"/>
                  </a:lnTo>
                  <a:lnTo>
                    <a:pt x="5033315" y="211226"/>
                  </a:lnTo>
                  <a:lnTo>
                    <a:pt x="5032959" y="213664"/>
                  </a:lnTo>
                  <a:lnTo>
                    <a:pt x="5031981" y="215265"/>
                  </a:lnTo>
                  <a:lnTo>
                    <a:pt x="5031308" y="216535"/>
                  </a:lnTo>
                  <a:lnTo>
                    <a:pt x="5028768" y="217258"/>
                  </a:lnTo>
                  <a:lnTo>
                    <a:pt x="4990668" y="217258"/>
                  </a:lnTo>
                  <a:lnTo>
                    <a:pt x="4988001" y="216585"/>
                  </a:lnTo>
                  <a:lnTo>
                    <a:pt x="4986731" y="215265"/>
                  </a:lnTo>
                  <a:lnTo>
                    <a:pt x="4985334" y="213880"/>
                  </a:lnTo>
                  <a:lnTo>
                    <a:pt x="4984699" y="211226"/>
                  </a:lnTo>
                  <a:lnTo>
                    <a:pt x="4984699" y="186397"/>
                  </a:lnTo>
                  <a:lnTo>
                    <a:pt x="4985842" y="183197"/>
                  </a:lnTo>
                  <a:lnTo>
                    <a:pt x="4988382" y="180708"/>
                  </a:lnTo>
                  <a:lnTo>
                    <a:pt x="4990795" y="178219"/>
                  </a:lnTo>
                  <a:lnTo>
                    <a:pt x="4993970" y="176987"/>
                  </a:lnTo>
                  <a:lnTo>
                    <a:pt x="5033340" y="176987"/>
                  </a:lnTo>
                  <a:lnTo>
                    <a:pt x="5033340" y="137464"/>
                  </a:lnTo>
                  <a:lnTo>
                    <a:pt x="4998288" y="137464"/>
                  </a:lnTo>
                  <a:lnTo>
                    <a:pt x="4973523" y="141198"/>
                  </a:lnTo>
                  <a:lnTo>
                    <a:pt x="4955819" y="152374"/>
                  </a:lnTo>
                  <a:lnTo>
                    <a:pt x="4945189" y="171018"/>
                  </a:lnTo>
                  <a:lnTo>
                    <a:pt x="4941646" y="197116"/>
                  </a:lnTo>
                  <a:lnTo>
                    <a:pt x="4941646" y="203911"/>
                  </a:lnTo>
                  <a:lnTo>
                    <a:pt x="4955616" y="244513"/>
                  </a:lnTo>
                  <a:lnTo>
                    <a:pt x="4997907" y="256768"/>
                  </a:lnTo>
                  <a:lnTo>
                    <a:pt x="5039182" y="256768"/>
                  </a:lnTo>
                  <a:lnTo>
                    <a:pt x="5046040" y="253568"/>
                  </a:lnTo>
                  <a:lnTo>
                    <a:pt x="5048961" y="247167"/>
                  </a:lnTo>
                  <a:lnTo>
                    <a:pt x="5048326" y="248932"/>
                  </a:lnTo>
                  <a:lnTo>
                    <a:pt x="5050231" y="250977"/>
                  </a:lnTo>
                  <a:lnTo>
                    <a:pt x="5059121" y="255612"/>
                  </a:lnTo>
                  <a:lnTo>
                    <a:pt x="5063439" y="256768"/>
                  </a:lnTo>
                  <a:lnTo>
                    <a:pt x="5093284" y="256768"/>
                  </a:lnTo>
                  <a:lnTo>
                    <a:pt x="5093284" y="247167"/>
                  </a:lnTo>
                  <a:lnTo>
                    <a:pt x="5093284" y="218909"/>
                  </a:lnTo>
                  <a:close/>
                </a:path>
                <a:path extrusionOk="0" h="666750" w="8019415">
                  <a:moveTo>
                    <a:pt x="6369634" y="134315"/>
                  </a:moveTo>
                  <a:lnTo>
                    <a:pt x="6368631" y="119443"/>
                  </a:lnTo>
                  <a:lnTo>
                    <a:pt x="6366992" y="112522"/>
                  </a:lnTo>
                  <a:lnTo>
                    <a:pt x="6365634" y="106730"/>
                  </a:lnTo>
                  <a:lnTo>
                    <a:pt x="6333452" y="76695"/>
                  </a:lnTo>
                  <a:lnTo>
                    <a:pt x="6326708" y="75285"/>
                  </a:lnTo>
                  <a:lnTo>
                    <a:pt x="6326708" y="122605"/>
                  </a:lnTo>
                  <a:lnTo>
                    <a:pt x="6326708" y="207162"/>
                  </a:lnTo>
                  <a:lnTo>
                    <a:pt x="6325311" y="210896"/>
                  </a:lnTo>
                  <a:lnTo>
                    <a:pt x="6322390" y="213436"/>
                  </a:lnTo>
                  <a:lnTo>
                    <a:pt x="6319596" y="215976"/>
                  </a:lnTo>
                  <a:lnTo>
                    <a:pt x="6314897" y="217258"/>
                  </a:lnTo>
                  <a:lnTo>
                    <a:pt x="6274384" y="217258"/>
                  </a:lnTo>
                  <a:lnTo>
                    <a:pt x="6274384" y="121462"/>
                  </a:lnTo>
                  <a:lnTo>
                    <a:pt x="6275527" y="118872"/>
                  </a:lnTo>
                  <a:lnTo>
                    <a:pt x="6277813" y="116332"/>
                  </a:lnTo>
                  <a:lnTo>
                    <a:pt x="6280226" y="113792"/>
                  </a:lnTo>
                  <a:lnTo>
                    <a:pt x="6284036" y="112522"/>
                  </a:lnTo>
                  <a:lnTo>
                    <a:pt x="6314897" y="112522"/>
                  </a:lnTo>
                  <a:lnTo>
                    <a:pt x="6319596" y="113792"/>
                  </a:lnTo>
                  <a:lnTo>
                    <a:pt x="6322390" y="116332"/>
                  </a:lnTo>
                  <a:lnTo>
                    <a:pt x="6325311" y="118872"/>
                  </a:lnTo>
                  <a:lnTo>
                    <a:pt x="6326708" y="122605"/>
                  </a:lnTo>
                  <a:lnTo>
                    <a:pt x="6326708" y="75285"/>
                  </a:lnTo>
                  <a:lnTo>
                    <a:pt x="6320244" y="73926"/>
                  </a:lnTo>
                  <a:lnTo>
                    <a:pt x="6304991" y="72999"/>
                  </a:lnTo>
                  <a:lnTo>
                    <a:pt x="6280099" y="72999"/>
                  </a:lnTo>
                  <a:lnTo>
                    <a:pt x="6272352" y="75349"/>
                  </a:lnTo>
                  <a:lnTo>
                    <a:pt x="6269558" y="80048"/>
                  </a:lnTo>
                  <a:lnTo>
                    <a:pt x="6272606" y="72999"/>
                  </a:lnTo>
                  <a:lnTo>
                    <a:pt x="6231331" y="72999"/>
                  </a:lnTo>
                  <a:lnTo>
                    <a:pt x="6231331" y="314439"/>
                  </a:lnTo>
                  <a:lnTo>
                    <a:pt x="6274384" y="314439"/>
                  </a:lnTo>
                  <a:lnTo>
                    <a:pt x="6274384" y="256768"/>
                  </a:lnTo>
                  <a:lnTo>
                    <a:pt x="6304991" y="256768"/>
                  </a:lnTo>
                  <a:lnTo>
                    <a:pt x="6344323" y="248437"/>
                  </a:lnTo>
                  <a:lnTo>
                    <a:pt x="6366942" y="217258"/>
                  </a:lnTo>
                  <a:lnTo>
                    <a:pt x="6369634" y="195465"/>
                  </a:lnTo>
                  <a:lnTo>
                    <a:pt x="6369634" y="134315"/>
                  </a:lnTo>
                  <a:close/>
                </a:path>
                <a:path extrusionOk="0" h="666750" w="8019415">
                  <a:moveTo>
                    <a:pt x="6547180" y="72999"/>
                  </a:moveTo>
                  <a:lnTo>
                    <a:pt x="6492824" y="72999"/>
                  </a:lnTo>
                  <a:lnTo>
                    <a:pt x="6485204" y="75349"/>
                  </a:lnTo>
                  <a:lnTo>
                    <a:pt x="6482283" y="80048"/>
                  </a:lnTo>
                  <a:lnTo>
                    <a:pt x="6485077" y="72999"/>
                  </a:lnTo>
                  <a:lnTo>
                    <a:pt x="6419037" y="72999"/>
                  </a:lnTo>
                  <a:lnTo>
                    <a:pt x="6419037" y="112522"/>
                  </a:lnTo>
                  <a:lnTo>
                    <a:pt x="6443929" y="112522"/>
                  </a:lnTo>
                  <a:lnTo>
                    <a:pt x="6443929" y="217258"/>
                  </a:lnTo>
                  <a:lnTo>
                    <a:pt x="6419037" y="217258"/>
                  </a:lnTo>
                  <a:lnTo>
                    <a:pt x="6419037" y="256768"/>
                  </a:lnTo>
                  <a:lnTo>
                    <a:pt x="6523685" y="256768"/>
                  </a:lnTo>
                  <a:lnTo>
                    <a:pt x="6523685" y="217258"/>
                  </a:lnTo>
                  <a:lnTo>
                    <a:pt x="6486728" y="217258"/>
                  </a:lnTo>
                  <a:lnTo>
                    <a:pt x="6486728" y="128422"/>
                  </a:lnTo>
                  <a:lnTo>
                    <a:pt x="6496888" y="114261"/>
                  </a:lnTo>
                  <a:lnTo>
                    <a:pt x="6547180" y="114261"/>
                  </a:lnTo>
                  <a:lnTo>
                    <a:pt x="6547180" y="80048"/>
                  </a:lnTo>
                  <a:lnTo>
                    <a:pt x="6547180" y="72999"/>
                  </a:lnTo>
                  <a:close/>
                </a:path>
                <a:path extrusionOk="0" h="666750" w="8019415">
                  <a:moveTo>
                    <a:pt x="6733489" y="132651"/>
                  </a:moveTo>
                  <a:lnTo>
                    <a:pt x="6732575" y="119214"/>
                  </a:lnTo>
                  <a:lnTo>
                    <a:pt x="6731038" y="112522"/>
                  </a:lnTo>
                  <a:lnTo>
                    <a:pt x="6729870" y="107391"/>
                  </a:lnTo>
                  <a:lnTo>
                    <a:pt x="6701498" y="76898"/>
                  </a:lnTo>
                  <a:lnTo>
                    <a:pt x="6691198" y="74206"/>
                  </a:lnTo>
                  <a:lnTo>
                    <a:pt x="6691198" y="121881"/>
                  </a:lnTo>
                  <a:lnTo>
                    <a:pt x="6691198" y="144246"/>
                  </a:lnTo>
                  <a:lnTo>
                    <a:pt x="6643192" y="144246"/>
                  </a:lnTo>
                  <a:lnTo>
                    <a:pt x="6643230" y="121881"/>
                  </a:lnTo>
                  <a:lnTo>
                    <a:pt x="6644208" y="118186"/>
                  </a:lnTo>
                  <a:lnTo>
                    <a:pt x="6646113" y="115912"/>
                  </a:lnTo>
                  <a:lnTo>
                    <a:pt x="6648145" y="113652"/>
                  </a:lnTo>
                  <a:lnTo>
                    <a:pt x="6652209" y="112522"/>
                  </a:lnTo>
                  <a:lnTo>
                    <a:pt x="6681800" y="112522"/>
                  </a:lnTo>
                  <a:lnTo>
                    <a:pt x="6684975" y="113766"/>
                  </a:lnTo>
                  <a:lnTo>
                    <a:pt x="6687515" y="116243"/>
                  </a:lnTo>
                  <a:lnTo>
                    <a:pt x="6689928" y="118681"/>
                  </a:lnTo>
                  <a:lnTo>
                    <a:pt x="6691198" y="121881"/>
                  </a:lnTo>
                  <a:lnTo>
                    <a:pt x="6691198" y="74206"/>
                  </a:lnTo>
                  <a:lnTo>
                    <a:pt x="6690334" y="73977"/>
                  </a:lnTo>
                  <a:lnTo>
                    <a:pt x="6677609" y="72999"/>
                  </a:lnTo>
                  <a:lnTo>
                    <a:pt x="6661607" y="72999"/>
                  </a:lnTo>
                  <a:lnTo>
                    <a:pt x="6623278" y="81254"/>
                  </a:lnTo>
                  <a:lnTo>
                    <a:pt x="6601168" y="119380"/>
                  </a:lnTo>
                  <a:lnTo>
                    <a:pt x="6600266" y="195465"/>
                  </a:lnTo>
                  <a:lnTo>
                    <a:pt x="6601257" y="210350"/>
                  </a:lnTo>
                  <a:lnTo>
                    <a:pt x="6625437" y="248526"/>
                  </a:lnTo>
                  <a:lnTo>
                    <a:pt x="6664909" y="256768"/>
                  </a:lnTo>
                  <a:lnTo>
                    <a:pt x="6722694" y="256768"/>
                  </a:lnTo>
                  <a:lnTo>
                    <a:pt x="6722694" y="217258"/>
                  </a:lnTo>
                  <a:lnTo>
                    <a:pt x="6655003" y="217258"/>
                  </a:lnTo>
                  <a:lnTo>
                    <a:pt x="6650304" y="215976"/>
                  </a:lnTo>
                  <a:lnTo>
                    <a:pt x="6647383" y="213436"/>
                  </a:lnTo>
                  <a:lnTo>
                    <a:pt x="6644589" y="210896"/>
                  </a:lnTo>
                  <a:lnTo>
                    <a:pt x="6643192" y="207162"/>
                  </a:lnTo>
                  <a:lnTo>
                    <a:pt x="6643192" y="183781"/>
                  </a:lnTo>
                  <a:lnTo>
                    <a:pt x="6733489" y="183781"/>
                  </a:lnTo>
                  <a:lnTo>
                    <a:pt x="6733489" y="144246"/>
                  </a:lnTo>
                  <a:lnTo>
                    <a:pt x="6733489" y="132651"/>
                  </a:lnTo>
                  <a:close/>
                </a:path>
                <a:path extrusionOk="0" h="666750" w="8019415">
                  <a:moveTo>
                    <a:pt x="6920179" y="5143"/>
                  </a:moveTo>
                  <a:lnTo>
                    <a:pt x="6877253" y="5143"/>
                  </a:lnTo>
                  <a:lnTo>
                    <a:pt x="6877253" y="72999"/>
                  </a:lnTo>
                  <a:lnTo>
                    <a:pt x="6877253" y="112522"/>
                  </a:lnTo>
                  <a:lnTo>
                    <a:pt x="6877253" y="208305"/>
                  </a:lnTo>
                  <a:lnTo>
                    <a:pt x="6875983" y="210896"/>
                  </a:lnTo>
                  <a:lnTo>
                    <a:pt x="6871411" y="215976"/>
                  </a:lnTo>
                  <a:lnTo>
                    <a:pt x="6867474" y="217258"/>
                  </a:lnTo>
                  <a:lnTo>
                    <a:pt x="6834835" y="217258"/>
                  </a:lnTo>
                  <a:lnTo>
                    <a:pt x="6830136" y="215976"/>
                  </a:lnTo>
                  <a:lnTo>
                    <a:pt x="6827215" y="213436"/>
                  </a:lnTo>
                  <a:lnTo>
                    <a:pt x="6824421" y="210896"/>
                  </a:lnTo>
                  <a:lnTo>
                    <a:pt x="6823024" y="207162"/>
                  </a:lnTo>
                  <a:lnTo>
                    <a:pt x="6823024" y="122605"/>
                  </a:lnTo>
                  <a:lnTo>
                    <a:pt x="6824421" y="118872"/>
                  </a:lnTo>
                  <a:lnTo>
                    <a:pt x="6827215" y="116332"/>
                  </a:lnTo>
                  <a:lnTo>
                    <a:pt x="6830136" y="113792"/>
                  </a:lnTo>
                  <a:lnTo>
                    <a:pt x="6834835" y="112522"/>
                  </a:lnTo>
                  <a:lnTo>
                    <a:pt x="6877253" y="112522"/>
                  </a:lnTo>
                  <a:lnTo>
                    <a:pt x="6877253" y="72999"/>
                  </a:lnTo>
                  <a:lnTo>
                    <a:pt x="6844868" y="72999"/>
                  </a:lnTo>
                  <a:lnTo>
                    <a:pt x="6829692" y="73939"/>
                  </a:lnTo>
                  <a:lnTo>
                    <a:pt x="6789255" y="96380"/>
                  </a:lnTo>
                  <a:lnTo>
                    <a:pt x="6780098" y="134315"/>
                  </a:lnTo>
                  <a:lnTo>
                    <a:pt x="6780098" y="195465"/>
                  </a:lnTo>
                  <a:lnTo>
                    <a:pt x="6789140" y="233667"/>
                  </a:lnTo>
                  <a:lnTo>
                    <a:pt x="6829603" y="255854"/>
                  </a:lnTo>
                  <a:lnTo>
                    <a:pt x="6844868" y="256768"/>
                  </a:lnTo>
                  <a:lnTo>
                    <a:pt x="6870903" y="256768"/>
                  </a:lnTo>
                  <a:lnTo>
                    <a:pt x="6878523" y="254419"/>
                  </a:lnTo>
                  <a:lnTo>
                    <a:pt x="6881825" y="249732"/>
                  </a:lnTo>
                  <a:lnTo>
                    <a:pt x="6878904" y="256768"/>
                  </a:lnTo>
                  <a:lnTo>
                    <a:pt x="6920179" y="256768"/>
                  </a:lnTo>
                  <a:lnTo>
                    <a:pt x="6920179" y="249732"/>
                  </a:lnTo>
                  <a:lnTo>
                    <a:pt x="6920179" y="217258"/>
                  </a:lnTo>
                  <a:lnTo>
                    <a:pt x="6920179" y="112522"/>
                  </a:lnTo>
                  <a:lnTo>
                    <a:pt x="6920179" y="5143"/>
                  </a:lnTo>
                  <a:close/>
                </a:path>
                <a:path extrusionOk="0" h="666750" w="8019415">
                  <a:moveTo>
                    <a:pt x="7056450" y="5143"/>
                  </a:moveTo>
                  <a:lnTo>
                    <a:pt x="7010095" y="5143"/>
                  </a:lnTo>
                  <a:lnTo>
                    <a:pt x="7010095" y="49720"/>
                  </a:lnTo>
                  <a:lnTo>
                    <a:pt x="7056450" y="49720"/>
                  </a:lnTo>
                  <a:lnTo>
                    <a:pt x="7056450" y="5143"/>
                  </a:lnTo>
                  <a:close/>
                </a:path>
                <a:path extrusionOk="0" h="666750" w="8019415">
                  <a:moveTo>
                    <a:pt x="7104964" y="217258"/>
                  </a:moveTo>
                  <a:lnTo>
                    <a:pt x="7054799" y="217258"/>
                  </a:lnTo>
                  <a:lnTo>
                    <a:pt x="7054799" y="72999"/>
                  </a:lnTo>
                  <a:lnTo>
                    <a:pt x="6961962" y="72999"/>
                  </a:lnTo>
                  <a:lnTo>
                    <a:pt x="6961962" y="112522"/>
                  </a:lnTo>
                  <a:lnTo>
                    <a:pt x="7011873" y="112522"/>
                  </a:lnTo>
                  <a:lnTo>
                    <a:pt x="7011873" y="256768"/>
                  </a:lnTo>
                  <a:lnTo>
                    <a:pt x="7104964" y="256768"/>
                  </a:lnTo>
                  <a:lnTo>
                    <a:pt x="7104964" y="217258"/>
                  </a:lnTo>
                  <a:close/>
                </a:path>
                <a:path extrusionOk="0" h="666750" w="8019415">
                  <a:moveTo>
                    <a:pt x="7274382" y="72999"/>
                  </a:moveTo>
                  <a:lnTo>
                    <a:pt x="7223582" y="72999"/>
                  </a:lnTo>
                  <a:lnTo>
                    <a:pt x="7208406" y="73939"/>
                  </a:lnTo>
                  <a:lnTo>
                    <a:pt x="7167918" y="96380"/>
                  </a:lnTo>
                  <a:lnTo>
                    <a:pt x="7158812" y="134315"/>
                  </a:lnTo>
                  <a:lnTo>
                    <a:pt x="7158812" y="195465"/>
                  </a:lnTo>
                  <a:lnTo>
                    <a:pt x="7167804" y="233667"/>
                  </a:lnTo>
                  <a:lnTo>
                    <a:pt x="7208240" y="255854"/>
                  </a:lnTo>
                  <a:lnTo>
                    <a:pt x="7223582" y="256768"/>
                  </a:lnTo>
                  <a:lnTo>
                    <a:pt x="7274382" y="256768"/>
                  </a:lnTo>
                  <a:lnTo>
                    <a:pt x="7274382" y="217258"/>
                  </a:lnTo>
                  <a:lnTo>
                    <a:pt x="7213549" y="217258"/>
                  </a:lnTo>
                  <a:lnTo>
                    <a:pt x="7208850" y="215976"/>
                  </a:lnTo>
                  <a:lnTo>
                    <a:pt x="7205929" y="213436"/>
                  </a:lnTo>
                  <a:lnTo>
                    <a:pt x="7203135" y="210896"/>
                  </a:lnTo>
                  <a:lnTo>
                    <a:pt x="7201738" y="207162"/>
                  </a:lnTo>
                  <a:lnTo>
                    <a:pt x="7201738" y="122605"/>
                  </a:lnTo>
                  <a:lnTo>
                    <a:pt x="7203135" y="118872"/>
                  </a:lnTo>
                  <a:lnTo>
                    <a:pt x="7205929" y="116332"/>
                  </a:lnTo>
                  <a:lnTo>
                    <a:pt x="7208850" y="113792"/>
                  </a:lnTo>
                  <a:lnTo>
                    <a:pt x="7213549" y="112522"/>
                  </a:lnTo>
                  <a:lnTo>
                    <a:pt x="7274382" y="112522"/>
                  </a:lnTo>
                  <a:lnTo>
                    <a:pt x="7274382" y="72999"/>
                  </a:lnTo>
                  <a:close/>
                </a:path>
                <a:path extrusionOk="0" h="666750" w="8019415">
                  <a:moveTo>
                    <a:pt x="7457516" y="72999"/>
                  </a:moveTo>
                  <a:lnTo>
                    <a:pt x="7406716" y="72999"/>
                  </a:lnTo>
                  <a:lnTo>
                    <a:pt x="7391590" y="73939"/>
                  </a:lnTo>
                  <a:lnTo>
                    <a:pt x="7351115" y="96380"/>
                  </a:lnTo>
                  <a:lnTo>
                    <a:pt x="7342073" y="134315"/>
                  </a:lnTo>
                  <a:lnTo>
                    <a:pt x="7342073" y="195465"/>
                  </a:lnTo>
                  <a:lnTo>
                    <a:pt x="7351065" y="233667"/>
                  </a:lnTo>
                  <a:lnTo>
                    <a:pt x="7391451" y="255854"/>
                  </a:lnTo>
                  <a:lnTo>
                    <a:pt x="7406716" y="256768"/>
                  </a:lnTo>
                  <a:lnTo>
                    <a:pt x="7457516" y="256768"/>
                  </a:lnTo>
                  <a:lnTo>
                    <a:pt x="7457516" y="217258"/>
                  </a:lnTo>
                  <a:lnTo>
                    <a:pt x="7396810" y="217258"/>
                  </a:lnTo>
                  <a:lnTo>
                    <a:pt x="7392111" y="215976"/>
                  </a:lnTo>
                  <a:lnTo>
                    <a:pt x="7389190" y="213436"/>
                  </a:lnTo>
                  <a:lnTo>
                    <a:pt x="7386396" y="210896"/>
                  </a:lnTo>
                  <a:lnTo>
                    <a:pt x="7384999" y="207162"/>
                  </a:lnTo>
                  <a:lnTo>
                    <a:pt x="7384999" y="122605"/>
                  </a:lnTo>
                  <a:lnTo>
                    <a:pt x="7386396" y="118872"/>
                  </a:lnTo>
                  <a:lnTo>
                    <a:pt x="7389190" y="116332"/>
                  </a:lnTo>
                  <a:lnTo>
                    <a:pt x="7392111" y="113792"/>
                  </a:lnTo>
                  <a:lnTo>
                    <a:pt x="7396810" y="112522"/>
                  </a:lnTo>
                  <a:lnTo>
                    <a:pt x="7457516" y="112522"/>
                  </a:lnTo>
                  <a:lnTo>
                    <a:pt x="7457516" y="72999"/>
                  </a:lnTo>
                  <a:close/>
                </a:path>
                <a:path extrusionOk="0" h="666750" w="8019415">
                  <a:moveTo>
                    <a:pt x="7606233" y="5143"/>
                  </a:moveTo>
                  <a:lnTo>
                    <a:pt x="7559878" y="5143"/>
                  </a:lnTo>
                  <a:lnTo>
                    <a:pt x="7559878" y="49720"/>
                  </a:lnTo>
                  <a:lnTo>
                    <a:pt x="7606233" y="49720"/>
                  </a:lnTo>
                  <a:lnTo>
                    <a:pt x="7606233" y="5143"/>
                  </a:lnTo>
                  <a:close/>
                </a:path>
                <a:path extrusionOk="0" h="666750" w="8019415">
                  <a:moveTo>
                    <a:pt x="7654747" y="217258"/>
                  </a:moveTo>
                  <a:lnTo>
                    <a:pt x="7604455" y="217258"/>
                  </a:lnTo>
                  <a:lnTo>
                    <a:pt x="7604455" y="72999"/>
                  </a:lnTo>
                  <a:lnTo>
                    <a:pt x="7511745" y="72999"/>
                  </a:lnTo>
                  <a:lnTo>
                    <a:pt x="7511745" y="112522"/>
                  </a:lnTo>
                  <a:lnTo>
                    <a:pt x="7561656" y="112522"/>
                  </a:lnTo>
                  <a:lnTo>
                    <a:pt x="7561656" y="256768"/>
                  </a:lnTo>
                  <a:lnTo>
                    <a:pt x="7654747" y="256768"/>
                  </a:lnTo>
                  <a:lnTo>
                    <a:pt x="7654747" y="217258"/>
                  </a:lnTo>
                  <a:close/>
                </a:path>
                <a:path extrusionOk="0" h="666750" w="8019415">
                  <a:moveTo>
                    <a:pt x="7818577" y="0"/>
                  </a:moveTo>
                  <a:lnTo>
                    <a:pt x="7763967" y="0"/>
                  </a:lnTo>
                  <a:lnTo>
                    <a:pt x="7717866" y="59905"/>
                  </a:lnTo>
                  <a:lnTo>
                    <a:pt x="7764475" y="59905"/>
                  </a:lnTo>
                  <a:lnTo>
                    <a:pt x="7818577" y="0"/>
                  </a:lnTo>
                  <a:close/>
                </a:path>
                <a:path extrusionOk="0" h="666750" w="8019415">
                  <a:moveTo>
                    <a:pt x="7836611" y="134315"/>
                  </a:moveTo>
                  <a:lnTo>
                    <a:pt x="7835595" y="119583"/>
                  </a:lnTo>
                  <a:lnTo>
                    <a:pt x="7833906" y="112522"/>
                  </a:lnTo>
                  <a:lnTo>
                    <a:pt x="7832572" y="106934"/>
                  </a:lnTo>
                  <a:lnTo>
                    <a:pt x="7800137" y="76733"/>
                  </a:lnTo>
                  <a:lnTo>
                    <a:pt x="7793685" y="75361"/>
                  </a:lnTo>
                  <a:lnTo>
                    <a:pt x="7793685" y="122605"/>
                  </a:lnTo>
                  <a:lnTo>
                    <a:pt x="7793685" y="207162"/>
                  </a:lnTo>
                  <a:lnTo>
                    <a:pt x="7792288" y="210896"/>
                  </a:lnTo>
                  <a:lnTo>
                    <a:pt x="7789367" y="213436"/>
                  </a:lnTo>
                  <a:lnTo>
                    <a:pt x="7786573" y="215976"/>
                  </a:lnTo>
                  <a:lnTo>
                    <a:pt x="7781874" y="217258"/>
                  </a:lnTo>
                  <a:lnTo>
                    <a:pt x="7750632" y="217258"/>
                  </a:lnTo>
                  <a:lnTo>
                    <a:pt x="7745933" y="215976"/>
                  </a:lnTo>
                  <a:lnTo>
                    <a:pt x="7743139" y="213436"/>
                  </a:lnTo>
                  <a:lnTo>
                    <a:pt x="7740218" y="210896"/>
                  </a:lnTo>
                  <a:lnTo>
                    <a:pt x="7738821" y="207162"/>
                  </a:lnTo>
                  <a:lnTo>
                    <a:pt x="7738821" y="122605"/>
                  </a:lnTo>
                  <a:lnTo>
                    <a:pt x="7740218" y="118872"/>
                  </a:lnTo>
                  <a:lnTo>
                    <a:pt x="7743139" y="116332"/>
                  </a:lnTo>
                  <a:lnTo>
                    <a:pt x="7745933" y="113792"/>
                  </a:lnTo>
                  <a:lnTo>
                    <a:pt x="7750632" y="112522"/>
                  </a:lnTo>
                  <a:lnTo>
                    <a:pt x="7781874" y="112522"/>
                  </a:lnTo>
                  <a:lnTo>
                    <a:pt x="7786573" y="113792"/>
                  </a:lnTo>
                  <a:lnTo>
                    <a:pt x="7789367" y="116332"/>
                  </a:lnTo>
                  <a:lnTo>
                    <a:pt x="7792288" y="118872"/>
                  </a:lnTo>
                  <a:lnTo>
                    <a:pt x="7793685" y="122605"/>
                  </a:lnTo>
                  <a:lnTo>
                    <a:pt x="7793685" y="75361"/>
                  </a:lnTo>
                  <a:lnTo>
                    <a:pt x="7787005" y="73939"/>
                  </a:lnTo>
                  <a:lnTo>
                    <a:pt x="7771841" y="72999"/>
                  </a:lnTo>
                  <a:lnTo>
                    <a:pt x="7760665" y="72999"/>
                  </a:lnTo>
                  <a:lnTo>
                    <a:pt x="7721320" y="81394"/>
                  </a:lnTo>
                  <a:lnTo>
                    <a:pt x="7696911" y="119583"/>
                  </a:lnTo>
                  <a:lnTo>
                    <a:pt x="7695895" y="134315"/>
                  </a:lnTo>
                  <a:lnTo>
                    <a:pt x="7695895" y="195465"/>
                  </a:lnTo>
                  <a:lnTo>
                    <a:pt x="7705052" y="233451"/>
                  </a:lnTo>
                  <a:lnTo>
                    <a:pt x="7745565" y="255854"/>
                  </a:lnTo>
                  <a:lnTo>
                    <a:pt x="7760665" y="256768"/>
                  </a:lnTo>
                  <a:lnTo>
                    <a:pt x="7771841" y="256768"/>
                  </a:lnTo>
                  <a:lnTo>
                    <a:pt x="7811249" y="248437"/>
                  </a:lnTo>
                  <a:lnTo>
                    <a:pt x="7833919" y="217258"/>
                  </a:lnTo>
                  <a:lnTo>
                    <a:pt x="7836611" y="195465"/>
                  </a:lnTo>
                  <a:lnTo>
                    <a:pt x="7836611" y="134315"/>
                  </a:lnTo>
                  <a:close/>
                </a:path>
                <a:path extrusionOk="0" h="666750" w="8019415">
                  <a:moveTo>
                    <a:pt x="8018856" y="134315"/>
                  </a:moveTo>
                  <a:lnTo>
                    <a:pt x="8017878" y="119608"/>
                  </a:lnTo>
                  <a:lnTo>
                    <a:pt x="8016240" y="112522"/>
                  </a:lnTo>
                  <a:lnTo>
                    <a:pt x="8014957" y="106972"/>
                  </a:lnTo>
                  <a:lnTo>
                    <a:pt x="7984096" y="76733"/>
                  </a:lnTo>
                  <a:lnTo>
                    <a:pt x="7957515" y="72999"/>
                  </a:lnTo>
                  <a:lnTo>
                    <a:pt x="7929194" y="72999"/>
                  </a:lnTo>
                  <a:lnTo>
                    <a:pt x="7921447" y="75349"/>
                  </a:lnTo>
                  <a:lnTo>
                    <a:pt x="7918653" y="80048"/>
                  </a:lnTo>
                  <a:lnTo>
                    <a:pt x="7921828" y="72999"/>
                  </a:lnTo>
                  <a:lnTo>
                    <a:pt x="7880553" y="72999"/>
                  </a:lnTo>
                  <a:lnTo>
                    <a:pt x="7880553" y="256768"/>
                  </a:lnTo>
                  <a:lnTo>
                    <a:pt x="7923479" y="256768"/>
                  </a:lnTo>
                  <a:lnTo>
                    <a:pt x="7923479" y="121462"/>
                  </a:lnTo>
                  <a:lnTo>
                    <a:pt x="7924622" y="118872"/>
                  </a:lnTo>
                  <a:lnTo>
                    <a:pt x="7927035" y="116332"/>
                  </a:lnTo>
                  <a:lnTo>
                    <a:pt x="7929321" y="113792"/>
                  </a:lnTo>
                  <a:lnTo>
                    <a:pt x="7933131" y="112522"/>
                  </a:lnTo>
                  <a:lnTo>
                    <a:pt x="7965770" y="112522"/>
                  </a:lnTo>
                  <a:lnTo>
                    <a:pt x="7969453" y="113817"/>
                  </a:lnTo>
                  <a:lnTo>
                    <a:pt x="7974533" y="119011"/>
                  </a:lnTo>
                  <a:lnTo>
                    <a:pt x="7975930" y="122707"/>
                  </a:lnTo>
                  <a:lnTo>
                    <a:pt x="7975930" y="256768"/>
                  </a:lnTo>
                  <a:lnTo>
                    <a:pt x="8018856" y="256768"/>
                  </a:lnTo>
                  <a:lnTo>
                    <a:pt x="8018856" y="1343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3"/>
          <p:cNvSpPr txBox="1"/>
          <p:nvPr/>
        </p:nvSpPr>
        <p:spPr>
          <a:xfrm>
            <a:off x="8727935" y="4057332"/>
            <a:ext cx="7905000" cy="28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	(ILP)</a:t>
            </a:r>
            <a:endParaRPr sz="26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marR="554355" rtl="0" algn="l">
              <a:lnSpc>
                <a:spcPct val="1002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permite ejecutar varias instrucciones al mismo tiempo. Esto se logra a través de técnicas como la	y la</a:t>
            </a:r>
            <a:endParaRPr sz="2650">
              <a:latin typeface="Consolas"/>
              <a:ea typeface="Consolas"/>
              <a:cs typeface="Consolas"/>
              <a:sym typeface="Consolas"/>
            </a:endParaRPr>
          </a:p>
          <a:p>
            <a:pPr indent="1649095" lvl="0" marL="12700" marR="5080" rtl="0" algn="just">
              <a:lnSpc>
                <a:spcPct val="1002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que ayudan a maximizar el uso de los recursos del procesador y minimizar los ciclos de espera.</a:t>
            </a:r>
            <a:endParaRPr sz="265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01" name="Google Shape;101;p3"/>
          <p:cNvGrpSpPr/>
          <p:nvPr/>
        </p:nvGrpSpPr>
        <p:grpSpPr>
          <a:xfrm>
            <a:off x="504601" y="3531566"/>
            <a:ext cx="7613738" cy="6018020"/>
            <a:chOff x="504596" y="2694496"/>
            <a:chExt cx="7613738" cy="6855018"/>
          </a:xfrm>
        </p:grpSpPr>
        <p:pic>
          <p:nvPicPr>
            <p:cNvPr id="102" name="Google Shape;102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22285" y="2694496"/>
              <a:ext cx="6496049" cy="641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3"/>
            <p:cNvSpPr/>
            <p:nvPr/>
          </p:nvSpPr>
          <p:spPr>
            <a:xfrm>
              <a:off x="504596" y="7244245"/>
              <a:ext cx="3540760" cy="2298700"/>
            </a:xfrm>
            <a:custGeom>
              <a:rect b="b" l="l" r="r" t="t"/>
              <a:pathLst>
                <a:path extrusionOk="0" h="2298700" w="3540760">
                  <a:moveTo>
                    <a:pt x="3540201" y="0"/>
                  </a:moveTo>
                  <a:lnTo>
                    <a:pt x="0" y="0"/>
                  </a:lnTo>
                  <a:lnTo>
                    <a:pt x="0" y="2298115"/>
                  </a:lnTo>
                  <a:lnTo>
                    <a:pt x="1770468" y="2298115"/>
                  </a:lnTo>
                  <a:lnTo>
                    <a:pt x="3540201" y="2298115"/>
                  </a:lnTo>
                  <a:lnTo>
                    <a:pt x="3540201" y="0"/>
                  </a:lnTo>
                  <a:close/>
                </a:path>
              </a:pathLst>
            </a:custGeom>
            <a:solidFill>
              <a:srgbClr val="2F3B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504596" y="7243525"/>
              <a:ext cx="3540760" cy="2299335"/>
            </a:xfrm>
            <a:custGeom>
              <a:rect b="b" l="l" r="r" t="t"/>
              <a:pathLst>
                <a:path extrusionOk="0" h="2299334" w="3540760">
                  <a:moveTo>
                    <a:pt x="1770463" y="2298836"/>
                  </a:moveTo>
                  <a:lnTo>
                    <a:pt x="0" y="2298836"/>
                  </a:lnTo>
                  <a:lnTo>
                    <a:pt x="0" y="723"/>
                  </a:lnTo>
                  <a:lnTo>
                    <a:pt x="3540193" y="723"/>
                  </a:lnTo>
                  <a:lnTo>
                    <a:pt x="3540193" y="2298836"/>
                  </a:lnTo>
                  <a:lnTo>
                    <a:pt x="1770463" y="2298836"/>
                  </a:lnTo>
                  <a:close/>
                </a:path>
                <a:path extrusionOk="0" h="2299334" w="3540760">
                  <a:moveTo>
                    <a:pt x="1770463" y="753804"/>
                  </a:moveTo>
                  <a:lnTo>
                    <a:pt x="0" y="753804"/>
                  </a:lnTo>
                  <a:lnTo>
                    <a:pt x="0" y="0"/>
                  </a:lnTo>
                  <a:lnTo>
                    <a:pt x="3540193" y="0"/>
                  </a:lnTo>
                  <a:lnTo>
                    <a:pt x="3540193" y="753804"/>
                  </a:lnTo>
                  <a:lnTo>
                    <a:pt x="1770463" y="753804"/>
                  </a:lnTo>
                  <a:close/>
                </a:path>
                <a:path extrusionOk="0" h="2299334" w="3540760">
                  <a:moveTo>
                    <a:pt x="3008827" y="228226"/>
                  </a:moveTo>
                  <a:lnTo>
                    <a:pt x="3237076" y="456453"/>
                  </a:lnTo>
                </a:path>
                <a:path extrusionOk="0" h="2299334" w="3540760">
                  <a:moveTo>
                    <a:pt x="3236352" y="228226"/>
                  </a:moveTo>
                  <a:lnTo>
                    <a:pt x="3008103" y="456453"/>
                  </a:lnTo>
                </a:path>
                <a:path extrusionOk="0" h="2299334" w="3540760">
                  <a:moveTo>
                    <a:pt x="1921647" y="341978"/>
                  </a:moveTo>
                  <a:lnTo>
                    <a:pt x="2245643" y="343425"/>
                  </a:lnTo>
                </a:path>
                <a:path extrusionOk="0" h="2299334" w="3540760">
                  <a:moveTo>
                    <a:pt x="2627248" y="455742"/>
                  </a:moveTo>
                  <a:lnTo>
                    <a:pt x="2513479" y="455742"/>
                  </a:lnTo>
                  <a:lnTo>
                    <a:pt x="2513479" y="228226"/>
                  </a:lnTo>
                  <a:lnTo>
                    <a:pt x="2740991" y="228226"/>
                  </a:lnTo>
                  <a:lnTo>
                    <a:pt x="2740991" y="455742"/>
                  </a:lnTo>
                  <a:lnTo>
                    <a:pt x="2627248" y="455742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5" name="Google Shape;105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21663" y="8308848"/>
              <a:ext cx="374903" cy="9479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920240" y="8293608"/>
              <a:ext cx="630936" cy="944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01695" y="8293608"/>
              <a:ext cx="496824" cy="944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06190" y="7244464"/>
              <a:ext cx="3543298" cy="23050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1165626" y="4626451"/>
            <a:ext cx="15969447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Beneficios del Paralelismo</a:t>
            </a:r>
            <a:endParaRPr sz="4800"/>
          </a:p>
        </p:txBody>
      </p:sp>
      <p:grpSp>
        <p:nvGrpSpPr>
          <p:cNvPr id="114" name="Google Shape;114;p4"/>
          <p:cNvGrpSpPr/>
          <p:nvPr/>
        </p:nvGrpSpPr>
        <p:grpSpPr>
          <a:xfrm>
            <a:off x="3282467" y="6057773"/>
            <a:ext cx="9130665" cy="1063459"/>
            <a:chOff x="3282467" y="6057773"/>
            <a:chExt cx="9130665" cy="1063459"/>
          </a:xfrm>
        </p:grpSpPr>
        <p:sp>
          <p:nvSpPr>
            <p:cNvPr id="115" name="Google Shape;115;p4"/>
            <p:cNvSpPr/>
            <p:nvPr/>
          </p:nvSpPr>
          <p:spPr>
            <a:xfrm>
              <a:off x="3282467" y="6057773"/>
              <a:ext cx="9130665" cy="619125"/>
            </a:xfrm>
            <a:custGeom>
              <a:rect b="b" l="l" r="r" t="t"/>
              <a:pathLst>
                <a:path extrusionOk="0" h="619125" w="9130665">
                  <a:moveTo>
                    <a:pt x="130517" y="121920"/>
                  </a:moveTo>
                  <a:lnTo>
                    <a:pt x="115354" y="77965"/>
                  </a:lnTo>
                  <a:lnTo>
                    <a:pt x="90004" y="66217"/>
                  </a:lnTo>
                  <a:lnTo>
                    <a:pt x="90004" y="110858"/>
                  </a:lnTo>
                  <a:lnTo>
                    <a:pt x="90004" y="190690"/>
                  </a:lnTo>
                  <a:lnTo>
                    <a:pt x="88658" y="194195"/>
                  </a:lnTo>
                  <a:lnTo>
                    <a:pt x="83286" y="198996"/>
                  </a:lnTo>
                  <a:lnTo>
                    <a:pt x="78854" y="200202"/>
                  </a:lnTo>
                  <a:lnTo>
                    <a:pt x="40576" y="200202"/>
                  </a:lnTo>
                  <a:lnTo>
                    <a:pt x="40576" y="109791"/>
                  </a:lnTo>
                  <a:lnTo>
                    <a:pt x="41681" y="107340"/>
                  </a:lnTo>
                  <a:lnTo>
                    <a:pt x="46062" y="102552"/>
                  </a:lnTo>
                  <a:lnTo>
                    <a:pt x="49682" y="101346"/>
                  </a:lnTo>
                  <a:lnTo>
                    <a:pt x="78854" y="101346"/>
                  </a:lnTo>
                  <a:lnTo>
                    <a:pt x="83286" y="102552"/>
                  </a:lnTo>
                  <a:lnTo>
                    <a:pt x="85940" y="104940"/>
                  </a:lnTo>
                  <a:lnTo>
                    <a:pt x="88658" y="107340"/>
                  </a:lnTo>
                  <a:lnTo>
                    <a:pt x="90004" y="110858"/>
                  </a:lnTo>
                  <a:lnTo>
                    <a:pt x="90004" y="66217"/>
                  </a:lnTo>
                  <a:lnTo>
                    <a:pt x="83858" y="64922"/>
                  </a:lnTo>
                  <a:lnTo>
                    <a:pt x="69443" y="64046"/>
                  </a:lnTo>
                  <a:lnTo>
                    <a:pt x="45948" y="64046"/>
                  </a:lnTo>
                  <a:lnTo>
                    <a:pt x="38658" y="66255"/>
                  </a:lnTo>
                  <a:lnTo>
                    <a:pt x="36042" y="70688"/>
                  </a:lnTo>
                  <a:lnTo>
                    <a:pt x="38938" y="64046"/>
                  </a:lnTo>
                  <a:lnTo>
                    <a:pt x="0" y="64046"/>
                  </a:lnTo>
                  <a:lnTo>
                    <a:pt x="0" y="291934"/>
                  </a:lnTo>
                  <a:lnTo>
                    <a:pt x="40576" y="291934"/>
                  </a:lnTo>
                  <a:lnTo>
                    <a:pt x="40576" y="237502"/>
                  </a:lnTo>
                  <a:lnTo>
                    <a:pt x="69443" y="237502"/>
                  </a:lnTo>
                  <a:lnTo>
                    <a:pt x="115189" y="223507"/>
                  </a:lnTo>
                  <a:lnTo>
                    <a:pt x="127952" y="200202"/>
                  </a:lnTo>
                  <a:lnTo>
                    <a:pt x="129552" y="193548"/>
                  </a:lnTo>
                  <a:lnTo>
                    <a:pt x="130517" y="179628"/>
                  </a:lnTo>
                  <a:lnTo>
                    <a:pt x="130517" y="121920"/>
                  </a:lnTo>
                  <a:close/>
                </a:path>
                <a:path extrusionOk="0" h="619125" w="9130665">
                  <a:moveTo>
                    <a:pt x="309575" y="201764"/>
                  </a:moveTo>
                  <a:lnTo>
                    <a:pt x="300697" y="201764"/>
                  </a:lnTo>
                  <a:lnTo>
                    <a:pt x="295833" y="201472"/>
                  </a:lnTo>
                  <a:lnTo>
                    <a:pt x="294055" y="200329"/>
                  </a:lnTo>
                  <a:lnTo>
                    <a:pt x="293966" y="200202"/>
                  </a:lnTo>
                  <a:lnTo>
                    <a:pt x="293611" y="199618"/>
                  </a:lnTo>
                  <a:lnTo>
                    <a:pt x="293611" y="162191"/>
                  </a:lnTo>
                  <a:lnTo>
                    <a:pt x="293611" y="121920"/>
                  </a:lnTo>
                  <a:lnTo>
                    <a:pt x="278282" y="78117"/>
                  </a:lnTo>
                  <a:lnTo>
                    <a:pt x="232460" y="64046"/>
                  </a:lnTo>
                  <a:lnTo>
                    <a:pt x="179362" y="64046"/>
                  </a:lnTo>
                  <a:lnTo>
                    <a:pt x="179362" y="101346"/>
                  </a:lnTo>
                  <a:lnTo>
                    <a:pt x="241871" y="101346"/>
                  </a:lnTo>
                  <a:lnTo>
                    <a:pt x="246303" y="102552"/>
                  </a:lnTo>
                  <a:lnTo>
                    <a:pt x="248958" y="104940"/>
                  </a:lnTo>
                  <a:lnTo>
                    <a:pt x="251675" y="107340"/>
                  </a:lnTo>
                  <a:lnTo>
                    <a:pt x="253034" y="110858"/>
                  </a:lnTo>
                  <a:lnTo>
                    <a:pt x="253034" y="124891"/>
                  </a:lnTo>
                  <a:lnTo>
                    <a:pt x="253034" y="162191"/>
                  </a:lnTo>
                  <a:lnTo>
                    <a:pt x="253009" y="194513"/>
                  </a:lnTo>
                  <a:lnTo>
                    <a:pt x="252641" y="196811"/>
                  </a:lnTo>
                  <a:lnTo>
                    <a:pt x="251066" y="199517"/>
                  </a:lnTo>
                  <a:lnTo>
                    <a:pt x="248780" y="200202"/>
                  </a:lnTo>
                  <a:lnTo>
                    <a:pt x="212725" y="200202"/>
                  </a:lnTo>
                  <a:lnTo>
                    <a:pt x="210248" y="199580"/>
                  </a:lnTo>
                  <a:lnTo>
                    <a:pt x="208991" y="198323"/>
                  </a:lnTo>
                  <a:lnTo>
                    <a:pt x="207746" y="197015"/>
                  </a:lnTo>
                  <a:lnTo>
                    <a:pt x="207124" y="194513"/>
                  </a:lnTo>
                  <a:lnTo>
                    <a:pt x="207124" y="171081"/>
                  </a:lnTo>
                  <a:lnTo>
                    <a:pt x="208267" y="168059"/>
                  </a:lnTo>
                  <a:lnTo>
                    <a:pt x="210566" y="165709"/>
                  </a:lnTo>
                  <a:lnTo>
                    <a:pt x="212915" y="163360"/>
                  </a:lnTo>
                  <a:lnTo>
                    <a:pt x="215925" y="162191"/>
                  </a:lnTo>
                  <a:lnTo>
                    <a:pt x="253034" y="162191"/>
                  </a:lnTo>
                  <a:lnTo>
                    <a:pt x="253034" y="124891"/>
                  </a:lnTo>
                  <a:lnTo>
                    <a:pt x="219938" y="124891"/>
                  </a:lnTo>
                  <a:lnTo>
                    <a:pt x="196570" y="128422"/>
                  </a:lnTo>
                  <a:lnTo>
                    <a:pt x="179882" y="138976"/>
                  </a:lnTo>
                  <a:lnTo>
                    <a:pt x="169862" y="156565"/>
                  </a:lnTo>
                  <a:lnTo>
                    <a:pt x="166535" y="181190"/>
                  </a:lnTo>
                  <a:lnTo>
                    <a:pt x="166535" y="187604"/>
                  </a:lnTo>
                  <a:lnTo>
                    <a:pt x="179666" y="225933"/>
                  </a:lnTo>
                  <a:lnTo>
                    <a:pt x="219633" y="237502"/>
                  </a:lnTo>
                  <a:lnTo>
                    <a:pt x="258495" y="237502"/>
                  </a:lnTo>
                  <a:lnTo>
                    <a:pt x="265049" y="234480"/>
                  </a:lnTo>
                  <a:lnTo>
                    <a:pt x="267804" y="228434"/>
                  </a:lnTo>
                  <a:lnTo>
                    <a:pt x="267233" y="230098"/>
                  </a:lnTo>
                  <a:lnTo>
                    <a:pt x="269036" y="232029"/>
                  </a:lnTo>
                  <a:lnTo>
                    <a:pt x="277431" y="236410"/>
                  </a:lnTo>
                  <a:lnTo>
                    <a:pt x="281470" y="237502"/>
                  </a:lnTo>
                  <a:lnTo>
                    <a:pt x="309575" y="237502"/>
                  </a:lnTo>
                  <a:lnTo>
                    <a:pt x="309575" y="228434"/>
                  </a:lnTo>
                  <a:lnTo>
                    <a:pt x="309575" y="201764"/>
                  </a:lnTo>
                  <a:close/>
                </a:path>
                <a:path extrusionOk="0" h="619125" w="9130665">
                  <a:moveTo>
                    <a:pt x="471017" y="64046"/>
                  </a:moveTo>
                  <a:lnTo>
                    <a:pt x="419747" y="64046"/>
                  </a:lnTo>
                  <a:lnTo>
                    <a:pt x="412546" y="66255"/>
                  </a:lnTo>
                  <a:lnTo>
                    <a:pt x="409790" y="70688"/>
                  </a:lnTo>
                  <a:lnTo>
                    <a:pt x="412369" y="64046"/>
                  </a:lnTo>
                  <a:lnTo>
                    <a:pt x="350113" y="64046"/>
                  </a:lnTo>
                  <a:lnTo>
                    <a:pt x="350113" y="101346"/>
                  </a:lnTo>
                  <a:lnTo>
                    <a:pt x="373494" y="101346"/>
                  </a:lnTo>
                  <a:lnTo>
                    <a:pt x="373494" y="200202"/>
                  </a:lnTo>
                  <a:lnTo>
                    <a:pt x="350113" y="200202"/>
                  </a:lnTo>
                  <a:lnTo>
                    <a:pt x="350113" y="237502"/>
                  </a:lnTo>
                  <a:lnTo>
                    <a:pt x="448894" y="237502"/>
                  </a:lnTo>
                  <a:lnTo>
                    <a:pt x="448894" y="200202"/>
                  </a:lnTo>
                  <a:lnTo>
                    <a:pt x="414007" y="200202"/>
                  </a:lnTo>
                  <a:lnTo>
                    <a:pt x="414007" y="116370"/>
                  </a:lnTo>
                  <a:lnTo>
                    <a:pt x="423532" y="102984"/>
                  </a:lnTo>
                  <a:lnTo>
                    <a:pt x="471017" y="102984"/>
                  </a:lnTo>
                  <a:lnTo>
                    <a:pt x="471017" y="70688"/>
                  </a:lnTo>
                  <a:lnTo>
                    <a:pt x="471017" y="64046"/>
                  </a:lnTo>
                  <a:close/>
                </a:path>
                <a:path extrusionOk="0" h="619125" w="9130665">
                  <a:moveTo>
                    <a:pt x="655459" y="201764"/>
                  </a:moveTo>
                  <a:lnTo>
                    <a:pt x="646607" y="201764"/>
                  </a:lnTo>
                  <a:lnTo>
                    <a:pt x="641731" y="201472"/>
                  </a:lnTo>
                  <a:lnTo>
                    <a:pt x="639953" y="200329"/>
                  </a:lnTo>
                  <a:lnTo>
                    <a:pt x="639864" y="200202"/>
                  </a:lnTo>
                  <a:lnTo>
                    <a:pt x="639521" y="199618"/>
                  </a:lnTo>
                  <a:lnTo>
                    <a:pt x="639521" y="162191"/>
                  </a:lnTo>
                  <a:lnTo>
                    <a:pt x="639521" y="121920"/>
                  </a:lnTo>
                  <a:lnTo>
                    <a:pt x="624192" y="78117"/>
                  </a:lnTo>
                  <a:lnTo>
                    <a:pt x="578358" y="64046"/>
                  </a:lnTo>
                  <a:lnTo>
                    <a:pt x="525259" y="64046"/>
                  </a:lnTo>
                  <a:lnTo>
                    <a:pt x="525259" y="101346"/>
                  </a:lnTo>
                  <a:lnTo>
                    <a:pt x="587768" y="101346"/>
                  </a:lnTo>
                  <a:lnTo>
                    <a:pt x="592201" y="102552"/>
                  </a:lnTo>
                  <a:lnTo>
                    <a:pt x="594855" y="104940"/>
                  </a:lnTo>
                  <a:lnTo>
                    <a:pt x="597573" y="107340"/>
                  </a:lnTo>
                  <a:lnTo>
                    <a:pt x="598919" y="110858"/>
                  </a:lnTo>
                  <a:lnTo>
                    <a:pt x="598919" y="124891"/>
                  </a:lnTo>
                  <a:lnTo>
                    <a:pt x="598919" y="162191"/>
                  </a:lnTo>
                  <a:lnTo>
                    <a:pt x="598893" y="194513"/>
                  </a:lnTo>
                  <a:lnTo>
                    <a:pt x="598538" y="196811"/>
                  </a:lnTo>
                  <a:lnTo>
                    <a:pt x="596976" y="199517"/>
                  </a:lnTo>
                  <a:lnTo>
                    <a:pt x="594677" y="200202"/>
                  </a:lnTo>
                  <a:lnTo>
                    <a:pt x="558622" y="200202"/>
                  </a:lnTo>
                  <a:lnTo>
                    <a:pt x="556145" y="199580"/>
                  </a:lnTo>
                  <a:lnTo>
                    <a:pt x="554901" y="198323"/>
                  </a:lnTo>
                  <a:lnTo>
                    <a:pt x="553643" y="197015"/>
                  </a:lnTo>
                  <a:lnTo>
                    <a:pt x="553021" y="194513"/>
                  </a:lnTo>
                  <a:lnTo>
                    <a:pt x="553021" y="171081"/>
                  </a:lnTo>
                  <a:lnTo>
                    <a:pt x="554164" y="168059"/>
                  </a:lnTo>
                  <a:lnTo>
                    <a:pt x="556463" y="165709"/>
                  </a:lnTo>
                  <a:lnTo>
                    <a:pt x="558812" y="163360"/>
                  </a:lnTo>
                  <a:lnTo>
                    <a:pt x="561835" y="162191"/>
                  </a:lnTo>
                  <a:lnTo>
                    <a:pt x="598919" y="162191"/>
                  </a:lnTo>
                  <a:lnTo>
                    <a:pt x="598919" y="124891"/>
                  </a:lnTo>
                  <a:lnTo>
                    <a:pt x="565848" y="124891"/>
                  </a:lnTo>
                  <a:lnTo>
                    <a:pt x="542467" y="128422"/>
                  </a:lnTo>
                  <a:lnTo>
                    <a:pt x="525780" y="138976"/>
                  </a:lnTo>
                  <a:lnTo>
                    <a:pt x="515759" y="156565"/>
                  </a:lnTo>
                  <a:lnTo>
                    <a:pt x="512432" y="181190"/>
                  </a:lnTo>
                  <a:lnTo>
                    <a:pt x="512432" y="187604"/>
                  </a:lnTo>
                  <a:lnTo>
                    <a:pt x="525564" y="225933"/>
                  </a:lnTo>
                  <a:lnTo>
                    <a:pt x="565531" y="237502"/>
                  </a:lnTo>
                  <a:lnTo>
                    <a:pt x="604405" y="237502"/>
                  </a:lnTo>
                  <a:lnTo>
                    <a:pt x="610946" y="234480"/>
                  </a:lnTo>
                  <a:lnTo>
                    <a:pt x="613702" y="228434"/>
                  </a:lnTo>
                  <a:lnTo>
                    <a:pt x="613130" y="230098"/>
                  </a:lnTo>
                  <a:lnTo>
                    <a:pt x="614934" y="232029"/>
                  </a:lnTo>
                  <a:lnTo>
                    <a:pt x="623328" y="236410"/>
                  </a:lnTo>
                  <a:lnTo>
                    <a:pt x="627367" y="237502"/>
                  </a:lnTo>
                  <a:lnTo>
                    <a:pt x="655459" y="237502"/>
                  </a:lnTo>
                  <a:lnTo>
                    <a:pt x="655459" y="228434"/>
                  </a:lnTo>
                  <a:lnTo>
                    <a:pt x="655459" y="201764"/>
                  </a:lnTo>
                  <a:close/>
                </a:path>
                <a:path extrusionOk="0" h="619125" w="9130665">
                  <a:moveTo>
                    <a:pt x="827798" y="200202"/>
                  </a:moveTo>
                  <a:lnTo>
                    <a:pt x="776173" y="200202"/>
                  </a:lnTo>
                  <a:lnTo>
                    <a:pt x="774814" y="200075"/>
                  </a:lnTo>
                  <a:lnTo>
                    <a:pt x="774458" y="199809"/>
                  </a:lnTo>
                  <a:lnTo>
                    <a:pt x="774141" y="199491"/>
                  </a:lnTo>
                  <a:lnTo>
                    <a:pt x="774014" y="198793"/>
                  </a:lnTo>
                  <a:lnTo>
                    <a:pt x="773988" y="0"/>
                  </a:lnTo>
                  <a:lnTo>
                    <a:pt x="686396" y="0"/>
                  </a:lnTo>
                  <a:lnTo>
                    <a:pt x="686396" y="37299"/>
                  </a:lnTo>
                  <a:lnTo>
                    <a:pt x="733475" y="37299"/>
                  </a:lnTo>
                  <a:lnTo>
                    <a:pt x="733564" y="200202"/>
                  </a:lnTo>
                  <a:lnTo>
                    <a:pt x="754646" y="235115"/>
                  </a:lnTo>
                  <a:lnTo>
                    <a:pt x="767334" y="237502"/>
                  </a:lnTo>
                  <a:lnTo>
                    <a:pt x="827798" y="237502"/>
                  </a:lnTo>
                  <a:lnTo>
                    <a:pt x="827798" y="200202"/>
                  </a:lnTo>
                  <a:close/>
                </a:path>
                <a:path extrusionOk="0" h="619125" w="9130665">
                  <a:moveTo>
                    <a:pt x="992759" y="120357"/>
                  </a:moveTo>
                  <a:lnTo>
                    <a:pt x="979157" y="78740"/>
                  </a:lnTo>
                  <a:lnTo>
                    <a:pt x="952881" y="65201"/>
                  </a:lnTo>
                  <a:lnTo>
                    <a:pt x="952881" y="110185"/>
                  </a:lnTo>
                  <a:lnTo>
                    <a:pt x="952881" y="131305"/>
                  </a:lnTo>
                  <a:lnTo>
                    <a:pt x="907516" y="131305"/>
                  </a:lnTo>
                  <a:lnTo>
                    <a:pt x="907554" y="110185"/>
                  </a:lnTo>
                  <a:lnTo>
                    <a:pt x="908456" y="106692"/>
                  </a:lnTo>
                  <a:lnTo>
                    <a:pt x="912215" y="102425"/>
                  </a:lnTo>
                  <a:lnTo>
                    <a:pt x="916000" y="101346"/>
                  </a:lnTo>
                  <a:lnTo>
                    <a:pt x="943991" y="101346"/>
                  </a:lnTo>
                  <a:lnTo>
                    <a:pt x="947013" y="102527"/>
                  </a:lnTo>
                  <a:lnTo>
                    <a:pt x="949363" y="104863"/>
                  </a:lnTo>
                  <a:lnTo>
                    <a:pt x="951712" y="107162"/>
                  </a:lnTo>
                  <a:lnTo>
                    <a:pt x="952881" y="110185"/>
                  </a:lnTo>
                  <a:lnTo>
                    <a:pt x="952881" y="65201"/>
                  </a:lnTo>
                  <a:lnTo>
                    <a:pt x="952042" y="64973"/>
                  </a:lnTo>
                  <a:lnTo>
                    <a:pt x="939977" y="64046"/>
                  </a:lnTo>
                  <a:lnTo>
                    <a:pt x="924890" y="64046"/>
                  </a:lnTo>
                  <a:lnTo>
                    <a:pt x="880770" y="77889"/>
                  </a:lnTo>
                  <a:lnTo>
                    <a:pt x="867092" y="120357"/>
                  </a:lnTo>
                  <a:lnTo>
                    <a:pt x="867003" y="179628"/>
                  </a:lnTo>
                  <a:lnTo>
                    <a:pt x="867943" y="193687"/>
                  </a:lnTo>
                  <a:lnTo>
                    <a:pt x="890727" y="229730"/>
                  </a:lnTo>
                  <a:lnTo>
                    <a:pt x="928090" y="237502"/>
                  </a:lnTo>
                  <a:lnTo>
                    <a:pt x="982522" y="237502"/>
                  </a:lnTo>
                  <a:lnTo>
                    <a:pt x="982522" y="200202"/>
                  </a:lnTo>
                  <a:lnTo>
                    <a:pt x="918679" y="200202"/>
                  </a:lnTo>
                  <a:lnTo>
                    <a:pt x="914222" y="198996"/>
                  </a:lnTo>
                  <a:lnTo>
                    <a:pt x="911504" y="196608"/>
                  </a:lnTo>
                  <a:lnTo>
                    <a:pt x="908850" y="194195"/>
                  </a:lnTo>
                  <a:lnTo>
                    <a:pt x="907516" y="190690"/>
                  </a:lnTo>
                  <a:lnTo>
                    <a:pt x="907516" y="168605"/>
                  </a:lnTo>
                  <a:lnTo>
                    <a:pt x="992759" y="168605"/>
                  </a:lnTo>
                  <a:lnTo>
                    <a:pt x="992759" y="131305"/>
                  </a:lnTo>
                  <a:lnTo>
                    <a:pt x="992759" y="120357"/>
                  </a:lnTo>
                  <a:close/>
                </a:path>
                <a:path extrusionOk="0" h="619125" w="9130665">
                  <a:moveTo>
                    <a:pt x="1173695" y="200202"/>
                  </a:moveTo>
                  <a:lnTo>
                    <a:pt x="1122070" y="200202"/>
                  </a:lnTo>
                  <a:lnTo>
                    <a:pt x="1120724" y="200075"/>
                  </a:lnTo>
                  <a:lnTo>
                    <a:pt x="1120355" y="199809"/>
                  </a:lnTo>
                  <a:lnTo>
                    <a:pt x="1120038" y="199491"/>
                  </a:lnTo>
                  <a:lnTo>
                    <a:pt x="1119911" y="198793"/>
                  </a:lnTo>
                  <a:lnTo>
                    <a:pt x="1119886" y="0"/>
                  </a:lnTo>
                  <a:lnTo>
                    <a:pt x="1032294" y="0"/>
                  </a:lnTo>
                  <a:lnTo>
                    <a:pt x="1032294" y="37299"/>
                  </a:lnTo>
                  <a:lnTo>
                    <a:pt x="1079373" y="37299"/>
                  </a:lnTo>
                  <a:lnTo>
                    <a:pt x="1079461" y="200202"/>
                  </a:lnTo>
                  <a:lnTo>
                    <a:pt x="1100543" y="235115"/>
                  </a:lnTo>
                  <a:lnTo>
                    <a:pt x="1113243" y="237502"/>
                  </a:lnTo>
                  <a:lnTo>
                    <a:pt x="1173695" y="237502"/>
                  </a:lnTo>
                  <a:lnTo>
                    <a:pt x="1173695" y="200202"/>
                  </a:lnTo>
                  <a:close/>
                </a:path>
                <a:path extrusionOk="0" h="619125" w="9130665">
                  <a:moveTo>
                    <a:pt x="1297609" y="0"/>
                  </a:moveTo>
                  <a:lnTo>
                    <a:pt x="1253883" y="0"/>
                  </a:lnTo>
                  <a:lnTo>
                    <a:pt x="1253883" y="42075"/>
                  </a:lnTo>
                  <a:lnTo>
                    <a:pt x="1297609" y="42075"/>
                  </a:lnTo>
                  <a:lnTo>
                    <a:pt x="1297609" y="0"/>
                  </a:lnTo>
                  <a:close/>
                </a:path>
                <a:path extrusionOk="0" h="619125" w="9130665">
                  <a:moveTo>
                    <a:pt x="1343431" y="200202"/>
                  </a:moveTo>
                  <a:lnTo>
                    <a:pt x="1296047" y="200202"/>
                  </a:lnTo>
                  <a:lnTo>
                    <a:pt x="1296047" y="64046"/>
                  </a:lnTo>
                  <a:lnTo>
                    <a:pt x="1208455" y="64046"/>
                  </a:lnTo>
                  <a:lnTo>
                    <a:pt x="1208455" y="101346"/>
                  </a:lnTo>
                  <a:lnTo>
                    <a:pt x="1255534" y="101346"/>
                  </a:lnTo>
                  <a:lnTo>
                    <a:pt x="1255534" y="237502"/>
                  </a:lnTo>
                  <a:lnTo>
                    <a:pt x="1343431" y="237502"/>
                  </a:lnTo>
                  <a:lnTo>
                    <a:pt x="1343431" y="200202"/>
                  </a:lnTo>
                  <a:close/>
                </a:path>
                <a:path extrusionOk="0" h="619125" w="9130665">
                  <a:moveTo>
                    <a:pt x="1504264" y="176428"/>
                  </a:moveTo>
                  <a:lnTo>
                    <a:pt x="1483677" y="135369"/>
                  </a:lnTo>
                  <a:lnTo>
                    <a:pt x="1453667" y="128409"/>
                  </a:lnTo>
                  <a:lnTo>
                    <a:pt x="1439875" y="128409"/>
                  </a:lnTo>
                  <a:lnTo>
                    <a:pt x="1437690" y="127812"/>
                  </a:lnTo>
                  <a:lnTo>
                    <a:pt x="1434769" y="125412"/>
                  </a:lnTo>
                  <a:lnTo>
                    <a:pt x="1434033" y="123431"/>
                  </a:lnTo>
                  <a:lnTo>
                    <a:pt x="1434033" y="106616"/>
                  </a:lnTo>
                  <a:lnTo>
                    <a:pt x="1434896" y="104686"/>
                  </a:lnTo>
                  <a:lnTo>
                    <a:pt x="1438389" y="102031"/>
                  </a:lnTo>
                  <a:lnTo>
                    <a:pt x="1441208" y="101346"/>
                  </a:lnTo>
                  <a:lnTo>
                    <a:pt x="1497850" y="101346"/>
                  </a:lnTo>
                  <a:lnTo>
                    <a:pt x="1497850" y="64046"/>
                  </a:lnTo>
                  <a:lnTo>
                    <a:pt x="1448269" y="64046"/>
                  </a:lnTo>
                  <a:lnTo>
                    <a:pt x="1436001" y="64744"/>
                  </a:lnTo>
                  <a:lnTo>
                    <a:pt x="1401610" y="81635"/>
                  </a:lnTo>
                  <a:lnTo>
                    <a:pt x="1393520" y="111048"/>
                  </a:lnTo>
                  <a:lnTo>
                    <a:pt x="1393520" y="120357"/>
                  </a:lnTo>
                  <a:lnTo>
                    <a:pt x="1413967" y="161163"/>
                  </a:lnTo>
                  <a:lnTo>
                    <a:pt x="1444752" y="167665"/>
                  </a:lnTo>
                  <a:lnTo>
                    <a:pt x="1461300" y="167665"/>
                  </a:lnTo>
                  <a:lnTo>
                    <a:pt x="1463675" y="170243"/>
                  </a:lnTo>
                  <a:lnTo>
                    <a:pt x="1463675" y="195033"/>
                  </a:lnTo>
                  <a:lnTo>
                    <a:pt x="1462887" y="197015"/>
                  </a:lnTo>
                  <a:lnTo>
                    <a:pt x="1461325" y="198323"/>
                  </a:lnTo>
                  <a:lnTo>
                    <a:pt x="1459763" y="199580"/>
                  </a:lnTo>
                  <a:lnTo>
                    <a:pt x="1456893" y="200202"/>
                  </a:lnTo>
                  <a:lnTo>
                    <a:pt x="1395171" y="200202"/>
                  </a:lnTo>
                  <a:lnTo>
                    <a:pt x="1395171" y="237502"/>
                  </a:lnTo>
                  <a:lnTo>
                    <a:pt x="1449514" y="237502"/>
                  </a:lnTo>
                  <a:lnTo>
                    <a:pt x="1461668" y="236778"/>
                  </a:lnTo>
                  <a:lnTo>
                    <a:pt x="1496072" y="219303"/>
                  </a:lnTo>
                  <a:lnTo>
                    <a:pt x="1504264" y="190817"/>
                  </a:lnTo>
                  <a:lnTo>
                    <a:pt x="1504264" y="176428"/>
                  </a:lnTo>
                  <a:close/>
                </a:path>
                <a:path extrusionOk="0" h="619125" w="9130665">
                  <a:moveTo>
                    <a:pt x="1701215" y="115887"/>
                  </a:moveTo>
                  <a:lnTo>
                    <a:pt x="1700517" y="102908"/>
                  </a:lnTo>
                  <a:lnTo>
                    <a:pt x="1699717" y="98767"/>
                  </a:lnTo>
                  <a:lnTo>
                    <a:pt x="1698421" y="91935"/>
                  </a:lnTo>
                  <a:lnTo>
                    <a:pt x="1666925" y="64795"/>
                  </a:lnTo>
                  <a:lnTo>
                    <a:pt x="1656410" y="64046"/>
                  </a:lnTo>
                  <a:lnTo>
                    <a:pt x="1654530" y="64046"/>
                  </a:lnTo>
                  <a:lnTo>
                    <a:pt x="1645158" y="64592"/>
                  </a:lnTo>
                  <a:lnTo>
                    <a:pt x="1637436" y="66205"/>
                  </a:lnTo>
                  <a:lnTo>
                    <a:pt x="1631391" y="68884"/>
                  </a:lnTo>
                  <a:lnTo>
                    <a:pt x="1627009" y="72644"/>
                  </a:lnTo>
                  <a:lnTo>
                    <a:pt x="1624749" y="70688"/>
                  </a:lnTo>
                  <a:lnTo>
                    <a:pt x="1622679" y="68884"/>
                  </a:lnTo>
                  <a:lnTo>
                    <a:pt x="1615897" y="66205"/>
                  </a:lnTo>
                  <a:lnTo>
                    <a:pt x="1606651" y="64592"/>
                  </a:lnTo>
                  <a:lnTo>
                    <a:pt x="1594942" y="64046"/>
                  </a:lnTo>
                  <a:lnTo>
                    <a:pt x="1583651" y="64046"/>
                  </a:lnTo>
                  <a:lnTo>
                    <a:pt x="1578800" y="66001"/>
                  </a:lnTo>
                  <a:lnTo>
                    <a:pt x="1579765" y="64046"/>
                  </a:lnTo>
                  <a:lnTo>
                    <a:pt x="1542465" y="64046"/>
                  </a:lnTo>
                  <a:lnTo>
                    <a:pt x="1542465" y="237502"/>
                  </a:lnTo>
                  <a:lnTo>
                    <a:pt x="1581404" y="237502"/>
                  </a:lnTo>
                  <a:lnTo>
                    <a:pt x="1581467" y="109245"/>
                  </a:lnTo>
                  <a:lnTo>
                    <a:pt x="1581569" y="107238"/>
                  </a:lnTo>
                  <a:lnTo>
                    <a:pt x="1582407" y="104457"/>
                  </a:lnTo>
                  <a:lnTo>
                    <a:pt x="1585480" y="99910"/>
                  </a:lnTo>
                  <a:lnTo>
                    <a:pt x="1588300" y="98767"/>
                  </a:lnTo>
                  <a:lnTo>
                    <a:pt x="1597444" y="98767"/>
                  </a:lnTo>
                  <a:lnTo>
                    <a:pt x="1599552" y="99656"/>
                  </a:lnTo>
                  <a:lnTo>
                    <a:pt x="1600644" y="101422"/>
                  </a:lnTo>
                  <a:lnTo>
                    <a:pt x="1601800" y="103149"/>
                  </a:lnTo>
                  <a:lnTo>
                    <a:pt x="1602295" y="107238"/>
                  </a:lnTo>
                  <a:lnTo>
                    <a:pt x="1602371" y="237502"/>
                  </a:lnTo>
                  <a:lnTo>
                    <a:pt x="1641322" y="237502"/>
                  </a:lnTo>
                  <a:lnTo>
                    <a:pt x="1641424" y="110578"/>
                  </a:lnTo>
                  <a:lnTo>
                    <a:pt x="1648142" y="98767"/>
                  </a:lnTo>
                  <a:lnTo>
                    <a:pt x="1657604" y="98767"/>
                  </a:lnTo>
                  <a:lnTo>
                    <a:pt x="1659928" y="99656"/>
                  </a:lnTo>
                  <a:lnTo>
                    <a:pt x="1661807" y="103200"/>
                  </a:lnTo>
                  <a:lnTo>
                    <a:pt x="1662201" y="107238"/>
                  </a:lnTo>
                  <a:lnTo>
                    <a:pt x="1662277" y="237502"/>
                  </a:lnTo>
                  <a:lnTo>
                    <a:pt x="1701215" y="237502"/>
                  </a:lnTo>
                  <a:lnTo>
                    <a:pt x="1701215" y="115887"/>
                  </a:lnTo>
                  <a:close/>
                </a:path>
                <a:path extrusionOk="0" h="619125" w="9130665">
                  <a:moveTo>
                    <a:pt x="1861032" y="121920"/>
                  </a:moveTo>
                  <a:lnTo>
                    <a:pt x="1845703" y="78117"/>
                  </a:lnTo>
                  <a:lnTo>
                    <a:pt x="1820519" y="66294"/>
                  </a:lnTo>
                  <a:lnTo>
                    <a:pt x="1820519" y="110858"/>
                  </a:lnTo>
                  <a:lnTo>
                    <a:pt x="1820519" y="190690"/>
                  </a:lnTo>
                  <a:lnTo>
                    <a:pt x="1819173" y="194195"/>
                  </a:lnTo>
                  <a:lnTo>
                    <a:pt x="1813788" y="198996"/>
                  </a:lnTo>
                  <a:lnTo>
                    <a:pt x="1809343" y="200202"/>
                  </a:lnTo>
                  <a:lnTo>
                    <a:pt x="1779905" y="200202"/>
                  </a:lnTo>
                  <a:lnTo>
                    <a:pt x="1775447" y="198996"/>
                  </a:lnTo>
                  <a:lnTo>
                    <a:pt x="1772742" y="196608"/>
                  </a:lnTo>
                  <a:lnTo>
                    <a:pt x="1770075" y="194195"/>
                  </a:lnTo>
                  <a:lnTo>
                    <a:pt x="1768754" y="190690"/>
                  </a:lnTo>
                  <a:lnTo>
                    <a:pt x="1768754" y="110858"/>
                  </a:lnTo>
                  <a:lnTo>
                    <a:pt x="1770075" y="107340"/>
                  </a:lnTo>
                  <a:lnTo>
                    <a:pt x="1772742" y="104940"/>
                  </a:lnTo>
                  <a:lnTo>
                    <a:pt x="1775447" y="102552"/>
                  </a:lnTo>
                  <a:lnTo>
                    <a:pt x="1779905" y="101346"/>
                  </a:lnTo>
                  <a:lnTo>
                    <a:pt x="1809343" y="101346"/>
                  </a:lnTo>
                  <a:lnTo>
                    <a:pt x="1813788" y="102552"/>
                  </a:lnTo>
                  <a:lnTo>
                    <a:pt x="1819173" y="107340"/>
                  </a:lnTo>
                  <a:lnTo>
                    <a:pt x="1820519" y="110858"/>
                  </a:lnTo>
                  <a:lnTo>
                    <a:pt x="1820519" y="66294"/>
                  </a:lnTo>
                  <a:lnTo>
                    <a:pt x="1814169" y="64935"/>
                  </a:lnTo>
                  <a:lnTo>
                    <a:pt x="1799869" y="64046"/>
                  </a:lnTo>
                  <a:lnTo>
                    <a:pt x="1789315" y="64046"/>
                  </a:lnTo>
                  <a:lnTo>
                    <a:pt x="1743570" y="78117"/>
                  </a:lnTo>
                  <a:lnTo>
                    <a:pt x="1728241" y="121920"/>
                  </a:lnTo>
                  <a:lnTo>
                    <a:pt x="1728241" y="179628"/>
                  </a:lnTo>
                  <a:lnTo>
                    <a:pt x="1743570" y="223507"/>
                  </a:lnTo>
                  <a:lnTo>
                    <a:pt x="1789315" y="237502"/>
                  </a:lnTo>
                  <a:lnTo>
                    <a:pt x="1799869" y="237502"/>
                  </a:lnTo>
                  <a:lnTo>
                    <a:pt x="1845703" y="223507"/>
                  </a:lnTo>
                  <a:lnTo>
                    <a:pt x="1858467" y="200202"/>
                  </a:lnTo>
                  <a:lnTo>
                    <a:pt x="1860067" y="193548"/>
                  </a:lnTo>
                  <a:lnTo>
                    <a:pt x="1861032" y="179628"/>
                  </a:lnTo>
                  <a:lnTo>
                    <a:pt x="1861032" y="121920"/>
                  </a:lnTo>
                  <a:close/>
                </a:path>
                <a:path extrusionOk="0" h="619125" w="9130665">
                  <a:moveTo>
                    <a:pt x="7216191" y="64046"/>
                  </a:moveTo>
                  <a:lnTo>
                    <a:pt x="7164908" y="64046"/>
                  </a:lnTo>
                  <a:lnTo>
                    <a:pt x="7157720" y="66255"/>
                  </a:lnTo>
                  <a:lnTo>
                    <a:pt x="7154951" y="70688"/>
                  </a:lnTo>
                  <a:lnTo>
                    <a:pt x="7157529" y="64046"/>
                  </a:lnTo>
                  <a:lnTo>
                    <a:pt x="7095287" y="64046"/>
                  </a:lnTo>
                  <a:lnTo>
                    <a:pt x="7095287" y="101346"/>
                  </a:lnTo>
                  <a:lnTo>
                    <a:pt x="7118667" y="101346"/>
                  </a:lnTo>
                  <a:lnTo>
                    <a:pt x="7118667" y="200202"/>
                  </a:lnTo>
                  <a:lnTo>
                    <a:pt x="7095287" y="200202"/>
                  </a:lnTo>
                  <a:lnTo>
                    <a:pt x="7095287" y="237502"/>
                  </a:lnTo>
                  <a:lnTo>
                    <a:pt x="7194055" y="237502"/>
                  </a:lnTo>
                  <a:lnTo>
                    <a:pt x="7194055" y="200202"/>
                  </a:lnTo>
                  <a:lnTo>
                    <a:pt x="7159180" y="200202"/>
                  </a:lnTo>
                  <a:lnTo>
                    <a:pt x="7159180" y="116370"/>
                  </a:lnTo>
                  <a:lnTo>
                    <a:pt x="7168693" y="102984"/>
                  </a:lnTo>
                  <a:lnTo>
                    <a:pt x="7216191" y="102984"/>
                  </a:lnTo>
                  <a:lnTo>
                    <a:pt x="7216191" y="70688"/>
                  </a:lnTo>
                  <a:lnTo>
                    <a:pt x="7216191" y="64046"/>
                  </a:lnTo>
                  <a:close/>
                </a:path>
                <a:path extrusionOk="0" h="619125" w="9130665">
                  <a:moveTo>
                    <a:pt x="7392035" y="120357"/>
                  </a:moveTo>
                  <a:lnTo>
                    <a:pt x="7378420" y="78740"/>
                  </a:lnTo>
                  <a:lnTo>
                    <a:pt x="7352144" y="65201"/>
                  </a:lnTo>
                  <a:lnTo>
                    <a:pt x="7352144" y="110185"/>
                  </a:lnTo>
                  <a:lnTo>
                    <a:pt x="7352144" y="131305"/>
                  </a:lnTo>
                  <a:lnTo>
                    <a:pt x="7306792" y="131305"/>
                  </a:lnTo>
                  <a:lnTo>
                    <a:pt x="7306831" y="110185"/>
                  </a:lnTo>
                  <a:lnTo>
                    <a:pt x="7307720" y="106692"/>
                  </a:lnTo>
                  <a:lnTo>
                    <a:pt x="7311479" y="102425"/>
                  </a:lnTo>
                  <a:lnTo>
                    <a:pt x="7315263" y="101346"/>
                  </a:lnTo>
                  <a:lnTo>
                    <a:pt x="7343254" y="101346"/>
                  </a:lnTo>
                  <a:lnTo>
                    <a:pt x="7346277" y="102527"/>
                  </a:lnTo>
                  <a:lnTo>
                    <a:pt x="7348626" y="104863"/>
                  </a:lnTo>
                  <a:lnTo>
                    <a:pt x="7350976" y="107162"/>
                  </a:lnTo>
                  <a:lnTo>
                    <a:pt x="7352144" y="110185"/>
                  </a:lnTo>
                  <a:lnTo>
                    <a:pt x="7352144" y="65201"/>
                  </a:lnTo>
                  <a:lnTo>
                    <a:pt x="7351306" y="64973"/>
                  </a:lnTo>
                  <a:lnTo>
                    <a:pt x="7339241" y="64046"/>
                  </a:lnTo>
                  <a:lnTo>
                    <a:pt x="7324153" y="64046"/>
                  </a:lnTo>
                  <a:lnTo>
                    <a:pt x="7280046" y="77889"/>
                  </a:lnTo>
                  <a:lnTo>
                    <a:pt x="7266368" y="120357"/>
                  </a:lnTo>
                  <a:lnTo>
                    <a:pt x="7266279" y="179628"/>
                  </a:lnTo>
                  <a:lnTo>
                    <a:pt x="7267219" y="193687"/>
                  </a:lnTo>
                  <a:lnTo>
                    <a:pt x="7290003" y="229730"/>
                  </a:lnTo>
                  <a:lnTo>
                    <a:pt x="7327354" y="237502"/>
                  </a:lnTo>
                  <a:lnTo>
                    <a:pt x="7381786" y="237502"/>
                  </a:lnTo>
                  <a:lnTo>
                    <a:pt x="7381786" y="200202"/>
                  </a:lnTo>
                  <a:lnTo>
                    <a:pt x="7317943" y="200202"/>
                  </a:lnTo>
                  <a:lnTo>
                    <a:pt x="7313485" y="198996"/>
                  </a:lnTo>
                  <a:lnTo>
                    <a:pt x="7310780" y="196608"/>
                  </a:lnTo>
                  <a:lnTo>
                    <a:pt x="7308113" y="194195"/>
                  </a:lnTo>
                  <a:lnTo>
                    <a:pt x="7306792" y="190690"/>
                  </a:lnTo>
                  <a:lnTo>
                    <a:pt x="7306792" y="168605"/>
                  </a:lnTo>
                  <a:lnTo>
                    <a:pt x="7392035" y="168605"/>
                  </a:lnTo>
                  <a:lnTo>
                    <a:pt x="7392035" y="131305"/>
                  </a:lnTo>
                  <a:lnTo>
                    <a:pt x="7392035" y="120357"/>
                  </a:lnTo>
                  <a:close/>
                </a:path>
                <a:path extrusionOk="0" h="619125" w="9130665">
                  <a:moveTo>
                    <a:pt x="7564958" y="501357"/>
                  </a:moveTo>
                  <a:lnTo>
                    <a:pt x="7551356" y="459740"/>
                  </a:lnTo>
                  <a:lnTo>
                    <a:pt x="7525080" y="446201"/>
                  </a:lnTo>
                  <a:lnTo>
                    <a:pt x="7525080" y="491185"/>
                  </a:lnTo>
                  <a:lnTo>
                    <a:pt x="7525080" y="512305"/>
                  </a:lnTo>
                  <a:lnTo>
                    <a:pt x="7479716" y="512305"/>
                  </a:lnTo>
                  <a:lnTo>
                    <a:pt x="7479754" y="491185"/>
                  </a:lnTo>
                  <a:lnTo>
                    <a:pt x="7480655" y="487692"/>
                  </a:lnTo>
                  <a:lnTo>
                    <a:pt x="7484415" y="483425"/>
                  </a:lnTo>
                  <a:lnTo>
                    <a:pt x="7488187" y="482346"/>
                  </a:lnTo>
                  <a:lnTo>
                    <a:pt x="7516190" y="482346"/>
                  </a:lnTo>
                  <a:lnTo>
                    <a:pt x="7519213" y="483527"/>
                  </a:lnTo>
                  <a:lnTo>
                    <a:pt x="7523899" y="488162"/>
                  </a:lnTo>
                  <a:lnTo>
                    <a:pt x="7525080" y="491185"/>
                  </a:lnTo>
                  <a:lnTo>
                    <a:pt x="7525080" y="446201"/>
                  </a:lnTo>
                  <a:lnTo>
                    <a:pt x="7524229" y="445973"/>
                  </a:lnTo>
                  <a:lnTo>
                    <a:pt x="7512164" y="445046"/>
                  </a:lnTo>
                  <a:lnTo>
                    <a:pt x="7497077" y="445046"/>
                  </a:lnTo>
                  <a:lnTo>
                    <a:pt x="7452969" y="458889"/>
                  </a:lnTo>
                  <a:lnTo>
                    <a:pt x="7439292" y="501357"/>
                  </a:lnTo>
                  <a:lnTo>
                    <a:pt x="7439203" y="560628"/>
                  </a:lnTo>
                  <a:lnTo>
                    <a:pt x="7440142" y="574687"/>
                  </a:lnTo>
                  <a:lnTo>
                    <a:pt x="7462926" y="610730"/>
                  </a:lnTo>
                  <a:lnTo>
                    <a:pt x="7500290" y="618502"/>
                  </a:lnTo>
                  <a:lnTo>
                    <a:pt x="7554709" y="618502"/>
                  </a:lnTo>
                  <a:lnTo>
                    <a:pt x="7554709" y="581202"/>
                  </a:lnTo>
                  <a:lnTo>
                    <a:pt x="7490879" y="581202"/>
                  </a:lnTo>
                  <a:lnTo>
                    <a:pt x="7486409" y="579996"/>
                  </a:lnTo>
                  <a:lnTo>
                    <a:pt x="7483703" y="577608"/>
                  </a:lnTo>
                  <a:lnTo>
                    <a:pt x="7481049" y="575195"/>
                  </a:lnTo>
                  <a:lnTo>
                    <a:pt x="7479716" y="571690"/>
                  </a:lnTo>
                  <a:lnTo>
                    <a:pt x="7479716" y="549605"/>
                  </a:lnTo>
                  <a:lnTo>
                    <a:pt x="7564958" y="549605"/>
                  </a:lnTo>
                  <a:lnTo>
                    <a:pt x="7564958" y="512305"/>
                  </a:lnTo>
                  <a:lnTo>
                    <a:pt x="7564958" y="501357"/>
                  </a:lnTo>
                  <a:close/>
                </a:path>
                <a:path extrusionOk="0" h="619125" w="9130665">
                  <a:moveTo>
                    <a:pt x="7567485" y="121920"/>
                  </a:moveTo>
                  <a:lnTo>
                    <a:pt x="7566571" y="108038"/>
                  </a:lnTo>
                  <a:lnTo>
                    <a:pt x="7565022" y="101346"/>
                  </a:lnTo>
                  <a:lnTo>
                    <a:pt x="7563828" y="96113"/>
                  </a:lnTo>
                  <a:lnTo>
                    <a:pt x="7534732" y="67576"/>
                  </a:lnTo>
                  <a:lnTo>
                    <a:pt x="7509611" y="64046"/>
                  </a:lnTo>
                  <a:lnTo>
                    <a:pt x="7482916" y="64046"/>
                  </a:lnTo>
                  <a:lnTo>
                    <a:pt x="7475614" y="66255"/>
                  </a:lnTo>
                  <a:lnTo>
                    <a:pt x="7473010" y="70688"/>
                  </a:lnTo>
                  <a:lnTo>
                    <a:pt x="7475906" y="64046"/>
                  </a:lnTo>
                  <a:lnTo>
                    <a:pt x="7436955" y="64046"/>
                  </a:lnTo>
                  <a:lnTo>
                    <a:pt x="7436955" y="237502"/>
                  </a:lnTo>
                  <a:lnTo>
                    <a:pt x="7477544" y="237502"/>
                  </a:lnTo>
                  <a:lnTo>
                    <a:pt x="7477544" y="109791"/>
                  </a:lnTo>
                  <a:lnTo>
                    <a:pt x="7478649" y="107340"/>
                  </a:lnTo>
                  <a:lnTo>
                    <a:pt x="7483018" y="102552"/>
                  </a:lnTo>
                  <a:lnTo>
                    <a:pt x="7486650" y="101346"/>
                  </a:lnTo>
                  <a:lnTo>
                    <a:pt x="7517409" y="101346"/>
                  </a:lnTo>
                  <a:lnTo>
                    <a:pt x="7520902" y="102577"/>
                  </a:lnTo>
                  <a:lnTo>
                    <a:pt x="7523302" y="105029"/>
                  </a:lnTo>
                  <a:lnTo>
                    <a:pt x="7525753" y="107480"/>
                  </a:lnTo>
                  <a:lnTo>
                    <a:pt x="7526972" y="110972"/>
                  </a:lnTo>
                  <a:lnTo>
                    <a:pt x="7526972" y="237502"/>
                  </a:lnTo>
                  <a:lnTo>
                    <a:pt x="7567485" y="237502"/>
                  </a:lnTo>
                  <a:lnTo>
                    <a:pt x="7567485" y="121920"/>
                  </a:lnTo>
                  <a:close/>
                </a:path>
                <a:path extrusionOk="0" h="619125" w="9130665">
                  <a:moveTo>
                    <a:pt x="7736268" y="381000"/>
                  </a:moveTo>
                  <a:lnTo>
                    <a:pt x="7680973" y="381000"/>
                  </a:lnTo>
                  <a:lnTo>
                    <a:pt x="7672565" y="381723"/>
                  </a:lnTo>
                  <a:lnTo>
                    <a:pt x="7641704" y="413778"/>
                  </a:lnTo>
                  <a:lnTo>
                    <a:pt x="7641006" y="422833"/>
                  </a:lnTo>
                  <a:lnTo>
                    <a:pt x="7641006" y="445046"/>
                  </a:lnTo>
                  <a:lnTo>
                    <a:pt x="7613790" y="445046"/>
                  </a:lnTo>
                  <a:lnTo>
                    <a:pt x="7613790" y="482346"/>
                  </a:lnTo>
                  <a:lnTo>
                    <a:pt x="7641006" y="482346"/>
                  </a:lnTo>
                  <a:lnTo>
                    <a:pt x="7641006" y="581202"/>
                  </a:lnTo>
                  <a:lnTo>
                    <a:pt x="7613790" y="581202"/>
                  </a:lnTo>
                  <a:lnTo>
                    <a:pt x="7613790" y="618502"/>
                  </a:lnTo>
                  <a:lnTo>
                    <a:pt x="7720228" y="618502"/>
                  </a:lnTo>
                  <a:lnTo>
                    <a:pt x="7720228" y="581202"/>
                  </a:lnTo>
                  <a:lnTo>
                    <a:pt x="7681519" y="581202"/>
                  </a:lnTo>
                  <a:lnTo>
                    <a:pt x="7681519" y="482346"/>
                  </a:lnTo>
                  <a:lnTo>
                    <a:pt x="7733055" y="482346"/>
                  </a:lnTo>
                  <a:lnTo>
                    <a:pt x="7733055" y="445046"/>
                  </a:lnTo>
                  <a:lnTo>
                    <a:pt x="7681519" y="445046"/>
                  </a:lnTo>
                  <a:lnTo>
                    <a:pt x="7681519" y="420484"/>
                  </a:lnTo>
                  <a:lnTo>
                    <a:pt x="7681862" y="419811"/>
                  </a:lnTo>
                  <a:lnTo>
                    <a:pt x="7682535" y="419239"/>
                  </a:lnTo>
                  <a:lnTo>
                    <a:pt x="7683220" y="418617"/>
                  </a:lnTo>
                  <a:lnTo>
                    <a:pt x="7684389" y="418299"/>
                  </a:lnTo>
                  <a:lnTo>
                    <a:pt x="7736268" y="418299"/>
                  </a:lnTo>
                  <a:lnTo>
                    <a:pt x="7736268" y="381000"/>
                  </a:lnTo>
                  <a:close/>
                </a:path>
                <a:path extrusionOk="0" h="619125" w="9130665">
                  <a:moveTo>
                    <a:pt x="7741132" y="0"/>
                  </a:moveTo>
                  <a:lnTo>
                    <a:pt x="7700632" y="0"/>
                  </a:lnTo>
                  <a:lnTo>
                    <a:pt x="7700632" y="64046"/>
                  </a:lnTo>
                  <a:lnTo>
                    <a:pt x="7700632" y="101346"/>
                  </a:lnTo>
                  <a:lnTo>
                    <a:pt x="7700632" y="191757"/>
                  </a:lnTo>
                  <a:lnTo>
                    <a:pt x="7699527" y="194195"/>
                  </a:lnTo>
                  <a:lnTo>
                    <a:pt x="7697343" y="196608"/>
                  </a:lnTo>
                  <a:lnTo>
                    <a:pt x="7695146" y="198996"/>
                  </a:lnTo>
                  <a:lnTo>
                    <a:pt x="7691501" y="200202"/>
                  </a:lnTo>
                  <a:lnTo>
                    <a:pt x="7660640" y="200202"/>
                  </a:lnTo>
                  <a:lnTo>
                    <a:pt x="7656182" y="198996"/>
                  </a:lnTo>
                  <a:lnTo>
                    <a:pt x="7653464" y="196608"/>
                  </a:lnTo>
                  <a:lnTo>
                    <a:pt x="7650810" y="194195"/>
                  </a:lnTo>
                  <a:lnTo>
                    <a:pt x="7649477" y="190690"/>
                  </a:lnTo>
                  <a:lnTo>
                    <a:pt x="7649477" y="110858"/>
                  </a:lnTo>
                  <a:lnTo>
                    <a:pt x="7650810" y="107340"/>
                  </a:lnTo>
                  <a:lnTo>
                    <a:pt x="7653464" y="104940"/>
                  </a:lnTo>
                  <a:lnTo>
                    <a:pt x="7656182" y="102552"/>
                  </a:lnTo>
                  <a:lnTo>
                    <a:pt x="7660640" y="101346"/>
                  </a:lnTo>
                  <a:lnTo>
                    <a:pt x="7700632" y="101346"/>
                  </a:lnTo>
                  <a:lnTo>
                    <a:pt x="7700632" y="64046"/>
                  </a:lnTo>
                  <a:lnTo>
                    <a:pt x="7670051" y="64046"/>
                  </a:lnTo>
                  <a:lnTo>
                    <a:pt x="7655776" y="64935"/>
                  </a:lnTo>
                  <a:lnTo>
                    <a:pt x="7617587" y="86118"/>
                  </a:lnTo>
                  <a:lnTo>
                    <a:pt x="7608964" y="121920"/>
                  </a:lnTo>
                  <a:lnTo>
                    <a:pt x="7608964" y="179628"/>
                  </a:lnTo>
                  <a:lnTo>
                    <a:pt x="7624140" y="223659"/>
                  </a:lnTo>
                  <a:lnTo>
                    <a:pt x="7670051" y="237502"/>
                  </a:lnTo>
                  <a:lnTo>
                    <a:pt x="7694663" y="237502"/>
                  </a:lnTo>
                  <a:lnTo>
                    <a:pt x="7701928" y="235292"/>
                  </a:lnTo>
                  <a:lnTo>
                    <a:pt x="7705001" y="230860"/>
                  </a:lnTo>
                  <a:lnTo>
                    <a:pt x="7702194" y="237502"/>
                  </a:lnTo>
                  <a:lnTo>
                    <a:pt x="7741132" y="237502"/>
                  </a:lnTo>
                  <a:lnTo>
                    <a:pt x="7741132" y="230860"/>
                  </a:lnTo>
                  <a:lnTo>
                    <a:pt x="7741132" y="200202"/>
                  </a:lnTo>
                  <a:lnTo>
                    <a:pt x="7741132" y="101346"/>
                  </a:lnTo>
                  <a:lnTo>
                    <a:pt x="7741132" y="0"/>
                  </a:lnTo>
                  <a:close/>
                </a:path>
                <a:path extrusionOk="0" h="619125" w="9130665">
                  <a:moveTo>
                    <a:pt x="7869822" y="0"/>
                  </a:moveTo>
                  <a:lnTo>
                    <a:pt x="7826108" y="0"/>
                  </a:lnTo>
                  <a:lnTo>
                    <a:pt x="7826108" y="42075"/>
                  </a:lnTo>
                  <a:lnTo>
                    <a:pt x="7869822" y="42075"/>
                  </a:lnTo>
                  <a:lnTo>
                    <a:pt x="7869822" y="0"/>
                  </a:lnTo>
                  <a:close/>
                </a:path>
                <a:path extrusionOk="0" h="619125" w="9130665">
                  <a:moveTo>
                    <a:pt x="7869834" y="381000"/>
                  </a:moveTo>
                  <a:lnTo>
                    <a:pt x="7826121" y="381000"/>
                  </a:lnTo>
                  <a:lnTo>
                    <a:pt x="7826121" y="423075"/>
                  </a:lnTo>
                  <a:lnTo>
                    <a:pt x="7869834" y="423075"/>
                  </a:lnTo>
                  <a:lnTo>
                    <a:pt x="7869834" y="381000"/>
                  </a:lnTo>
                  <a:close/>
                </a:path>
                <a:path extrusionOk="0" h="619125" w="9130665">
                  <a:moveTo>
                    <a:pt x="7915643" y="200202"/>
                  </a:moveTo>
                  <a:lnTo>
                    <a:pt x="7868259" y="200202"/>
                  </a:lnTo>
                  <a:lnTo>
                    <a:pt x="7868259" y="64046"/>
                  </a:lnTo>
                  <a:lnTo>
                    <a:pt x="7780668" y="64046"/>
                  </a:lnTo>
                  <a:lnTo>
                    <a:pt x="7780668" y="101346"/>
                  </a:lnTo>
                  <a:lnTo>
                    <a:pt x="7827746" y="101346"/>
                  </a:lnTo>
                  <a:lnTo>
                    <a:pt x="7827746" y="237502"/>
                  </a:lnTo>
                  <a:lnTo>
                    <a:pt x="7915643" y="237502"/>
                  </a:lnTo>
                  <a:lnTo>
                    <a:pt x="7915643" y="200202"/>
                  </a:lnTo>
                  <a:close/>
                </a:path>
                <a:path extrusionOk="0" h="619125" w="9130665">
                  <a:moveTo>
                    <a:pt x="7915669" y="581202"/>
                  </a:moveTo>
                  <a:lnTo>
                    <a:pt x="7868272" y="581202"/>
                  </a:lnTo>
                  <a:lnTo>
                    <a:pt x="7868272" y="445046"/>
                  </a:lnTo>
                  <a:lnTo>
                    <a:pt x="7780680" y="445046"/>
                  </a:lnTo>
                  <a:lnTo>
                    <a:pt x="7780680" y="482346"/>
                  </a:lnTo>
                  <a:lnTo>
                    <a:pt x="7827759" y="482346"/>
                  </a:lnTo>
                  <a:lnTo>
                    <a:pt x="7827759" y="618502"/>
                  </a:lnTo>
                  <a:lnTo>
                    <a:pt x="7915669" y="618502"/>
                  </a:lnTo>
                  <a:lnTo>
                    <a:pt x="7915669" y="581202"/>
                  </a:lnTo>
                  <a:close/>
                </a:path>
                <a:path extrusionOk="0" h="619125" w="9130665">
                  <a:moveTo>
                    <a:pt x="8075435" y="445046"/>
                  </a:moveTo>
                  <a:lnTo>
                    <a:pt x="8027492" y="445046"/>
                  </a:lnTo>
                  <a:lnTo>
                    <a:pt x="8013192" y="445935"/>
                  </a:lnTo>
                  <a:lnTo>
                    <a:pt x="7974990" y="467118"/>
                  </a:lnTo>
                  <a:lnTo>
                    <a:pt x="7966418" y="502920"/>
                  </a:lnTo>
                  <a:lnTo>
                    <a:pt x="7966418" y="560628"/>
                  </a:lnTo>
                  <a:lnTo>
                    <a:pt x="7981518" y="604659"/>
                  </a:lnTo>
                  <a:lnTo>
                    <a:pt x="8027492" y="618502"/>
                  </a:lnTo>
                  <a:lnTo>
                    <a:pt x="8075435" y="618502"/>
                  </a:lnTo>
                  <a:lnTo>
                    <a:pt x="8075435" y="581202"/>
                  </a:lnTo>
                  <a:lnTo>
                    <a:pt x="8018081" y="581202"/>
                  </a:lnTo>
                  <a:lnTo>
                    <a:pt x="8013636" y="579996"/>
                  </a:lnTo>
                  <a:lnTo>
                    <a:pt x="8010919" y="577608"/>
                  </a:lnTo>
                  <a:lnTo>
                    <a:pt x="8008264" y="575195"/>
                  </a:lnTo>
                  <a:lnTo>
                    <a:pt x="8006931" y="571690"/>
                  </a:lnTo>
                  <a:lnTo>
                    <a:pt x="8006931" y="491858"/>
                  </a:lnTo>
                  <a:lnTo>
                    <a:pt x="8008264" y="488340"/>
                  </a:lnTo>
                  <a:lnTo>
                    <a:pt x="8010919" y="485940"/>
                  </a:lnTo>
                  <a:lnTo>
                    <a:pt x="8013636" y="483552"/>
                  </a:lnTo>
                  <a:lnTo>
                    <a:pt x="8018081" y="482346"/>
                  </a:lnTo>
                  <a:lnTo>
                    <a:pt x="8075435" y="482346"/>
                  </a:lnTo>
                  <a:lnTo>
                    <a:pt x="8075435" y="445046"/>
                  </a:lnTo>
                  <a:close/>
                </a:path>
                <a:path extrusionOk="0" h="619125" w="9130665">
                  <a:moveTo>
                    <a:pt x="8100492" y="115887"/>
                  </a:moveTo>
                  <a:lnTo>
                    <a:pt x="8089303" y="76009"/>
                  </a:lnTo>
                  <a:lnTo>
                    <a:pt x="8055673" y="64046"/>
                  </a:lnTo>
                  <a:lnTo>
                    <a:pt x="8053806" y="64046"/>
                  </a:lnTo>
                  <a:lnTo>
                    <a:pt x="8044421" y="64592"/>
                  </a:lnTo>
                  <a:lnTo>
                    <a:pt x="8036700" y="66205"/>
                  </a:lnTo>
                  <a:lnTo>
                    <a:pt x="8030654" y="68884"/>
                  </a:lnTo>
                  <a:lnTo>
                    <a:pt x="8026273" y="72644"/>
                  </a:lnTo>
                  <a:lnTo>
                    <a:pt x="8024012" y="70688"/>
                  </a:lnTo>
                  <a:lnTo>
                    <a:pt x="8021942" y="68884"/>
                  </a:lnTo>
                  <a:lnTo>
                    <a:pt x="8015160" y="66205"/>
                  </a:lnTo>
                  <a:lnTo>
                    <a:pt x="8005915" y="64592"/>
                  </a:lnTo>
                  <a:lnTo>
                    <a:pt x="7994205" y="64046"/>
                  </a:lnTo>
                  <a:lnTo>
                    <a:pt x="7982915" y="64046"/>
                  </a:lnTo>
                  <a:lnTo>
                    <a:pt x="7978064" y="66001"/>
                  </a:lnTo>
                  <a:lnTo>
                    <a:pt x="7979029" y="64046"/>
                  </a:lnTo>
                  <a:lnTo>
                    <a:pt x="7941729" y="64046"/>
                  </a:lnTo>
                  <a:lnTo>
                    <a:pt x="7941729" y="237502"/>
                  </a:lnTo>
                  <a:lnTo>
                    <a:pt x="7980680" y="237502"/>
                  </a:lnTo>
                  <a:lnTo>
                    <a:pt x="7980794" y="107835"/>
                  </a:lnTo>
                  <a:lnTo>
                    <a:pt x="7980832" y="107238"/>
                  </a:lnTo>
                  <a:lnTo>
                    <a:pt x="7981670" y="104457"/>
                  </a:lnTo>
                  <a:lnTo>
                    <a:pt x="7984744" y="99910"/>
                  </a:lnTo>
                  <a:lnTo>
                    <a:pt x="7987563" y="98767"/>
                  </a:lnTo>
                  <a:lnTo>
                    <a:pt x="7996707" y="98767"/>
                  </a:lnTo>
                  <a:lnTo>
                    <a:pt x="7998828" y="99656"/>
                  </a:lnTo>
                  <a:lnTo>
                    <a:pt x="7999920" y="101422"/>
                  </a:lnTo>
                  <a:lnTo>
                    <a:pt x="8001063" y="103149"/>
                  </a:lnTo>
                  <a:lnTo>
                    <a:pt x="8001559" y="107238"/>
                  </a:lnTo>
                  <a:lnTo>
                    <a:pt x="8001635" y="237502"/>
                  </a:lnTo>
                  <a:lnTo>
                    <a:pt x="8040586" y="237502"/>
                  </a:lnTo>
                  <a:lnTo>
                    <a:pt x="8040687" y="110578"/>
                  </a:lnTo>
                  <a:lnTo>
                    <a:pt x="8047406" y="98767"/>
                  </a:lnTo>
                  <a:lnTo>
                    <a:pt x="8056880" y="98767"/>
                  </a:lnTo>
                  <a:lnTo>
                    <a:pt x="8059191" y="99656"/>
                  </a:lnTo>
                  <a:lnTo>
                    <a:pt x="8061071" y="103200"/>
                  </a:lnTo>
                  <a:lnTo>
                    <a:pt x="8061465" y="107238"/>
                  </a:lnTo>
                  <a:lnTo>
                    <a:pt x="8061541" y="237502"/>
                  </a:lnTo>
                  <a:lnTo>
                    <a:pt x="8100492" y="237502"/>
                  </a:lnTo>
                  <a:lnTo>
                    <a:pt x="8100492" y="115887"/>
                  </a:lnTo>
                  <a:close/>
                </a:path>
                <a:path extrusionOk="0" h="619125" w="9130665">
                  <a:moveTo>
                    <a:pt x="8215706" y="381000"/>
                  </a:moveTo>
                  <a:lnTo>
                    <a:pt x="8171980" y="381000"/>
                  </a:lnTo>
                  <a:lnTo>
                    <a:pt x="8171980" y="423075"/>
                  </a:lnTo>
                  <a:lnTo>
                    <a:pt x="8215706" y="423075"/>
                  </a:lnTo>
                  <a:lnTo>
                    <a:pt x="8215706" y="381000"/>
                  </a:lnTo>
                  <a:close/>
                </a:path>
                <a:path extrusionOk="0" h="619125" w="9130665">
                  <a:moveTo>
                    <a:pt x="8215719" y="0"/>
                  </a:moveTo>
                  <a:lnTo>
                    <a:pt x="8172005" y="0"/>
                  </a:lnTo>
                  <a:lnTo>
                    <a:pt x="8172005" y="42075"/>
                  </a:lnTo>
                  <a:lnTo>
                    <a:pt x="8215719" y="42075"/>
                  </a:lnTo>
                  <a:lnTo>
                    <a:pt x="8215719" y="0"/>
                  </a:lnTo>
                  <a:close/>
                </a:path>
                <a:path extrusionOk="0" h="619125" w="9130665">
                  <a:moveTo>
                    <a:pt x="8261528" y="581202"/>
                  </a:moveTo>
                  <a:lnTo>
                    <a:pt x="8214131" y="581202"/>
                  </a:lnTo>
                  <a:lnTo>
                    <a:pt x="8214131" y="445046"/>
                  </a:lnTo>
                  <a:lnTo>
                    <a:pt x="8126539" y="445046"/>
                  </a:lnTo>
                  <a:lnTo>
                    <a:pt x="8126539" y="482346"/>
                  </a:lnTo>
                  <a:lnTo>
                    <a:pt x="8173631" y="482346"/>
                  </a:lnTo>
                  <a:lnTo>
                    <a:pt x="8173631" y="618502"/>
                  </a:lnTo>
                  <a:lnTo>
                    <a:pt x="8261528" y="618502"/>
                  </a:lnTo>
                  <a:lnTo>
                    <a:pt x="8261528" y="581202"/>
                  </a:lnTo>
                  <a:close/>
                </a:path>
                <a:path extrusionOk="0" h="619125" w="9130665">
                  <a:moveTo>
                    <a:pt x="8261553" y="200202"/>
                  </a:moveTo>
                  <a:lnTo>
                    <a:pt x="8214157" y="200202"/>
                  </a:lnTo>
                  <a:lnTo>
                    <a:pt x="8214157" y="64046"/>
                  </a:lnTo>
                  <a:lnTo>
                    <a:pt x="8126565" y="64046"/>
                  </a:lnTo>
                  <a:lnTo>
                    <a:pt x="8126565" y="101346"/>
                  </a:lnTo>
                  <a:lnTo>
                    <a:pt x="8173644" y="101346"/>
                  </a:lnTo>
                  <a:lnTo>
                    <a:pt x="8173644" y="237502"/>
                  </a:lnTo>
                  <a:lnTo>
                    <a:pt x="8261553" y="237502"/>
                  </a:lnTo>
                  <a:lnTo>
                    <a:pt x="8261553" y="200202"/>
                  </a:lnTo>
                  <a:close/>
                </a:path>
                <a:path extrusionOk="0" h="619125" w="9130665">
                  <a:moveTo>
                    <a:pt x="8429701" y="501357"/>
                  </a:moveTo>
                  <a:lnTo>
                    <a:pt x="8416099" y="459740"/>
                  </a:lnTo>
                  <a:lnTo>
                    <a:pt x="8389823" y="446201"/>
                  </a:lnTo>
                  <a:lnTo>
                    <a:pt x="8389823" y="491185"/>
                  </a:lnTo>
                  <a:lnTo>
                    <a:pt x="8389823" y="512305"/>
                  </a:lnTo>
                  <a:lnTo>
                    <a:pt x="8344459" y="512305"/>
                  </a:lnTo>
                  <a:lnTo>
                    <a:pt x="8344497" y="491185"/>
                  </a:lnTo>
                  <a:lnTo>
                    <a:pt x="8345398" y="487692"/>
                  </a:lnTo>
                  <a:lnTo>
                    <a:pt x="8349158" y="483425"/>
                  </a:lnTo>
                  <a:lnTo>
                    <a:pt x="8352930" y="482346"/>
                  </a:lnTo>
                  <a:lnTo>
                    <a:pt x="8380933" y="482346"/>
                  </a:lnTo>
                  <a:lnTo>
                    <a:pt x="8383956" y="483527"/>
                  </a:lnTo>
                  <a:lnTo>
                    <a:pt x="8386305" y="485863"/>
                  </a:lnTo>
                  <a:lnTo>
                    <a:pt x="8388655" y="488162"/>
                  </a:lnTo>
                  <a:lnTo>
                    <a:pt x="8389823" y="491185"/>
                  </a:lnTo>
                  <a:lnTo>
                    <a:pt x="8389823" y="446201"/>
                  </a:lnTo>
                  <a:lnTo>
                    <a:pt x="8388985" y="445973"/>
                  </a:lnTo>
                  <a:lnTo>
                    <a:pt x="8376920" y="445046"/>
                  </a:lnTo>
                  <a:lnTo>
                    <a:pt x="8361820" y="445046"/>
                  </a:lnTo>
                  <a:lnTo>
                    <a:pt x="8317712" y="458889"/>
                  </a:lnTo>
                  <a:lnTo>
                    <a:pt x="8304035" y="501357"/>
                  </a:lnTo>
                  <a:lnTo>
                    <a:pt x="8303946" y="560628"/>
                  </a:lnTo>
                  <a:lnTo>
                    <a:pt x="8304885" y="574687"/>
                  </a:lnTo>
                  <a:lnTo>
                    <a:pt x="8327682" y="610730"/>
                  </a:lnTo>
                  <a:lnTo>
                    <a:pt x="8365033" y="618502"/>
                  </a:lnTo>
                  <a:lnTo>
                    <a:pt x="8419465" y="618502"/>
                  </a:lnTo>
                  <a:lnTo>
                    <a:pt x="8419465" y="581202"/>
                  </a:lnTo>
                  <a:lnTo>
                    <a:pt x="8355622" y="581202"/>
                  </a:lnTo>
                  <a:lnTo>
                    <a:pt x="8351164" y="579996"/>
                  </a:lnTo>
                  <a:lnTo>
                    <a:pt x="8348446" y="577608"/>
                  </a:lnTo>
                  <a:lnTo>
                    <a:pt x="8345792" y="575195"/>
                  </a:lnTo>
                  <a:lnTo>
                    <a:pt x="8344459" y="571690"/>
                  </a:lnTo>
                  <a:lnTo>
                    <a:pt x="8344459" y="549605"/>
                  </a:lnTo>
                  <a:lnTo>
                    <a:pt x="8429701" y="549605"/>
                  </a:lnTo>
                  <a:lnTo>
                    <a:pt x="8429701" y="512305"/>
                  </a:lnTo>
                  <a:lnTo>
                    <a:pt x="8429701" y="501357"/>
                  </a:lnTo>
                  <a:close/>
                </a:path>
                <a:path extrusionOk="0" h="619125" w="9130665">
                  <a:moveTo>
                    <a:pt x="8429727" y="120357"/>
                  </a:moveTo>
                  <a:lnTo>
                    <a:pt x="8416125" y="78740"/>
                  </a:lnTo>
                  <a:lnTo>
                    <a:pt x="8389848" y="65201"/>
                  </a:lnTo>
                  <a:lnTo>
                    <a:pt x="8389848" y="110185"/>
                  </a:lnTo>
                  <a:lnTo>
                    <a:pt x="8389848" y="131305"/>
                  </a:lnTo>
                  <a:lnTo>
                    <a:pt x="8344484" y="131305"/>
                  </a:lnTo>
                  <a:lnTo>
                    <a:pt x="8344522" y="110185"/>
                  </a:lnTo>
                  <a:lnTo>
                    <a:pt x="8345424" y="106692"/>
                  </a:lnTo>
                  <a:lnTo>
                    <a:pt x="8349170" y="102425"/>
                  </a:lnTo>
                  <a:lnTo>
                    <a:pt x="8352955" y="101346"/>
                  </a:lnTo>
                  <a:lnTo>
                    <a:pt x="8380958" y="101346"/>
                  </a:lnTo>
                  <a:lnTo>
                    <a:pt x="8383981" y="102527"/>
                  </a:lnTo>
                  <a:lnTo>
                    <a:pt x="8386318" y="104863"/>
                  </a:lnTo>
                  <a:lnTo>
                    <a:pt x="8388667" y="107162"/>
                  </a:lnTo>
                  <a:lnTo>
                    <a:pt x="8389848" y="110185"/>
                  </a:lnTo>
                  <a:lnTo>
                    <a:pt x="8389848" y="65201"/>
                  </a:lnTo>
                  <a:lnTo>
                    <a:pt x="8388998" y="64973"/>
                  </a:lnTo>
                  <a:lnTo>
                    <a:pt x="8376945" y="64046"/>
                  </a:lnTo>
                  <a:lnTo>
                    <a:pt x="8361845" y="64046"/>
                  </a:lnTo>
                  <a:lnTo>
                    <a:pt x="8317738" y="77889"/>
                  </a:lnTo>
                  <a:lnTo>
                    <a:pt x="8304060" y="120357"/>
                  </a:lnTo>
                  <a:lnTo>
                    <a:pt x="8303971" y="179628"/>
                  </a:lnTo>
                  <a:lnTo>
                    <a:pt x="8304911" y="193687"/>
                  </a:lnTo>
                  <a:lnTo>
                    <a:pt x="8327695" y="229730"/>
                  </a:lnTo>
                  <a:lnTo>
                    <a:pt x="8365058" y="237502"/>
                  </a:lnTo>
                  <a:lnTo>
                    <a:pt x="8419478" y="237502"/>
                  </a:lnTo>
                  <a:lnTo>
                    <a:pt x="8419478" y="200202"/>
                  </a:lnTo>
                  <a:lnTo>
                    <a:pt x="8355647" y="200202"/>
                  </a:lnTo>
                  <a:lnTo>
                    <a:pt x="8351190" y="198996"/>
                  </a:lnTo>
                  <a:lnTo>
                    <a:pt x="8348472" y="196608"/>
                  </a:lnTo>
                  <a:lnTo>
                    <a:pt x="8345818" y="194195"/>
                  </a:lnTo>
                  <a:lnTo>
                    <a:pt x="8344484" y="190690"/>
                  </a:lnTo>
                  <a:lnTo>
                    <a:pt x="8344484" y="168605"/>
                  </a:lnTo>
                  <a:lnTo>
                    <a:pt x="8429727" y="168605"/>
                  </a:lnTo>
                  <a:lnTo>
                    <a:pt x="8429727" y="131305"/>
                  </a:lnTo>
                  <a:lnTo>
                    <a:pt x="8429727" y="120357"/>
                  </a:lnTo>
                  <a:close/>
                </a:path>
                <a:path extrusionOk="0" h="619125" w="9130665">
                  <a:moveTo>
                    <a:pt x="8605164" y="502920"/>
                  </a:moveTo>
                  <a:lnTo>
                    <a:pt x="8604250" y="489038"/>
                  </a:lnTo>
                  <a:lnTo>
                    <a:pt x="8602701" y="482346"/>
                  </a:lnTo>
                  <a:lnTo>
                    <a:pt x="8601507" y="477113"/>
                  </a:lnTo>
                  <a:lnTo>
                    <a:pt x="8572398" y="448576"/>
                  </a:lnTo>
                  <a:lnTo>
                    <a:pt x="8547290" y="445046"/>
                  </a:lnTo>
                  <a:lnTo>
                    <a:pt x="8520595" y="445046"/>
                  </a:lnTo>
                  <a:lnTo>
                    <a:pt x="8513293" y="447255"/>
                  </a:lnTo>
                  <a:lnTo>
                    <a:pt x="8510689" y="451688"/>
                  </a:lnTo>
                  <a:lnTo>
                    <a:pt x="8513585" y="445046"/>
                  </a:lnTo>
                  <a:lnTo>
                    <a:pt x="8474634" y="445046"/>
                  </a:lnTo>
                  <a:lnTo>
                    <a:pt x="8474634" y="618502"/>
                  </a:lnTo>
                  <a:lnTo>
                    <a:pt x="8515223" y="618502"/>
                  </a:lnTo>
                  <a:lnTo>
                    <a:pt x="8515223" y="490791"/>
                  </a:lnTo>
                  <a:lnTo>
                    <a:pt x="8516315" y="488340"/>
                  </a:lnTo>
                  <a:lnTo>
                    <a:pt x="8520697" y="483552"/>
                  </a:lnTo>
                  <a:lnTo>
                    <a:pt x="8524316" y="482346"/>
                  </a:lnTo>
                  <a:lnTo>
                    <a:pt x="8555076" y="482346"/>
                  </a:lnTo>
                  <a:lnTo>
                    <a:pt x="8558568" y="483577"/>
                  </a:lnTo>
                  <a:lnTo>
                    <a:pt x="8560968" y="486029"/>
                  </a:lnTo>
                  <a:lnTo>
                    <a:pt x="8563419" y="488480"/>
                  </a:lnTo>
                  <a:lnTo>
                    <a:pt x="8564651" y="491972"/>
                  </a:lnTo>
                  <a:lnTo>
                    <a:pt x="8564651" y="618502"/>
                  </a:lnTo>
                  <a:lnTo>
                    <a:pt x="8605164" y="618502"/>
                  </a:lnTo>
                  <a:lnTo>
                    <a:pt x="8605164" y="502920"/>
                  </a:lnTo>
                  <a:close/>
                </a:path>
                <a:path extrusionOk="0" h="619125" w="9130665">
                  <a:moveTo>
                    <a:pt x="8605177" y="121920"/>
                  </a:moveTo>
                  <a:lnTo>
                    <a:pt x="8590559" y="78117"/>
                  </a:lnTo>
                  <a:lnTo>
                    <a:pt x="8547316" y="64046"/>
                  </a:lnTo>
                  <a:lnTo>
                    <a:pt x="8520620" y="64046"/>
                  </a:lnTo>
                  <a:lnTo>
                    <a:pt x="8513318" y="66255"/>
                  </a:lnTo>
                  <a:lnTo>
                    <a:pt x="8510702" y="70688"/>
                  </a:lnTo>
                  <a:lnTo>
                    <a:pt x="8513610" y="64046"/>
                  </a:lnTo>
                  <a:lnTo>
                    <a:pt x="8474659" y="64046"/>
                  </a:lnTo>
                  <a:lnTo>
                    <a:pt x="8474659" y="237502"/>
                  </a:lnTo>
                  <a:lnTo>
                    <a:pt x="8515248" y="237502"/>
                  </a:lnTo>
                  <a:lnTo>
                    <a:pt x="8515248" y="109791"/>
                  </a:lnTo>
                  <a:lnTo>
                    <a:pt x="8516341" y="107340"/>
                  </a:lnTo>
                  <a:lnTo>
                    <a:pt x="8520722" y="102552"/>
                  </a:lnTo>
                  <a:lnTo>
                    <a:pt x="8524342" y="101346"/>
                  </a:lnTo>
                  <a:lnTo>
                    <a:pt x="8555101" y="101346"/>
                  </a:lnTo>
                  <a:lnTo>
                    <a:pt x="8558593" y="102577"/>
                  </a:lnTo>
                  <a:lnTo>
                    <a:pt x="8560994" y="105029"/>
                  </a:lnTo>
                  <a:lnTo>
                    <a:pt x="8563445" y="107480"/>
                  </a:lnTo>
                  <a:lnTo>
                    <a:pt x="8564677" y="110972"/>
                  </a:lnTo>
                  <a:lnTo>
                    <a:pt x="8564677" y="237502"/>
                  </a:lnTo>
                  <a:lnTo>
                    <a:pt x="8605177" y="237502"/>
                  </a:lnTo>
                  <a:lnTo>
                    <a:pt x="8605177" y="121920"/>
                  </a:lnTo>
                  <a:close/>
                </a:path>
                <a:path extrusionOk="0" h="619125" w="9130665">
                  <a:moveTo>
                    <a:pt x="8767242" y="445046"/>
                  </a:moveTo>
                  <a:lnTo>
                    <a:pt x="8719299" y="445046"/>
                  </a:lnTo>
                  <a:lnTo>
                    <a:pt x="8704986" y="445935"/>
                  </a:lnTo>
                  <a:lnTo>
                    <a:pt x="8666797" y="467118"/>
                  </a:lnTo>
                  <a:lnTo>
                    <a:pt x="8658225" y="502920"/>
                  </a:lnTo>
                  <a:lnTo>
                    <a:pt x="8658225" y="560628"/>
                  </a:lnTo>
                  <a:lnTo>
                    <a:pt x="8673313" y="604659"/>
                  </a:lnTo>
                  <a:lnTo>
                    <a:pt x="8719299" y="618502"/>
                  </a:lnTo>
                  <a:lnTo>
                    <a:pt x="8767242" y="618502"/>
                  </a:lnTo>
                  <a:lnTo>
                    <a:pt x="8767242" y="581202"/>
                  </a:lnTo>
                  <a:lnTo>
                    <a:pt x="8709889" y="581202"/>
                  </a:lnTo>
                  <a:lnTo>
                    <a:pt x="8705431" y="579996"/>
                  </a:lnTo>
                  <a:lnTo>
                    <a:pt x="8702713" y="577608"/>
                  </a:lnTo>
                  <a:lnTo>
                    <a:pt x="8700059" y="575195"/>
                  </a:lnTo>
                  <a:lnTo>
                    <a:pt x="8698725" y="571690"/>
                  </a:lnTo>
                  <a:lnTo>
                    <a:pt x="8698725" y="491858"/>
                  </a:lnTo>
                  <a:lnTo>
                    <a:pt x="8700059" y="488340"/>
                  </a:lnTo>
                  <a:lnTo>
                    <a:pt x="8702713" y="485940"/>
                  </a:lnTo>
                  <a:lnTo>
                    <a:pt x="8705431" y="483552"/>
                  </a:lnTo>
                  <a:lnTo>
                    <a:pt x="8709889" y="482346"/>
                  </a:lnTo>
                  <a:lnTo>
                    <a:pt x="8767242" y="482346"/>
                  </a:lnTo>
                  <a:lnTo>
                    <a:pt x="8767242" y="445046"/>
                  </a:lnTo>
                  <a:close/>
                </a:path>
                <a:path extrusionOk="0" h="619125" w="9130665">
                  <a:moveTo>
                    <a:pt x="8771801" y="64046"/>
                  </a:moveTo>
                  <a:lnTo>
                    <a:pt x="8725027" y="64046"/>
                  </a:lnTo>
                  <a:lnTo>
                    <a:pt x="8725027" y="25565"/>
                  </a:lnTo>
                  <a:lnTo>
                    <a:pt x="8684438" y="25565"/>
                  </a:lnTo>
                  <a:lnTo>
                    <a:pt x="8684438" y="64046"/>
                  </a:lnTo>
                  <a:lnTo>
                    <a:pt x="8654021" y="64046"/>
                  </a:lnTo>
                  <a:lnTo>
                    <a:pt x="8654021" y="101346"/>
                  </a:lnTo>
                  <a:lnTo>
                    <a:pt x="8684438" y="101346"/>
                  </a:lnTo>
                  <a:lnTo>
                    <a:pt x="8684438" y="192379"/>
                  </a:lnTo>
                  <a:lnTo>
                    <a:pt x="8685085" y="201803"/>
                  </a:lnTo>
                  <a:lnTo>
                    <a:pt x="8707539" y="234340"/>
                  </a:lnTo>
                  <a:lnTo>
                    <a:pt x="8724722" y="237502"/>
                  </a:lnTo>
                  <a:lnTo>
                    <a:pt x="8771801" y="237502"/>
                  </a:lnTo>
                  <a:lnTo>
                    <a:pt x="8771801" y="200202"/>
                  </a:lnTo>
                  <a:lnTo>
                    <a:pt x="8729434" y="200202"/>
                  </a:lnTo>
                  <a:lnTo>
                    <a:pt x="8727300" y="199834"/>
                  </a:lnTo>
                  <a:lnTo>
                    <a:pt x="8726360" y="199097"/>
                  </a:lnTo>
                  <a:lnTo>
                    <a:pt x="8725471" y="198323"/>
                  </a:lnTo>
                  <a:lnTo>
                    <a:pt x="8725027" y="196621"/>
                  </a:lnTo>
                  <a:lnTo>
                    <a:pt x="8725027" y="101346"/>
                  </a:lnTo>
                  <a:lnTo>
                    <a:pt x="8771801" y="101346"/>
                  </a:lnTo>
                  <a:lnTo>
                    <a:pt x="8771801" y="64046"/>
                  </a:lnTo>
                  <a:close/>
                </a:path>
                <a:path extrusionOk="0" h="619125" w="9130665">
                  <a:moveTo>
                    <a:pt x="8907501" y="381000"/>
                  </a:moveTo>
                  <a:lnTo>
                    <a:pt x="8863774" y="381000"/>
                  </a:lnTo>
                  <a:lnTo>
                    <a:pt x="8863774" y="423075"/>
                  </a:lnTo>
                  <a:lnTo>
                    <a:pt x="8907501" y="423075"/>
                  </a:lnTo>
                  <a:lnTo>
                    <a:pt x="8907501" y="381000"/>
                  </a:lnTo>
                  <a:close/>
                </a:path>
                <a:path extrusionOk="0" h="619125" w="9130665">
                  <a:moveTo>
                    <a:pt x="8952103" y="121920"/>
                  </a:moveTo>
                  <a:lnTo>
                    <a:pt x="8936774" y="78117"/>
                  </a:lnTo>
                  <a:lnTo>
                    <a:pt x="8911590" y="66294"/>
                  </a:lnTo>
                  <a:lnTo>
                    <a:pt x="8911590" y="110858"/>
                  </a:lnTo>
                  <a:lnTo>
                    <a:pt x="8911590" y="190690"/>
                  </a:lnTo>
                  <a:lnTo>
                    <a:pt x="8910231" y="194195"/>
                  </a:lnTo>
                  <a:lnTo>
                    <a:pt x="8904859" y="198996"/>
                  </a:lnTo>
                  <a:lnTo>
                    <a:pt x="8900401" y="200202"/>
                  </a:lnTo>
                  <a:lnTo>
                    <a:pt x="8870975" y="200202"/>
                  </a:lnTo>
                  <a:lnTo>
                    <a:pt x="8866518" y="198996"/>
                  </a:lnTo>
                  <a:lnTo>
                    <a:pt x="8863800" y="196608"/>
                  </a:lnTo>
                  <a:lnTo>
                    <a:pt x="8861146" y="194195"/>
                  </a:lnTo>
                  <a:lnTo>
                    <a:pt x="8859812" y="190690"/>
                  </a:lnTo>
                  <a:lnTo>
                    <a:pt x="8859812" y="110858"/>
                  </a:lnTo>
                  <a:lnTo>
                    <a:pt x="8861146" y="107340"/>
                  </a:lnTo>
                  <a:lnTo>
                    <a:pt x="8863800" y="104940"/>
                  </a:lnTo>
                  <a:lnTo>
                    <a:pt x="8866518" y="102552"/>
                  </a:lnTo>
                  <a:lnTo>
                    <a:pt x="8870975" y="101346"/>
                  </a:lnTo>
                  <a:lnTo>
                    <a:pt x="8900401" y="101346"/>
                  </a:lnTo>
                  <a:lnTo>
                    <a:pt x="8904859" y="102552"/>
                  </a:lnTo>
                  <a:lnTo>
                    <a:pt x="8907513" y="104940"/>
                  </a:lnTo>
                  <a:lnTo>
                    <a:pt x="8910231" y="107340"/>
                  </a:lnTo>
                  <a:lnTo>
                    <a:pt x="8911590" y="110858"/>
                  </a:lnTo>
                  <a:lnTo>
                    <a:pt x="8911590" y="66294"/>
                  </a:lnTo>
                  <a:lnTo>
                    <a:pt x="8905240" y="64935"/>
                  </a:lnTo>
                  <a:lnTo>
                    <a:pt x="8890940" y="64046"/>
                  </a:lnTo>
                  <a:lnTo>
                    <a:pt x="8880386" y="64046"/>
                  </a:lnTo>
                  <a:lnTo>
                    <a:pt x="8834628" y="78117"/>
                  </a:lnTo>
                  <a:lnTo>
                    <a:pt x="8819299" y="121920"/>
                  </a:lnTo>
                  <a:lnTo>
                    <a:pt x="8819299" y="179628"/>
                  </a:lnTo>
                  <a:lnTo>
                    <a:pt x="8834628" y="223507"/>
                  </a:lnTo>
                  <a:lnTo>
                    <a:pt x="8880386" y="237502"/>
                  </a:lnTo>
                  <a:lnTo>
                    <a:pt x="8890940" y="237502"/>
                  </a:lnTo>
                  <a:lnTo>
                    <a:pt x="8936774" y="223507"/>
                  </a:lnTo>
                  <a:lnTo>
                    <a:pt x="8949538" y="200202"/>
                  </a:lnTo>
                  <a:lnTo>
                    <a:pt x="8951138" y="193548"/>
                  </a:lnTo>
                  <a:lnTo>
                    <a:pt x="8952103" y="179628"/>
                  </a:lnTo>
                  <a:lnTo>
                    <a:pt x="8952103" y="121920"/>
                  </a:lnTo>
                  <a:close/>
                </a:path>
                <a:path extrusionOk="0" h="619125" w="9130665">
                  <a:moveTo>
                    <a:pt x="8953322" y="581202"/>
                  </a:moveTo>
                  <a:lnTo>
                    <a:pt x="8905926" y="581202"/>
                  </a:lnTo>
                  <a:lnTo>
                    <a:pt x="8905926" y="445046"/>
                  </a:lnTo>
                  <a:lnTo>
                    <a:pt x="8818347" y="445046"/>
                  </a:lnTo>
                  <a:lnTo>
                    <a:pt x="8818347" y="482346"/>
                  </a:lnTo>
                  <a:lnTo>
                    <a:pt x="8865425" y="482346"/>
                  </a:lnTo>
                  <a:lnTo>
                    <a:pt x="8865425" y="618502"/>
                  </a:lnTo>
                  <a:lnTo>
                    <a:pt x="8953322" y="618502"/>
                  </a:lnTo>
                  <a:lnTo>
                    <a:pt x="8953322" y="581202"/>
                  </a:lnTo>
                  <a:close/>
                </a:path>
                <a:path extrusionOk="0" h="619125" w="9130665">
                  <a:moveTo>
                    <a:pt x="9130106" y="582764"/>
                  </a:moveTo>
                  <a:lnTo>
                    <a:pt x="9121242" y="582764"/>
                  </a:lnTo>
                  <a:lnTo>
                    <a:pt x="9116365" y="582472"/>
                  </a:lnTo>
                  <a:lnTo>
                    <a:pt x="9114599" y="581329"/>
                  </a:lnTo>
                  <a:lnTo>
                    <a:pt x="9114511" y="581202"/>
                  </a:lnTo>
                  <a:lnTo>
                    <a:pt x="9114155" y="580618"/>
                  </a:lnTo>
                  <a:lnTo>
                    <a:pt x="9114155" y="543191"/>
                  </a:lnTo>
                  <a:lnTo>
                    <a:pt x="9114155" y="502920"/>
                  </a:lnTo>
                  <a:lnTo>
                    <a:pt x="9098826" y="459117"/>
                  </a:lnTo>
                  <a:lnTo>
                    <a:pt x="9052992" y="445046"/>
                  </a:lnTo>
                  <a:lnTo>
                    <a:pt x="8999893" y="445046"/>
                  </a:lnTo>
                  <a:lnTo>
                    <a:pt x="8999893" y="482346"/>
                  </a:lnTo>
                  <a:lnTo>
                    <a:pt x="9062415" y="482346"/>
                  </a:lnTo>
                  <a:lnTo>
                    <a:pt x="9066835" y="483552"/>
                  </a:lnTo>
                  <a:lnTo>
                    <a:pt x="9072207" y="488340"/>
                  </a:lnTo>
                  <a:lnTo>
                    <a:pt x="9073566" y="491858"/>
                  </a:lnTo>
                  <a:lnTo>
                    <a:pt x="9073566" y="505891"/>
                  </a:lnTo>
                  <a:lnTo>
                    <a:pt x="9073566" y="543191"/>
                  </a:lnTo>
                  <a:lnTo>
                    <a:pt x="9073540" y="575513"/>
                  </a:lnTo>
                  <a:lnTo>
                    <a:pt x="9073172" y="577811"/>
                  </a:lnTo>
                  <a:lnTo>
                    <a:pt x="9071610" y="580517"/>
                  </a:lnTo>
                  <a:lnTo>
                    <a:pt x="9069311" y="581202"/>
                  </a:lnTo>
                  <a:lnTo>
                    <a:pt x="9033269" y="581202"/>
                  </a:lnTo>
                  <a:lnTo>
                    <a:pt x="9030792" y="580580"/>
                  </a:lnTo>
                  <a:lnTo>
                    <a:pt x="9029535" y="579323"/>
                  </a:lnTo>
                  <a:lnTo>
                    <a:pt x="9028278" y="578015"/>
                  </a:lnTo>
                  <a:lnTo>
                    <a:pt x="9027655" y="575513"/>
                  </a:lnTo>
                  <a:lnTo>
                    <a:pt x="9027655" y="552081"/>
                  </a:lnTo>
                  <a:lnTo>
                    <a:pt x="9028811" y="549059"/>
                  </a:lnTo>
                  <a:lnTo>
                    <a:pt x="9031097" y="546709"/>
                  </a:lnTo>
                  <a:lnTo>
                    <a:pt x="9033446" y="544360"/>
                  </a:lnTo>
                  <a:lnTo>
                    <a:pt x="9036469" y="543191"/>
                  </a:lnTo>
                  <a:lnTo>
                    <a:pt x="9073566" y="543191"/>
                  </a:lnTo>
                  <a:lnTo>
                    <a:pt x="9073566" y="505891"/>
                  </a:lnTo>
                  <a:lnTo>
                    <a:pt x="9040482" y="505891"/>
                  </a:lnTo>
                  <a:lnTo>
                    <a:pt x="9017102" y="509422"/>
                  </a:lnTo>
                  <a:lnTo>
                    <a:pt x="9000414" y="519976"/>
                  </a:lnTo>
                  <a:lnTo>
                    <a:pt x="8990393" y="537565"/>
                  </a:lnTo>
                  <a:lnTo>
                    <a:pt x="8987066" y="562190"/>
                  </a:lnTo>
                  <a:lnTo>
                    <a:pt x="8987066" y="568604"/>
                  </a:lnTo>
                  <a:lnTo>
                    <a:pt x="9000211" y="606933"/>
                  </a:lnTo>
                  <a:lnTo>
                    <a:pt x="9040177" y="618502"/>
                  </a:lnTo>
                  <a:lnTo>
                    <a:pt x="9079039" y="618502"/>
                  </a:lnTo>
                  <a:lnTo>
                    <a:pt x="9085580" y="615480"/>
                  </a:lnTo>
                  <a:lnTo>
                    <a:pt x="9088349" y="609434"/>
                  </a:lnTo>
                  <a:lnTo>
                    <a:pt x="9087777" y="611098"/>
                  </a:lnTo>
                  <a:lnTo>
                    <a:pt x="9089568" y="613029"/>
                  </a:lnTo>
                  <a:lnTo>
                    <a:pt x="9097962" y="617410"/>
                  </a:lnTo>
                  <a:lnTo>
                    <a:pt x="9102001" y="618502"/>
                  </a:lnTo>
                  <a:lnTo>
                    <a:pt x="9130106" y="618502"/>
                  </a:lnTo>
                  <a:lnTo>
                    <a:pt x="9130106" y="609434"/>
                  </a:lnTo>
                  <a:lnTo>
                    <a:pt x="9130106" y="5827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6" name="Google Shape;116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39698" y="6824446"/>
              <a:ext cx="3410140" cy="2967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" name="Google Shape;117;p4"/>
          <p:cNvSpPr txBox="1"/>
          <p:nvPr/>
        </p:nvSpPr>
        <p:spPr>
          <a:xfrm>
            <a:off x="1166514" y="5962250"/>
            <a:ext cx="11094720" cy="194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17341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Implementar	mejora significativamente el de los procesadores. Los beneficios incluyen una mayor</a:t>
            </a:r>
            <a:endParaRPr sz="2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en el uso de recursos, reducción de	y la capacidad de manejar tareas complejas de manera más efectiva, lo que resulta en sistemas más rápidos y responsivos.</a:t>
            </a:r>
            <a:endParaRPr sz="25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18" name="Google Shape;118;p4"/>
          <p:cNvGrpSpPr/>
          <p:nvPr/>
        </p:nvGrpSpPr>
        <p:grpSpPr>
          <a:xfrm>
            <a:off x="1179261" y="1329740"/>
            <a:ext cx="16584228" cy="5067592"/>
            <a:chOff x="1179261" y="1329740"/>
            <a:chExt cx="16584228" cy="5067592"/>
          </a:xfrm>
        </p:grpSpPr>
        <p:pic>
          <p:nvPicPr>
            <p:cNvPr id="119" name="Google Shape;119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79261" y="1329740"/>
              <a:ext cx="15811498" cy="2933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4"/>
            <p:cNvSpPr/>
            <p:nvPr/>
          </p:nvSpPr>
          <p:spPr>
            <a:xfrm>
              <a:off x="13346938" y="3924427"/>
              <a:ext cx="4408170" cy="2465070"/>
            </a:xfrm>
            <a:custGeom>
              <a:rect b="b" l="l" r="r" t="t"/>
              <a:pathLst>
                <a:path extrusionOk="0" h="2465070" w="4408169">
                  <a:moveTo>
                    <a:pt x="4407662" y="0"/>
                  </a:moveTo>
                  <a:lnTo>
                    <a:pt x="0" y="0"/>
                  </a:lnTo>
                  <a:lnTo>
                    <a:pt x="0" y="2464485"/>
                  </a:lnTo>
                  <a:lnTo>
                    <a:pt x="2203831" y="2464485"/>
                  </a:lnTo>
                  <a:lnTo>
                    <a:pt x="4407662" y="2464485"/>
                  </a:lnTo>
                  <a:lnTo>
                    <a:pt x="4407662" y="0"/>
                  </a:lnTo>
                  <a:close/>
                </a:path>
              </a:pathLst>
            </a:custGeom>
            <a:solidFill>
              <a:srgbClr val="2F3B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13346811" y="3924427"/>
              <a:ext cx="4408170" cy="2465070"/>
            </a:xfrm>
            <a:custGeom>
              <a:rect b="b" l="l" r="r" t="t"/>
              <a:pathLst>
                <a:path extrusionOk="0" h="2465070" w="4408169">
                  <a:moveTo>
                    <a:pt x="2203958" y="2464480"/>
                  </a:moveTo>
                  <a:lnTo>
                    <a:pt x="0" y="2464480"/>
                  </a:lnTo>
                  <a:lnTo>
                    <a:pt x="0" y="0"/>
                  </a:lnTo>
                  <a:lnTo>
                    <a:pt x="4407789" y="0"/>
                  </a:lnTo>
                  <a:lnTo>
                    <a:pt x="4407789" y="2464480"/>
                  </a:lnTo>
                  <a:lnTo>
                    <a:pt x="2203958" y="2464480"/>
                  </a:lnTo>
                  <a:close/>
                </a:path>
                <a:path extrusionOk="0" h="2465070" w="4408169">
                  <a:moveTo>
                    <a:pt x="2203958" y="742300"/>
                  </a:moveTo>
                  <a:lnTo>
                    <a:pt x="0" y="742300"/>
                  </a:lnTo>
                  <a:lnTo>
                    <a:pt x="0" y="0"/>
                  </a:lnTo>
                  <a:lnTo>
                    <a:pt x="4407789" y="0"/>
                  </a:lnTo>
                  <a:lnTo>
                    <a:pt x="4407789" y="742300"/>
                  </a:lnTo>
                  <a:lnTo>
                    <a:pt x="2203958" y="742300"/>
                  </a:lnTo>
                  <a:close/>
                </a:path>
                <a:path extrusionOk="0" h="2465070" w="4408169">
                  <a:moveTo>
                    <a:pt x="3883660" y="225361"/>
                  </a:moveTo>
                  <a:lnTo>
                    <a:pt x="4108958" y="450709"/>
                  </a:lnTo>
                </a:path>
                <a:path extrusionOk="0" h="2465070" w="4408169">
                  <a:moveTo>
                    <a:pt x="4108323" y="225361"/>
                  </a:moveTo>
                  <a:lnTo>
                    <a:pt x="3882898" y="450709"/>
                  </a:lnTo>
                </a:path>
                <a:path extrusionOk="0" h="2465070" w="4408169">
                  <a:moveTo>
                    <a:pt x="2812288" y="336955"/>
                  </a:moveTo>
                  <a:lnTo>
                    <a:pt x="3131947" y="338390"/>
                  </a:lnTo>
                </a:path>
                <a:path extrusionOk="0" h="2465070" w="4408169">
                  <a:moveTo>
                    <a:pt x="3507740" y="449985"/>
                  </a:moveTo>
                  <a:lnTo>
                    <a:pt x="3395472" y="449985"/>
                  </a:lnTo>
                  <a:lnTo>
                    <a:pt x="3395472" y="225361"/>
                  </a:lnTo>
                  <a:lnTo>
                    <a:pt x="3620135" y="225361"/>
                  </a:lnTo>
                  <a:lnTo>
                    <a:pt x="3620135" y="449985"/>
                  </a:lnTo>
                  <a:lnTo>
                    <a:pt x="3507740" y="449985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2" name="Google Shape;12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889736" y="5053584"/>
              <a:ext cx="518159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743175" y="5053584"/>
              <a:ext cx="460248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5438119" y="5053584"/>
              <a:ext cx="890015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6824960" y="5050536"/>
              <a:ext cx="557784" cy="954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3353414" y="3912895"/>
              <a:ext cx="4410075" cy="24844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>
            <p:ph type="title"/>
          </p:nvPr>
        </p:nvSpPr>
        <p:spPr>
          <a:xfrm>
            <a:off x="1165626" y="4626451"/>
            <a:ext cx="15969447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Manejo de Conftictos</a:t>
            </a:r>
            <a:endParaRPr sz="6000"/>
          </a:p>
        </p:txBody>
      </p:sp>
      <p:grpSp>
        <p:nvGrpSpPr>
          <p:cNvPr id="132" name="Google Shape;132;p5"/>
          <p:cNvGrpSpPr/>
          <p:nvPr/>
        </p:nvGrpSpPr>
        <p:grpSpPr>
          <a:xfrm>
            <a:off x="1555343" y="6057773"/>
            <a:ext cx="11029950" cy="1390650"/>
            <a:chOff x="1555343" y="6057773"/>
            <a:chExt cx="11029950" cy="1390650"/>
          </a:xfrm>
        </p:grpSpPr>
        <p:pic>
          <p:nvPicPr>
            <p:cNvPr id="133" name="Google Shape;133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11934" y="6057773"/>
              <a:ext cx="3420795" cy="2919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5"/>
            <p:cNvSpPr/>
            <p:nvPr/>
          </p:nvSpPr>
          <p:spPr>
            <a:xfrm>
              <a:off x="1555343" y="6829298"/>
              <a:ext cx="11029950" cy="619125"/>
            </a:xfrm>
            <a:custGeom>
              <a:rect b="b" l="l" r="r" t="t"/>
              <a:pathLst>
                <a:path extrusionOk="0" h="619125" w="11029950">
                  <a:moveTo>
                    <a:pt x="125755" y="501357"/>
                  </a:moveTo>
                  <a:lnTo>
                    <a:pt x="112153" y="459740"/>
                  </a:lnTo>
                  <a:lnTo>
                    <a:pt x="85877" y="446201"/>
                  </a:lnTo>
                  <a:lnTo>
                    <a:pt x="85877" y="491185"/>
                  </a:lnTo>
                  <a:lnTo>
                    <a:pt x="85877" y="512305"/>
                  </a:lnTo>
                  <a:lnTo>
                    <a:pt x="40513" y="512305"/>
                  </a:lnTo>
                  <a:lnTo>
                    <a:pt x="40551" y="491185"/>
                  </a:lnTo>
                  <a:lnTo>
                    <a:pt x="41452" y="487692"/>
                  </a:lnTo>
                  <a:lnTo>
                    <a:pt x="45212" y="483425"/>
                  </a:lnTo>
                  <a:lnTo>
                    <a:pt x="48983" y="482346"/>
                  </a:lnTo>
                  <a:lnTo>
                    <a:pt x="76987" y="482346"/>
                  </a:lnTo>
                  <a:lnTo>
                    <a:pt x="80010" y="483527"/>
                  </a:lnTo>
                  <a:lnTo>
                    <a:pt x="84696" y="488162"/>
                  </a:lnTo>
                  <a:lnTo>
                    <a:pt x="85877" y="491185"/>
                  </a:lnTo>
                  <a:lnTo>
                    <a:pt x="85877" y="446201"/>
                  </a:lnTo>
                  <a:lnTo>
                    <a:pt x="85039" y="445973"/>
                  </a:lnTo>
                  <a:lnTo>
                    <a:pt x="72974" y="445046"/>
                  </a:lnTo>
                  <a:lnTo>
                    <a:pt x="57873" y="445046"/>
                  </a:lnTo>
                  <a:lnTo>
                    <a:pt x="13766" y="458889"/>
                  </a:lnTo>
                  <a:lnTo>
                    <a:pt x="88" y="501357"/>
                  </a:lnTo>
                  <a:lnTo>
                    <a:pt x="0" y="560628"/>
                  </a:lnTo>
                  <a:lnTo>
                    <a:pt x="939" y="574687"/>
                  </a:lnTo>
                  <a:lnTo>
                    <a:pt x="23723" y="610730"/>
                  </a:lnTo>
                  <a:lnTo>
                    <a:pt x="61087" y="618502"/>
                  </a:lnTo>
                  <a:lnTo>
                    <a:pt x="115519" y="618502"/>
                  </a:lnTo>
                  <a:lnTo>
                    <a:pt x="115519" y="581202"/>
                  </a:lnTo>
                  <a:lnTo>
                    <a:pt x="51676" y="581202"/>
                  </a:lnTo>
                  <a:lnTo>
                    <a:pt x="47218" y="579996"/>
                  </a:lnTo>
                  <a:lnTo>
                    <a:pt x="44500" y="577608"/>
                  </a:lnTo>
                  <a:lnTo>
                    <a:pt x="41846" y="575195"/>
                  </a:lnTo>
                  <a:lnTo>
                    <a:pt x="40513" y="571690"/>
                  </a:lnTo>
                  <a:lnTo>
                    <a:pt x="40513" y="549605"/>
                  </a:lnTo>
                  <a:lnTo>
                    <a:pt x="125755" y="549605"/>
                  </a:lnTo>
                  <a:lnTo>
                    <a:pt x="125755" y="512305"/>
                  </a:lnTo>
                  <a:lnTo>
                    <a:pt x="125755" y="501357"/>
                  </a:lnTo>
                  <a:close/>
                </a:path>
                <a:path extrusionOk="0" h="619125" w="11029950">
                  <a:moveTo>
                    <a:pt x="291350" y="557428"/>
                  </a:moveTo>
                  <a:lnTo>
                    <a:pt x="270776" y="516369"/>
                  </a:lnTo>
                  <a:lnTo>
                    <a:pt x="240753" y="509409"/>
                  </a:lnTo>
                  <a:lnTo>
                    <a:pt x="226961" y="509409"/>
                  </a:lnTo>
                  <a:lnTo>
                    <a:pt x="224777" y="508812"/>
                  </a:lnTo>
                  <a:lnTo>
                    <a:pt x="221856" y="506412"/>
                  </a:lnTo>
                  <a:lnTo>
                    <a:pt x="221132" y="504431"/>
                  </a:lnTo>
                  <a:lnTo>
                    <a:pt x="221132" y="487616"/>
                  </a:lnTo>
                  <a:lnTo>
                    <a:pt x="221983" y="485686"/>
                  </a:lnTo>
                  <a:lnTo>
                    <a:pt x="225475" y="483031"/>
                  </a:lnTo>
                  <a:lnTo>
                    <a:pt x="228295" y="482346"/>
                  </a:lnTo>
                  <a:lnTo>
                    <a:pt x="284937" y="482346"/>
                  </a:lnTo>
                  <a:lnTo>
                    <a:pt x="284937" y="445046"/>
                  </a:lnTo>
                  <a:lnTo>
                    <a:pt x="235356" y="445046"/>
                  </a:lnTo>
                  <a:lnTo>
                    <a:pt x="223100" y="445744"/>
                  </a:lnTo>
                  <a:lnTo>
                    <a:pt x="188709" y="462635"/>
                  </a:lnTo>
                  <a:lnTo>
                    <a:pt x="180619" y="492048"/>
                  </a:lnTo>
                  <a:lnTo>
                    <a:pt x="180619" y="501357"/>
                  </a:lnTo>
                  <a:lnTo>
                    <a:pt x="201066" y="542163"/>
                  </a:lnTo>
                  <a:lnTo>
                    <a:pt x="231838" y="548665"/>
                  </a:lnTo>
                  <a:lnTo>
                    <a:pt x="248399" y="548665"/>
                  </a:lnTo>
                  <a:lnTo>
                    <a:pt x="250774" y="551243"/>
                  </a:lnTo>
                  <a:lnTo>
                    <a:pt x="250774" y="576033"/>
                  </a:lnTo>
                  <a:lnTo>
                    <a:pt x="249986" y="578015"/>
                  </a:lnTo>
                  <a:lnTo>
                    <a:pt x="248424" y="579323"/>
                  </a:lnTo>
                  <a:lnTo>
                    <a:pt x="246849" y="580580"/>
                  </a:lnTo>
                  <a:lnTo>
                    <a:pt x="243992" y="581202"/>
                  </a:lnTo>
                  <a:lnTo>
                    <a:pt x="182257" y="581202"/>
                  </a:lnTo>
                  <a:lnTo>
                    <a:pt x="182257" y="618502"/>
                  </a:lnTo>
                  <a:lnTo>
                    <a:pt x="236613" y="618502"/>
                  </a:lnTo>
                  <a:lnTo>
                    <a:pt x="248767" y="617778"/>
                  </a:lnTo>
                  <a:lnTo>
                    <a:pt x="283171" y="600303"/>
                  </a:lnTo>
                  <a:lnTo>
                    <a:pt x="291350" y="571817"/>
                  </a:lnTo>
                  <a:lnTo>
                    <a:pt x="291350" y="557428"/>
                  </a:lnTo>
                  <a:close/>
                </a:path>
                <a:path extrusionOk="0" h="619125" w="11029950">
                  <a:moveTo>
                    <a:pt x="467829" y="445046"/>
                  </a:moveTo>
                  <a:lnTo>
                    <a:pt x="421055" y="445046"/>
                  </a:lnTo>
                  <a:lnTo>
                    <a:pt x="421055" y="406565"/>
                  </a:lnTo>
                  <a:lnTo>
                    <a:pt x="380466" y="406565"/>
                  </a:lnTo>
                  <a:lnTo>
                    <a:pt x="380466" y="445046"/>
                  </a:lnTo>
                  <a:lnTo>
                    <a:pt x="350050" y="445046"/>
                  </a:lnTo>
                  <a:lnTo>
                    <a:pt x="350050" y="482346"/>
                  </a:lnTo>
                  <a:lnTo>
                    <a:pt x="380466" y="482346"/>
                  </a:lnTo>
                  <a:lnTo>
                    <a:pt x="380466" y="573379"/>
                  </a:lnTo>
                  <a:lnTo>
                    <a:pt x="381114" y="582803"/>
                  </a:lnTo>
                  <a:lnTo>
                    <a:pt x="403567" y="615340"/>
                  </a:lnTo>
                  <a:lnTo>
                    <a:pt x="420751" y="618502"/>
                  </a:lnTo>
                  <a:lnTo>
                    <a:pt x="467829" y="618502"/>
                  </a:lnTo>
                  <a:lnTo>
                    <a:pt x="467829" y="581202"/>
                  </a:lnTo>
                  <a:lnTo>
                    <a:pt x="425462" y="581202"/>
                  </a:lnTo>
                  <a:lnTo>
                    <a:pt x="423329" y="580834"/>
                  </a:lnTo>
                  <a:lnTo>
                    <a:pt x="422389" y="580097"/>
                  </a:lnTo>
                  <a:lnTo>
                    <a:pt x="421500" y="579323"/>
                  </a:lnTo>
                  <a:lnTo>
                    <a:pt x="421055" y="577621"/>
                  </a:lnTo>
                  <a:lnTo>
                    <a:pt x="421055" y="482346"/>
                  </a:lnTo>
                  <a:lnTo>
                    <a:pt x="467829" y="482346"/>
                  </a:lnTo>
                  <a:lnTo>
                    <a:pt x="467829" y="445046"/>
                  </a:lnTo>
                  <a:close/>
                </a:path>
                <a:path extrusionOk="0" h="619125" w="11029950">
                  <a:moveTo>
                    <a:pt x="641705" y="445046"/>
                  </a:moveTo>
                  <a:lnTo>
                    <a:pt x="590435" y="445046"/>
                  </a:lnTo>
                  <a:lnTo>
                    <a:pt x="583247" y="447255"/>
                  </a:lnTo>
                  <a:lnTo>
                    <a:pt x="580478" y="451688"/>
                  </a:lnTo>
                  <a:lnTo>
                    <a:pt x="583057" y="445046"/>
                  </a:lnTo>
                  <a:lnTo>
                    <a:pt x="520814" y="445046"/>
                  </a:lnTo>
                  <a:lnTo>
                    <a:pt x="520814" y="482346"/>
                  </a:lnTo>
                  <a:lnTo>
                    <a:pt x="544195" y="482346"/>
                  </a:lnTo>
                  <a:lnTo>
                    <a:pt x="544195" y="581202"/>
                  </a:lnTo>
                  <a:lnTo>
                    <a:pt x="520814" y="581202"/>
                  </a:lnTo>
                  <a:lnTo>
                    <a:pt x="520814" y="618502"/>
                  </a:lnTo>
                  <a:lnTo>
                    <a:pt x="619582" y="618502"/>
                  </a:lnTo>
                  <a:lnTo>
                    <a:pt x="619582" y="581202"/>
                  </a:lnTo>
                  <a:lnTo>
                    <a:pt x="584695" y="581202"/>
                  </a:lnTo>
                  <a:lnTo>
                    <a:pt x="584695" y="497370"/>
                  </a:lnTo>
                  <a:lnTo>
                    <a:pt x="594220" y="483984"/>
                  </a:lnTo>
                  <a:lnTo>
                    <a:pt x="641705" y="483984"/>
                  </a:lnTo>
                  <a:lnTo>
                    <a:pt x="641705" y="451688"/>
                  </a:lnTo>
                  <a:lnTo>
                    <a:pt x="641705" y="445046"/>
                  </a:lnTo>
                  <a:close/>
                </a:path>
                <a:path extrusionOk="0" h="619125" w="11029950">
                  <a:moveTo>
                    <a:pt x="818184" y="445046"/>
                  </a:moveTo>
                  <a:lnTo>
                    <a:pt x="777671" y="445046"/>
                  </a:lnTo>
                  <a:lnTo>
                    <a:pt x="777595" y="571576"/>
                  </a:lnTo>
                  <a:lnTo>
                    <a:pt x="777417" y="573379"/>
                  </a:lnTo>
                  <a:lnTo>
                    <a:pt x="776211" y="575716"/>
                  </a:lnTo>
                  <a:lnTo>
                    <a:pt x="774077" y="577913"/>
                  </a:lnTo>
                  <a:lnTo>
                    <a:pt x="771994" y="580097"/>
                  </a:lnTo>
                  <a:lnTo>
                    <a:pt x="768464" y="581202"/>
                  </a:lnTo>
                  <a:lnTo>
                    <a:pt x="741565" y="581202"/>
                  </a:lnTo>
                  <a:lnTo>
                    <a:pt x="738047" y="579970"/>
                  </a:lnTo>
                  <a:lnTo>
                    <a:pt x="735596" y="577519"/>
                  </a:lnTo>
                  <a:lnTo>
                    <a:pt x="733196" y="575068"/>
                  </a:lnTo>
                  <a:lnTo>
                    <a:pt x="732002" y="571576"/>
                  </a:lnTo>
                  <a:lnTo>
                    <a:pt x="732002" y="445046"/>
                  </a:lnTo>
                  <a:lnTo>
                    <a:pt x="691489" y="445046"/>
                  </a:lnTo>
                  <a:lnTo>
                    <a:pt x="691489" y="560628"/>
                  </a:lnTo>
                  <a:lnTo>
                    <a:pt x="692404" y="574522"/>
                  </a:lnTo>
                  <a:lnTo>
                    <a:pt x="714324" y="610590"/>
                  </a:lnTo>
                  <a:lnTo>
                    <a:pt x="749363" y="618502"/>
                  </a:lnTo>
                  <a:lnTo>
                    <a:pt x="771728" y="618502"/>
                  </a:lnTo>
                  <a:lnTo>
                    <a:pt x="778979" y="616292"/>
                  </a:lnTo>
                  <a:lnTo>
                    <a:pt x="782053" y="611847"/>
                  </a:lnTo>
                  <a:lnTo>
                    <a:pt x="779233" y="618502"/>
                  </a:lnTo>
                  <a:lnTo>
                    <a:pt x="818184" y="618502"/>
                  </a:lnTo>
                  <a:lnTo>
                    <a:pt x="818184" y="611847"/>
                  </a:lnTo>
                  <a:lnTo>
                    <a:pt x="818184" y="581202"/>
                  </a:lnTo>
                  <a:lnTo>
                    <a:pt x="818184" y="445046"/>
                  </a:lnTo>
                  <a:close/>
                </a:path>
                <a:path extrusionOk="0" h="619125" w="11029950">
                  <a:moveTo>
                    <a:pt x="982141" y="445046"/>
                  </a:moveTo>
                  <a:lnTo>
                    <a:pt x="934199" y="445046"/>
                  </a:lnTo>
                  <a:lnTo>
                    <a:pt x="919886" y="445935"/>
                  </a:lnTo>
                  <a:lnTo>
                    <a:pt x="881697" y="467118"/>
                  </a:lnTo>
                  <a:lnTo>
                    <a:pt x="873125" y="502920"/>
                  </a:lnTo>
                  <a:lnTo>
                    <a:pt x="873125" y="560628"/>
                  </a:lnTo>
                  <a:lnTo>
                    <a:pt x="888212" y="604659"/>
                  </a:lnTo>
                  <a:lnTo>
                    <a:pt x="934199" y="618502"/>
                  </a:lnTo>
                  <a:lnTo>
                    <a:pt x="982141" y="618502"/>
                  </a:lnTo>
                  <a:lnTo>
                    <a:pt x="982141" y="581202"/>
                  </a:lnTo>
                  <a:lnTo>
                    <a:pt x="924788" y="581202"/>
                  </a:lnTo>
                  <a:lnTo>
                    <a:pt x="920330" y="579996"/>
                  </a:lnTo>
                  <a:lnTo>
                    <a:pt x="917613" y="577608"/>
                  </a:lnTo>
                  <a:lnTo>
                    <a:pt x="914958" y="575195"/>
                  </a:lnTo>
                  <a:lnTo>
                    <a:pt x="913625" y="571690"/>
                  </a:lnTo>
                  <a:lnTo>
                    <a:pt x="913625" y="491858"/>
                  </a:lnTo>
                  <a:lnTo>
                    <a:pt x="914958" y="488340"/>
                  </a:lnTo>
                  <a:lnTo>
                    <a:pt x="917613" y="485940"/>
                  </a:lnTo>
                  <a:lnTo>
                    <a:pt x="920330" y="483552"/>
                  </a:lnTo>
                  <a:lnTo>
                    <a:pt x="924788" y="482346"/>
                  </a:lnTo>
                  <a:lnTo>
                    <a:pt x="982141" y="482346"/>
                  </a:lnTo>
                  <a:lnTo>
                    <a:pt x="982141" y="445046"/>
                  </a:lnTo>
                  <a:close/>
                </a:path>
                <a:path extrusionOk="0" h="619125" w="11029950">
                  <a:moveTo>
                    <a:pt x="1159624" y="445046"/>
                  </a:moveTo>
                  <a:lnTo>
                    <a:pt x="1112862" y="445046"/>
                  </a:lnTo>
                  <a:lnTo>
                    <a:pt x="1112862" y="406565"/>
                  </a:lnTo>
                  <a:lnTo>
                    <a:pt x="1072261" y="406565"/>
                  </a:lnTo>
                  <a:lnTo>
                    <a:pt x="1072261" y="445046"/>
                  </a:lnTo>
                  <a:lnTo>
                    <a:pt x="1041844" y="445046"/>
                  </a:lnTo>
                  <a:lnTo>
                    <a:pt x="1041844" y="482346"/>
                  </a:lnTo>
                  <a:lnTo>
                    <a:pt x="1072261" y="482346"/>
                  </a:lnTo>
                  <a:lnTo>
                    <a:pt x="1072261" y="573379"/>
                  </a:lnTo>
                  <a:lnTo>
                    <a:pt x="1072908" y="582803"/>
                  </a:lnTo>
                  <a:lnTo>
                    <a:pt x="1095375" y="615340"/>
                  </a:lnTo>
                  <a:lnTo>
                    <a:pt x="1112545" y="618502"/>
                  </a:lnTo>
                  <a:lnTo>
                    <a:pt x="1159624" y="618502"/>
                  </a:lnTo>
                  <a:lnTo>
                    <a:pt x="1159624" y="581202"/>
                  </a:lnTo>
                  <a:lnTo>
                    <a:pt x="1117257" y="581202"/>
                  </a:lnTo>
                  <a:lnTo>
                    <a:pt x="1115123" y="580834"/>
                  </a:lnTo>
                  <a:lnTo>
                    <a:pt x="1114183" y="580097"/>
                  </a:lnTo>
                  <a:lnTo>
                    <a:pt x="1113294" y="579323"/>
                  </a:lnTo>
                  <a:lnTo>
                    <a:pt x="1112862" y="577621"/>
                  </a:lnTo>
                  <a:lnTo>
                    <a:pt x="1112862" y="482346"/>
                  </a:lnTo>
                  <a:lnTo>
                    <a:pt x="1159624" y="482346"/>
                  </a:lnTo>
                  <a:lnTo>
                    <a:pt x="1159624" y="445046"/>
                  </a:lnTo>
                  <a:close/>
                </a:path>
                <a:path extrusionOk="0" h="619125" w="11029950">
                  <a:moveTo>
                    <a:pt x="1337030" y="445046"/>
                  </a:moveTo>
                  <a:lnTo>
                    <a:pt x="1296517" y="445046"/>
                  </a:lnTo>
                  <a:lnTo>
                    <a:pt x="1296441" y="571576"/>
                  </a:lnTo>
                  <a:lnTo>
                    <a:pt x="1296263" y="573379"/>
                  </a:lnTo>
                  <a:lnTo>
                    <a:pt x="1295057" y="575716"/>
                  </a:lnTo>
                  <a:lnTo>
                    <a:pt x="1292923" y="577913"/>
                  </a:lnTo>
                  <a:lnTo>
                    <a:pt x="1290840" y="580097"/>
                  </a:lnTo>
                  <a:lnTo>
                    <a:pt x="1287322" y="581202"/>
                  </a:lnTo>
                  <a:lnTo>
                    <a:pt x="1260411" y="581202"/>
                  </a:lnTo>
                  <a:lnTo>
                    <a:pt x="1256893" y="579970"/>
                  </a:lnTo>
                  <a:lnTo>
                    <a:pt x="1254442" y="577519"/>
                  </a:lnTo>
                  <a:lnTo>
                    <a:pt x="1252042" y="575068"/>
                  </a:lnTo>
                  <a:lnTo>
                    <a:pt x="1250848" y="571576"/>
                  </a:lnTo>
                  <a:lnTo>
                    <a:pt x="1250848" y="445046"/>
                  </a:lnTo>
                  <a:lnTo>
                    <a:pt x="1210335" y="445046"/>
                  </a:lnTo>
                  <a:lnTo>
                    <a:pt x="1210335" y="560628"/>
                  </a:lnTo>
                  <a:lnTo>
                    <a:pt x="1211249" y="574522"/>
                  </a:lnTo>
                  <a:lnTo>
                    <a:pt x="1233182" y="610590"/>
                  </a:lnTo>
                  <a:lnTo>
                    <a:pt x="1268209" y="618502"/>
                  </a:lnTo>
                  <a:lnTo>
                    <a:pt x="1290574" y="618502"/>
                  </a:lnTo>
                  <a:lnTo>
                    <a:pt x="1297825" y="616292"/>
                  </a:lnTo>
                  <a:lnTo>
                    <a:pt x="1300899" y="611847"/>
                  </a:lnTo>
                  <a:lnTo>
                    <a:pt x="1298079" y="618502"/>
                  </a:lnTo>
                  <a:lnTo>
                    <a:pt x="1337030" y="618502"/>
                  </a:lnTo>
                  <a:lnTo>
                    <a:pt x="1337030" y="611847"/>
                  </a:lnTo>
                  <a:lnTo>
                    <a:pt x="1337030" y="581202"/>
                  </a:lnTo>
                  <a:lnTo>
                    <a:pt x="1337030" y="445046"/>
                  </a:lnTo>
                  <a:close/>
                </a:path>
                <a:path extrusionOk="0" h="619125" w="11029950">
                  <a:moveTo>
                    <a:pt x="1506461" y="445046"/>
                  </a:moveTo>
                  <a:lnTo>
                    <a:pt x="1455191" y="445046"/>
                  </a:lnTo>
                  <a:lnTo>
                    <a:pt x="1447990" y="447255"/>
                  </a:lnTo>
                  <a:lnTo>
                    <a:pt x="1445221" y="451688"/>
                  </a:lnTo>
                  <a:lnTo>
                    <a:pt x="1447812" y="445046"/>
                  </a:lnTo>
                  <a:lnTo>
                    <a:pt x="1385557" y="445046"/>
                  </a:lnTo>
                  <a:lnTo>
                    <a:pt x="1385557" y="482346"/>
                  </a:lnTo>
                  <a:lnTo>
                    <a:pt x="1408938" y="482346"/>
                  </a:lnTo>
                  <a:lnTo>
                    <a:pt x="1408938" y="581202"/>
                  </a:lnTo>
                  <a:lnTo>
                    <a:pt x="1385557" y="581202"/>
                  </a:lnTo>
                  <a:lnTo>
                    <a:pt x="1385557" y="618502"/>
                  </a:lnTo>
                  <a:lnTo>
                    <a:pt x="1484325" y="618502"/>
                  </a:lnTo>
                  <a:lnTo>
                    <a:pt x="1484325" y="581202"/>
                  </a:lnTo>
                  <a:lnTo>
                    <a:pt x="1449451" y="581202"/>
                  </a:lnTo>
                  <a:lnTo>
                    <a:pt x="1449451" y="497370"/>
                  </a:lnTo>
                  <a:lnTo>
                    <a:pt x="1458963" y="483984"/>
                  </a:lnTo>
                  <a:lnTo>
                    <a:pt x="1506461" y="483984"/>
                  </a:lnTo>
                  <a:lnTo>
                    <a:pt x="1506461" y="451688"/>
                  </a:lnTo>
                  <a:lnTo>
                    <a:pt x="1506461" y="445046"/>
                  </a:lnTo>
                  <a:close/>
                </a:path>
                <a:path extrusionOk="0" h="619125" w="11029950">
                  <a:moveTo>
                    <a:pt x="1690903" y="582764"/>
                  </a:moveTo>
                  <a:lnTo>
                    <a:pt x="1682051" y="582764"/>
                  </a:lnTo>
                  <a:lnTo>
                    <a:pt x="1677174" y="582472"/>
                  </a:lnTo>
                  <a:lnTo>
                    <a:pt x="1675396" y="581329"/>
                  </a:lnTo>
                  <a:lnTo>
                    <a:pt x="1675307" y="581202"/>
                  </a:lnTo>
                  <a:lnTo>
                    <a:pt x="1674952" y="580618"/>
                  </a:lnTo>
                  <a:lnTo>
                    <a:pt x="1674952" y="543191"/>
                  </a:lnTo>
                  <a:lnTo>
                    <a:pt x="1674952" y="502920"/>
                  </a:lnTo>
                  <a:lnTo>
                    <a:pt x="1659623" y="459117"/>
                  </a:lnTo>
                  <a:lnTo>
                    <a:pt x="1613801" y="445046"/>
                  </a:lnTo>
                  <a:lnTo>
                    <a:pt x="1560690" y="445046"/>
                  </a:lnTo>
                  <a:lnTo>
                    <a:pt x="1560690" y="482346"/>
                  </a:lnTo>
                  <a:lnTo>
                    <a:pt x="1623212" y="482346"/>
                  </a:lnTo>
                  <a:lnTo>
                    <a:pt x="1627644" y="483552"/>
                  </a:lnTo>
                  <a:lnTo>
                    <a:pt x="1630299" y="485940"/>
                  </a:lnTo>
                  <a:lnTo>
                    <a:pt x="1633016" y="488340"/>
                  </a:lnTo>
                  <a:lnTo>
                    <a:pt x="1634363" y="491858"/>
                  </a:lnTo>
                  <a:lnTo>
                    <a:pt x="1634363" y="505891"/>
                  </a:lnTo>
                  <a:lnTo>
                    <a:pt x="1634363" y="543191"/>
                  </a:lnTo>
                  <a:lnTo>
                    <a:pt x="1634337" y="575513"/>
                  </a:lnTo>
                  <a:lnTo>
                    <a:pt x="1633969" y="577811"/>
                  </a:lnTo>
                  <a:lnTo>
                    <a:pt x="1632407" y="580517"/>
                  </a:lnTo>
                  <a:lnTo>
                    <a:pt x="1630108" y="581202"/>
                  </a:lnTo>
                  <a:lnTo>
                    <a:pt x="1594065" y="581202"/>
                  </a:lnTo>
                  <a:lnTo>
                    <a:pt x="1591589" y="580580"/>
                  </a:lnTo>
                  <a:lnTo>
                    <a:pt x="1590332" y="579323"/>
                  </a:lnTo>
                  <a:lnTo>
                    <a:pt x="1589087" y="578015"/>
                  </a:lnTo>
                  <a:lnTo>
                    <a:pt x="1588452" y="575513"/>
                  </a:lnTo>
                  <a:lnTo>
                    <a:pt x="1588452" y="552081"/>
                  </a:lnTo>
                  <a:lnTo>
                    <a:pt x="1589608" y="549059"/>
                  </a:lnTo>
                  <a:lnTo>
                    <a:pt x="1591894" y="546709"/>
                  </a:lnTo>
                  <a:lnTo>
                    <a:pt x="1594243" y="544360"/>
                  </a:lnTo>
                  <a:lnTo>
                    <a:pt x="1597266" y="543191"/>
                  </a:lnTo>
                  <a:lnTo>
                    <a:pt x="1634363" y="543191"/>
                  </a:lnTo>
                  <a:lnTo>
                    <a:pt x="1634363" y="505891"/>
                  </a:lnTo>
                  <a:lnTo>
                    <a:pt x="1601292" y="505891"/>
                  </a:lnTo>
                  <a:lnTo>
                    <a:pt x="1577911" y="509422"/>
                  </a:lnTo>
                  <a:lnTo>
                    <a:pt x="1561223" y="519976"/>
                  </a:lnTo>
                  <a:lnTo>
                    <a:pt x="1551203" y="537565"/>
                  </a:lnTo>
                  <a:lnTo>
                    <a:pt x="1547876" y="562190"/>
                  </a:lnTo>
                  <a:lnTo>
                    <a:pt x="1547876" y="568604"/>
                  </a:lnTo>
                  <a:lnTo>
                    <a:pt x="1561007" y="606933"/>
                  </a:lnTo>
                  <a:lnTo>
                    <a:pt x="1600974" y="618502"/>
                  </a:lnTo>
                  <a:lnTo>
                    <a:pt x="1639836" y="618502"/>
                  </a:lnTo>
                  <a:lnTo>
                    <a:pt x="1646377" y="615480"/>
                  </a:lnTo>
                  <a:lnTo>
                    <a:pt x="1649145" y="609434"/>
                  </a:lnTo>
                  <a:lnTo>
                    <a:pt x="1648574" y="611098"/>
                  </a:lnTo>
                  <a:lnTo>
                    <a:pt x="1650365" y="613029"/>
                  </a:lnTo>
                  <a:lnTo>
                    <a:pt x="1658759" y="617410"/>
                  </a:lnTo>
                  <a:lnTo>
                    <a:pt x="1662811" y="618502"/>
                  </a:lnTo>
                  <a:lnTo>
                    <a:pt x="1690903" y="618502"/>
                  </a:lnTo>
                  <a:lnTo>
                    <a:pt x="1690903" y="609434"/>
                  </a:lnTo>
                  <a:lnTo>
                    <a:pt x="1690903" y="582764"/>
                  </a:lnTo>
                  <a:close/>
                </a:path>
                <a:path extrusionOk="0" h="619125" w="11029950">
                  <a:moveTo>
                    <a:pt x="8776322" y="0"/>
                  </a:moveTo>
                  <a:lnTo>
                    <a:pt x="8735809" y="0"/>
                  </a:lnTo>
                  <a:lnTo>
                    <a:pt x="8735809" y="64046"/>
                  </a:lnTo>
                  <a:lnTo>
                    <a:pt x="8735809" y="101346"/>
                  </a:lnTo>
                  <a:lnTo>
                    <a:pt x="8735809" y="191757"/>
                  </a:lnTo>
                  <a:lnTo>
                    <a:pt x="8734717" y="194195"/>
                  </a:lnTo>
                  <a:lnTo>
                    <a:pt x="8732533" y="196608"/>
                  </a:lnTo>
                  <a:lnTo>
                    <a:pt x="8730336" y="198996"/>
                  </a:lnTo>
                  <a:lnTo>
                    <a:pt x="8726691" y="200202"/>
                  </a:lnTo>
                  <a:lnTo>
                    <a:pt x="8695830" y="200202"/>
                  </a:lnTo>
                  <a:lnTo>
                    <a:pt x="8691372" y="198996"/>
                  </a:lnTo>
                  <a:lnTo>
                    <a:pt x="8688654" y="196608"/>
                  </a:lnTo>
                  <a:lnTo>
                    <a:pt x="8686000" y="194195"/>
                  </a:lnTo>
                  <a:lnTo>
                    <a:pt x="8684666" y="190690"/>
                  </a:lnTo>
                  <a:lnTo>
                    <a:pt x="8684666" y="110858"/>
                  </a:lnTo>
                  <a:lnTo>
                    <a:pt x="8686000" y="107340"/>
                  </a:lnTo>
                  <a:lnTo>
                    <a:pt x="8688654" y="104940"/>
                  </a:lnTo>
                  <a:lnTo>
                    <a:pt x="8691372" y="102552"/>
                  </a:lnTo>
                  <a:lnTo>
                    <a:pt x="8695830" y="101346"/>
                  </a:lnTo>
                  <a:lnTo>
                    <a:pt x="8735809" y="101346"/>
                  </a:lnTo>
                  <a:lnTo>
                    <a:pt x="8735809" y="64046"/>
                  </a:lnTo>
                  <a:lnTo>
                    <a:pt x="8705240" y="64046"/>
                  </a:lnTo>
                  <a:lnTo>
                    <a:pt x="8690966" y="64935"/>
                  </a:lnTo>
                  <a:lnTo>
                    <a:pt x="8652777" y="86118"/>
                  </a:lnTo>
                  <a:lnTo>
                    <a:pt x="8644166" y="121920"/>
                  </a:lnTo>
                  <a:lnTo>
                    <a:pt x="8644166" y="179628"/>
                  </a:lnTo>
                  <a:lnTo>
                    <a:pt x="8659330" y="223659"/>
                  </a:lnTo>
                  <a:lnTo>
                    <a:pt x="8705240" y="237502"/>
                  </a:lnTo>
                  <a:lnTo>
                    <a:pt x="8729840" y="237502"/>
                  </a:lnTo>
                  <a:lnTo>
                    <a:pt x="8737117" y="235292"/>
                  </a:lnTo>
                  <a:lnTo>
                    <a:pt x="8740191" y="230847"/>
                  </a:lnTo>
                  <a:lnTo>
                    <a:pt x="8737371" y="237502"/>
                  </a:lnTo>
                  <a:lnTo>
                    <a:pt x="8776322" y="237502"/>
                  </a:lnTo>
                  <a:lnTo>
                    <a:pt x="8776322" y="230847"/>
                  </a:lnTo>
                  <a:lnTo>
                    <a:pt x="8776322" y="200202"/>
                  </a:lnTo>
                  <a:lnTo>
                    <a:pt x="8776322" y="101346"/>
                  </a:lnTo>
                  <a:lnTo>
                    <a:pt x="8776322" y="0"/>
                  </a:lnTo>
                  <a:close/>
                </a:path>
                <a:path extrusionOk="0" h="619125" w="11029950">
                  <a:moveTo>
                    <a:pt x="8954668" y="201764"/>
                  </a:moveTo>
                  <a:lnTo>
                    <a:pt x="8945804" y="201764"/>
                  </a:lnTo>
                  <a:lnTo>
                    <a:pt x="8940940" y="201472"/>
                  </a:lnTo>
                  <a:lnTo>
                    <a:pt x="8939162" y="200329"/>
                  </a:lnTo>
                  <a:lnTo>
                    <a:pt x="8939073" y="200202"/>
                  </a:lnTo>
                  <a:lnTo>
                    <a:pt x="8938717" y="199618"/>
                  </a:lnTo>
                  <a:lnTo>
                    <a:pt x="8938717" y="162191"/>
                  </a:lnTo>
                  <a:lnTo>
                    <a:pt x="8938717" y="121920"/>
                  </a:lnTo>
                  <a:lnTo>
                    <a:pt x="8923388" y="78117"/>
                  </a:lnTo>
                  <a:lnTo>
                    <a:pt x="8877567" y="64046"/>
                  </a:lnTo>
                  <a:lnTo>
                    <a:pt x="8824455" y="64046"/>
                  </a:lnTo>
                  <a:lnTo>
                    <a:pt x="8824455" y="101346"/>
                  </a:lnTo>
                  <a:lnTo>
                    <a:pt x="8886977" y="101346"/>
                  </a:lnTo>
                  <a:lnTo>
                    <a:pt x="8891410" y="102552"/>
                  </a:lnTo>
                  <a:lnTo>
                    <a:pt x="8896769" y="107340"/>
                  </a:lnTo>
                  <a:lnTo>
                    <a:pt x="8898128" y="110858"/>
                  </a:lnTo>
                  <a:lnTo>
                    <a:pt x="8898128" y="124891"/>
                  </a:lnTo>
                  <a:lnTo>
                    <a:pt x="8898128" y="162191"/>
                  </a:lnTo>
                  <a:lnTo>
                    <a:pt x="8898103" y="194513"/>
                  </a:lnTo>
                  <a:lnTo>
                    <a:pt x="8897734" y="196811"/>
                  </a:lnTo>
                  <a:lnTo>
                    <a:pt x="8896172" y="199517"/>
                  </a:lnTo>
                  <a:lnTo>
                    <a:pt x="8893873" y="200202"/>
                  </a:lnTo>
                  <a:lnTo>
                    <a:pt x="8857831" y="200202"/>
                  </a:lnTo>
                  <a:lnTo>
                    <a:pt x="8855354" y="199580"/>
                  </a:lnTo>
                  <a:lnTo>
                    <a:pt x="8854097" y="198323"/>
                  </a:lnTo>
                  <a:lnTo>
                    <a:pt x="8852852" y="197015"/>
                  </a:lnTo>
                  <a:lnTo>
                    <a:pt x="8852217" y="194513"/>
                  </a:lnTo>
                  <a:lnTo>
                    <a:pt x="8852217" y="171081"/>
                  </a:lnTo>
                  <a:lnTo>
                    <a:pt x="8853373" y="168059"/>
                  </a:lnTo>
                  <a:lnTo>
                    <a:pt x="8855659" y="165709"/>
                  </a:lnTo>
                  <a:lnTo>
                    <a:pt x="8858009" y="163360"/>
                  </a:lnTo>
                  <a:lnTo>
                    <a:pt x="8861031" y="162191"/>
                  </a:lnTo>
                  <a:lnTo>
                    <a:pt x="8898128" y="162191"/>
                  </a:lnTo>
                  <a:lnTo>
                    <a:pt x="8898128" y="124891"/>
                  </a:lnTo>
                  <a:lnTo>
                    <a:pt x="8865044" y="124891"/>
                  </a:lnTo>
                  <a:lnTo>
                    <a:pt x="8841664" y="128422"/>
                  </a:lnTo>
                  <a:lnTo>
                    <a:pt x="8824976" y="138976"/>
                  </a:lnTo>
                  <a:lnTo>
                    <a:pt x="8814956" y="156565"/>
                  </a:lnTo>
                  <a:lnTo>
                    <a:pt x="8811628" y="181190"/>
                  </a:lnTo>
                  <a:lnTo>
                    <a:pt x="8811628" y="187604"/>
                  </a:lnTo>
                  <a:lnTo>
                    <a:pt x="8824773" y="225933"/>
                  </a:lnTo>
                  <a:lnTo>
                    <a:pt x="8864740" y="237502"/>
                  </a:lnTo>
                  <a:lnTo>
                    <a:pt x="8903602" y="237502"/>
                  </a:lnTo>
                  <a:lnTo>
                    <a:pt x="8910142" y="234480"/>
                  </a:lnTo>
                  <a:lnTo>
                    <a:pt x="8912911" y="228434"/>
                  </a:lnTo>
                  <a:lnTo>
                    <a:pt x="8912339" y="230098"/>
                  </a:lnTo>
                  <a:lnTo>
                    <a:pt x="8914130" y="232029"/>
                  </a:lnTo>
                  <a:lnTo>
                    <a:pt x="8922525" y="236410"/>
                  </a:lnTo>
                  <a:lnTo>
                    <a:pt x="8926563" y="237502"/>
                  </a:lnTo>
                  <a:lnTo>
                    <a:pt x="8954668" y="237502"/>
                  </a:lnTo>
                  <a:lnTo>
                    <a:pt x="8954668" y="228434"/>
                  </a:lnTo>
                  <a:lnTo>
                    <a:pt x="8954668" y="201764"/>
                  </a:lnTo>
                  <a:close/>
                </a:path>
                <a:path extrusionOk="0" h="619125" w="11029950">
                  <a:moveTo>
                    <a:pt x="9115184" y="64046"/>
                  </a:moveTo>
                  <a:lnTo>
                    <a:pt x="9068422" y="64046"/>
                  </a:lnTo>
                  <a:lnTo>
                    <a:pt x="9068422" y="25565"/>
                  </a:lnTo>
                  <a:lnTo>
                    <a:pt x="9027833" y="25565"/>
                  </a:lnTo>
                  <a:lnTo>
                    <a:pt x="9027833" y="64046"/>
                  </a:lnTo>
                  <a:lnTo>
                    <a:pt x="8997404" y="64046"/>
                  </a:lnTo>
                  <a:lnTo>
                    <a:pt x="8997404" y="101346"/>
                  </a:lnTo>
                  <a:lnTo>
                    <a:pt x="9027833" y="101346"/>
                  </a:lnTo>
                  <a:lnTo>
                    <a:pt x="9027833" y="192379"/>
                  </a:lnTo>
                  <a:lnTo>
                    <a:pt x="9028481" y="201803"/>
                  </a:lnTo>
                  <a:lnTo>
                    <a:pt x="9050934" y="234340"/>
                  </a:lnTo>
                  <a:lnTo>
                    <a:pt x="9068105" y="237502"/>
                  </a:lnTo>
                  <a:lnTo>
                    <a:pt x="9115184" y="237502"/>
                  </a:lnTo>
                  <a:lnTo>
                    <a:pt x="9115184" y="200202"/>
                  </a:lnTo>
                  <a:lnTo>
                    <a:pt x="9072829" y="200202"/>
                  </a:lnTo>
                  <a:lnTo>
                    <a:pt x="9070683" y="199834"/>
                  </a:lnTo>
                  <a:lnTo>
                    <a:pt x="9069743" y="199097"/>
                  </a:lnTo>
                  <a:lnTo>
                    <a:pt x="9068867" y="198323"/>
                  </a:lnTo>
                  <a:lnTo>
                    <a:pt x="9068422" y="196621"/>
                  </a:lnTo>
                  <a:lnTo>
                    <a:pt x="9068422" y="101346"/>
                  </a:lnTo>
                  <a:lnTo>
                    <a:pt x="9115184" y="101346"/>
                  </a:lnTo>
                  <a:lnTo>
                    <a:pt x="9115184" y="64046"/>
                  </a:lnTo>
                  <a:close/>
                </a:path>
                <a:path extrusionOk="0" h="619125" w="11029950">
                  <a:moveTo>
                    <a:pt x="9295486" y="121920"/>
                  </a:moveTo>
                  <a:lnTo>
                    <a:pt x="9280157" y="78117"/>
                  </a:lnTo>
                  <a:lnTo>
                    <a:pt x="9254973" y="66294"/>
                  </a:lnTo>
                  <a:lnTo>
                    <a:pt x="9254973" y="110858"/>
                  </a:lnTo>
                  <a:lnTo>
                    <a:pt x="9254973" y="190690"/>
                  </a:lnTo>
                  <a:lnTo>
                    <a:pt x="9253626" y="194195"/>
                  </a:lnTo>
                  <a:lnTo>
                    <a:pt x="9248254" y="198996"/>
                  </a:lnTo>
                  <a:lnTo>
                    <a:pt x="9243797" y="200202"/>
                  </a:lnTo>
                  <a:lnTo>
                    <a:pt x="9214358" y="200202"/>
                  </a:lnTo>
                  <a:lnTo>
                    <a:pt x="9209900" y="198996"/>
                  </a:lnTo>
                  <a:lnTo>
                    <a:pt x="9207195" y="196608"/>
                  </a:lnTo>
                  <a:lnTo>
                    <a:pt x="9204528" y="194195"/>
                  </a:lnTo>
                  <a:lnTo>
                    <a:pt x="9203207" y="190690"/>
                  </a:lnTo>
                  <a:lnTo>
                    <a:pt x="9203207" y="110858"/>
                  </a:lnTo>
                  <a:lnTo>
                    <a:pt x="9204528" y="107340"/>
                  </a:lnTo>
                  <a:lnTo>
                    <a:pt x="9207195" y="104940"/>
                  </a:lnTo>
                  <a:lnTo>
                    <a:pt x="9209900" y="102552"/>
                  </a:lnTo>
                  <a:lnTo>
                    <a:pt x="9214358" y="101346"/>
                  </a:lnTo>
                  <a:lnTo>
                    <a:pt x="9243797" y="101346"/>
                  </a:lnTo>
                  <a:lnTo>
                    <a:pt x="9248254" y="102552"/>
                  </a:lnTo>
                  <a:lnTo>
                    <a:pt x="9250909" y="104940"/>
                  </a:lnTo>
                  <a:lnTo>
                    <a:pt x="9253626" y="107340"/>
                  </a:lnTo>
                  <a:lnTo>
                    <a:pt x="9254973" y="110858"/>
                  </a:lnTo>
                  <a:lnTo>
                    <a:pt x="9254973" y="66294"/>
                  </a:lnTo>
                  <a:lnTo>
                    <a:pt x="9248623" y="64935"/>
                  </a:lnTo>
                  <a:lnTo>
                    <a:pt x="9234322" y="64046"/>
                  </a:lnTo>
                  <a:lnTo>
                    <a:pt x="9223769" y="64046"/>
                  </a:lnTo>
                  <a:lnTo>
                    <a:pt x="9178023" y="78117"/>
                  </a:lnTo>
                  <a:lnTo>
                    <a:pt x="9162694" y="121920"/>
                  </a:lnTo>
                  <a:lnTo>
                    <a:pt x="9162694" y="179628"/>
                  </a:lnTo>
                  <a:lnTo>
                    <a:pt x="9178023" y="223507"/>
                  </a:lnTo>
                  <a:lnTo>
                    <a:pt x="9223769" y="237502"/>
                  </a:lnTo>
                  <a:lnTo>
                    <a:pt x="9234322" y="237502"/>
                  </a:lnTo>
                  <a:lnTo>
                    <a:pt x="9280157" y="223507"/>
                  </a:lnTo>
                  <a:lnTo>
                    <a:pt x="9292920" y="200202"/>
                  </a:lnTo>
                  <a:lnTo>
                    <a:pt x="9294520" y="193548"/>
                  </a:lnTo>
                  <a:lnTo>
                    <a:pt x="9295486" y="179628"/>
                  </a:lnTo>
                  <a:lnTo>
                    <a:pt x="9295486" y="121920"/>
                  </a:lnTo>
                  <a:close/>
                </a:path>
                <a:path extrusionOk="0" h="619125" w="11029950">
                  <a:moveTo>
                    <a:pt x="9457563" y="176428"/>
                  </a:moveTo>
                  <a:lnTo>
                    <a:pt x="9436976" y="135369"/>
                  </a:lnTo>
                  <a:lnTo>
                    <a:pt x="9406966" y="128409"/>
                  </a:lnTo>
                  <a:lnTo>
                    <a:pt x="9393174" y="128409"/>
                  </a:lnTo>
                  <a:lnTo>
                    <a:pt x="9390990" y="127812"/>
                  </a:lnTo>
                  <a:lnTo>
                    <a:pt x="9388069" y="125412"/>
                  </a:lnTo>
                  <a:lnTo>
                    <a:pt x="9387345" y="123431"/>
                  </a:lnTo>
                  <a:lnTo>
                    <a:pt x="9387345" y="106616"/>
                  </a:lnTo>
                  <a:lnTo>
                    <a:pt x="9388196" y="104686"/>
                  </a:lnTo>
                  <a:lnTo>
                    <a:pt x="9391688" y="102031"/>
                  </a:lnTo>
                  <a:lnTo>
                    <a:pt x="9394507" y="101346"/>
                  </a:lnTo>
                  <a:lnTo>
                    <a:pt x="9451149" y="101346"/>
                  </a:lnTo>
                  <a:lnTo>
                    <a:pt x="9451149" y="64046"/>
                  </a:lnTo>
                  <a:lnTo>
                    <a:pt x="9401569" y="64046"/>
                  </a:lnTo>
                  <a:lnTo>
                    <a:pt x="9389300" y="64744"/>
                  </a:lnTo>
                  <a:lnTo>
                    <a:pt x="9354922" y="81635"/>
                  </a:lnTo>
                  <a:lnTo>
                    <a:pt x="9346832" y="111048"/>
                  </a:lnTo>
                  <a:lnTo>
                    <a:pt x="9346832" y="120357"/>
                  </a:lnTo>
                  <a:lnTo>
                    <a:pt x="9367266" y="161163"/>
                  </a:lnTo>
                  <a:lnTo>
                    <a:pt x="9398051" y="167665"/>
                  </a:lnTo>
                  <a:lnTo>
                    <a:pt x="9414599" y="167665"/>
                  </a:lnTo>
                  <a:lnTo>
                    <a:pt x="9416974" y="170243"/>
                  </a:lnTo>
                  <a:lnTo>
                    <a:pt x="9416974" y="195033"/>
                  </a:lnTo>
                  <a:lnTo>
                    <a:pt x="9416199" y="197015"/>
                  </a:lnTo>
                  <a:lnTo>
                    <a:pt x="9414624" y="198323"/>
                  </a:lnTo>
                  <a:lnTo>
                    <a:pt x="9413062" y="199580"/>
                  </a:lnTo>
                  <a:lnTo>
                    <a:pt x="9410205" y="200202"/>
                  </a:lnTo>
                  <a:lnTo>
                    <a:pt x="9348470" y="200202"/>
                  </a:lnTo>
                  <a:lnTo>
                    <a:pt x="9348470" y="237502"/>
                  </a:lnTo>
                  <a:lnTo>
                    <a:pt x="9402826" y="237502"/>
                  </a:lnTo>
                  <a:lnTo>
                    <a:pt x="9414980" y="236778"/>
                  </a:lnTo>
                  <a:lnTo>
                    <a:pt x="9449384" y="219303"/>
                  </a:lnTo>
                  <a:lnTo>
                    <a:pt x="9457563" y="190817"/>
                  </a:lnTo>
                  <a:lnTo>
                    <a:pt x="9457563" y="176428"/>
                  </a:lnTo>
                  <a:close/>
                </a:path>
                <a:path extrusionOk="0" h="619125" w="11029950">
                  <a:moveTo>
                    <a:pt x="9975621" y="64046"/>
                  </a:moveTo>
                  <a:lnTo>
                    <a:pt x="9927679" y="64046"/>
                  </a:lnTo>
                  <a:lnTo>
                    <a:pt x="9913366" y="64935"/>
                  </a:lnTo>
                  <a:lnTo>
                    <a:pt x="9875177" y="86118"/>
                  </a:lnTo>
                  <a:lnTo>
                    <a:pt x="9866605" y="121920"/>
                  </a:lnTo>
                  <a:lnTo>
                    <a:pt x="9866605" y="179628"/>
                  </a:lnTo>
                  <a:lnTo>
                    <a:pt x="9881692" y="223659"/>
                  </a:lnTo>
                  <a:lnTo>
                    <a:pt x="9927679" y="237502"/>
                  </a:lnTo>
                  <a:lnTo>
                    <a:pt x="9975621" y="237502"/>
                  </a:lnTo>
                  <a:lnTo>
                    <a:pt x="9975621" y="200202"/>
                  </a:lnTo>
                  <a:lnTo>
                    <a:pt x="9918268" y="200202"/>
                  </a:lnTo>
                  <a:lnTo>
                    <a:pt x="9913810" y="198996"/>
                  </a:lnTo>
                  <a:lnTo>
                    <a:pt x="9911105" y="196608"/>
                  </a:lnTo>
                  <a:lnTo>
                    <a:pt x="9908438" y="194195"/>
                  </a:lnTo>
                  <a:lnTo>
                    <a:pt x="9907105" y="190690"/>
                  </a:lnTo>
                  <a:lnTo>
                    <a:pt x="9907105" y="110858"/>
                  </a:lnTo>
                  <a:lnTo>
                    <a:pt x="9908438" y="107340"/>
                  </a:lnTo>
                  <a:lnTo>
                    <a:pt x="9911105" y="104940"/>
                  </a:lnTo>
                  <a:lnTo>
                    <a:pt x="9913810" y="102552"/>
                  </a:lnTo>
                  <a:lnTo>
                    <a:pt x="9918268" y="101346"/>
                  </a:lnTo>
                  <a:lnTo>
                    <a:pt x="9975621" y="101346"/>
                  </a:lnTo>
                  <a:lnTo>
                    <a:pt x="9975621" y="64046"/>
                  </a:lnTo>
                  <a:close/>
                </a:path>
                <a:path extrusionOk="0" h="619125" w="11029950">
                  <a:moveTo>
                    <a:pt x="10160457" y="121920"/>
                  </a:moveTo>
                  <a:lnTo>
                    <a:pt x="10145128" y="78117"/>
                  </a:lnTo>
                  <a:lnTo>
                    <a:pt x="10119944" y="66294"/>
                  </a:lnTo>
                  <a:lnTo>
                    <a:pt x="10119944" y="110858"/>
                  </a:lnTo>
                  <a:lnTo>
                    <a:pt x="10119944" y="190690"/>
                  </a:lnTo>
                  <a:lnTo>
                    <a:pt x="10118585" y="194195"/>
                  </a:lnTo>
                  <a:lnTo>
                    <a:pt x="10113213" y="198996"/>
                  </a:lnTo>
                  <a:lnTo>
                    <a:pt x="10108755" y="200202"/>
                  </a:lnTo>
                  <a:lnTo>
                    <a:pt x="10079330" y="200202"/>
                  </a:lnTo>
                  <a:lnTo>
                    <a:pt x="10074872" y="198996"/>
                  </a:lnTo>
                  <a:lnTo>
                    <a:pt x="10072167" y="196608"/>
                  </a:lnTo>
                  <a:lnTo>
                    <a:pt x="10069500" y="194195"/>
                  </a:lnTo>
                  <a:lnTo>
                    <a:pt x="10068179" y="190690"/>
                  </a:lnTo>
                  <a:lnTo>
                    <a:pt x="10068179" y="110858"/>
                  </a:lnTo>
                  <a:lnTo>
                    <a:pt x="10069500" y="107340"/>
                  </a:lnTo>
                  <a:lnTo>
                    <a:pt x="10072167" y="104940"/>
                  </a:lnTo>
                  <a:lnTo>
                    <a:pt x="10074872" y="102552"/>
                  </a:lnTo>
                  <a:lnTo>
                    <a:pt x="10079330" y="101346"/>
                  </a:lnTo>
                  <a:lnTo>
                    <a:pt x="10108755" y="101346"/>
                  </a:lnTo>
                  <a:lnTo>
                    <a:pt x="10113213" y="102552"/>
                  </a:lnTo>
                  <a:lnTo>
                    <a:pt x="10118585" y="107340"/>
                  </a:lnTo>
                  <a:lnTo>
                    <a:pt x="10119944" y="110858"/>
                  </a:lnTo>
                  <a:lnTo>
                    <a:pt x="10119944" y="66294"/>
                  </a:lnTo>
                  <a:lnTo>
                    <a:pt x="10113594" y="64935"/>
                  </a:lnTo>
                  <a:lnTo>
                    <a:pt x="10099294" y="64046"/>
                  </a:lnTo>
                  <a:lnTo>
                    <a:pt x="10088740" y="64046"/>
                  </a:lnTo>
                  <a:lnTo>
                    <a:pt x="10042995" y="78117"/>
                  </a:lnTo>
                  <a:lnTo>
                    <a:pt x="10027666" y="121920"/>
                  </a:lnTo>
                  <a:lnTo>
                    <a:pt x="10027666" y="179628"/>
                  </a:lnTo>
                  <a:lnTo>
                    <a:pt x="10042995" y="223507"/>
                  </a:lnTo>
                  <a:lnTo>
                    <a:pt x="10088740" y="237502"/>
                  </a:lnTo>
                  <a:lnTo>
                    <a:pt x="10099294" y="237502"/>
                  </a:lnTo>
                  <a:lnTo>
                    <a:pt x="10145128" y="223507"/>
                  </a:lnTo>
                  <a:lnTo>
                    <a:pt x="10157892" y="200202"/>
                  </a:lnTo>
                  <a:lnTo>
                    <a:pt x="10159492" y="193548"/>
                  </a:lnTo>
                  <a:lnTo>
                    <a:pt x="10160457" y="179628"/>
                  </a:lnTo>
                  <a:lnTo>
                    <a:pt x="10160457" y="121920"/>
                  </a:lnTo>
                  <a:close/>
                </a:path>
                <a:path extrusionOk="0" h="619125" w="11029950">
                  <a:moveTo>
                    <a:pt x="10332390" y="121920"/>
                  </a:moveTo>
                  <a:lnTo>
                    <a:pt x="10331475" y="108038"/>
                  </a:lnTo>
                  <a:lnTo>
                    <a:pt x="10329926" y="101346"/>
                  </a:lnTo>
                  <a:lnTo>
                    <a:pt x="10328732" y="96113"/>
                  </a:lnTo>
                  <a:lnTo>
                    <a:pt x="10299636" y="67576"/>
                  </a:lnTo>
                  <a:lnTo>
                    <a:pt x="10274516" y="64046"/>
                  </a:lnTo>
                  <a:lnTo>
                    <a:pt x="10247820" y="64046"/>
                  </a:lnTo>
                  <a:lnTo>
                    <a:pt x="10240518" y="66255"/>
                  </a:lnTo>
                  <a:lnTo>
                    <a:pt x="10237914" y="70688"/>
                  </a:lnTo>
                  <a:lnTo>
                    <a:pt x="10240810" y="64046"/>
                  </a:lnTo>
                  <a:lnTo>
                    <a:pt x="10201859" y="64046"/>
                  </a:lnTo>
                  <a:lnTo>
                    <a:pt x="10201859" y="237502"/>
                  </a:lnTo>
                  <a:lnTo>
                    <a:pt x="10242448" y="237502"/>
                  </a:lnTo>
                  <a:lnTo>
                    <a:pt x="10242448" y="109791"/>
                  </a:lnTo>
                  <a:lnTo>
                    <a:pt x="10243541" y="107340"/>
                  </a:lnTo>
                  <a:lnTo>
                    <a:pt x="10247922" y="102552"/>
                  </a:lnTo>
                  <a:lnTo>
                    <a:pt x="10251554" y="101346"/>
                  </a:lnTo>
                  <a:lnTo>
                    <a:pt x="10282301" y="101346"/>
                  </a:lnTo>
                  <a:lnTo>
                    <a:pt x="10285806" y="102577"/>
                  </a:lnTo>
                  <a:lnTo>
                    <a:pt x="10288206" y="105029"/>
                  </a:lnTo>
                  <a:lnTo>
                    <a:pt x="10290645" y="107480"/>
                  </a:lnTo>
                  <a:lnTo>
                    <a:pt x="10291877" y="110972"/>
                  </a:lnTo>
                  <a:lnTo>
                    <a:pt x="10291877" y="237502"/>
                  </a:lnTo>
                  <a:lnTo>
                    <a:pt x="10332390" y="237502"/>
                  </a:lnTo>
                  <a:lnTo>
                    <a:pt x="10332390" y="121920"/>
                  </a:lnTo>
                  <a:close/>
                </a:path>
                <a:path extrusionOk="0" h="619125" w="11029950">
                  <a:moveTo>
                    <a:pt x="10499001" y="64046"/>
                  </a:moveTo>
                  <a:lnTo>
                    <a:pt x="10452240" y="64046"/>
                  </a:lnTo>
                  <a:lnTo>
                    <a:pt x="10452240" y="25565"/>
                  </a:lnTo>
                  <a:lnTo>
                    <a:pt x="10411638" y="25565"/>
                  </a:lnTo>
                  <a:lnTo>
                    <a:pt x="10411638" y="64046"/>
                  </a:lnTo>
                  <a:lnTo>
                    <a:pt x="10381221" y="64046"/>
                  </a:lnTo>
                  <a:lnTo>
                    <a:pt x="10381221" y="101346"/>
                  </a:lnTo>
                  <a:lnTo>
                    <a:pt x="10411638" y="101346"/>
                  </a:lnTo>
                  <a:lnTo>
                    <a:pt x="10411638" y="192379"/>
                  </a:lnTo>
                  <a:lnTo>
                    <a:pt x="10412285" y="201803"/>
                  </a:lnTo>
                  <a:lnTo>
                    <a:pt x="10434752" y="234340"/>
                  </a:lnTo>
                  <a:lnTo>
                    <a:pt x="10451922" y="237502"/>
                  </a:lnTo>
                  <a:lnTo>
                    <a:pt x="10499001" y="237502"/>
                  </a:lnTo>
                  <a:lnTo>
                    <a:pt x="10499001" y="200202"/>
                  </a:lnTo>
                  <a:lnTo>
                    <a:pt x="10456634" y="200202"/>
                  </a:lnTo>
                  <a:lnTo>
                    <a:pt x="10454500" y="199834"/>
                  </a:lnTo>
                  <a:lnTo>
                    <a:pt x="10453560" y="199097"/>
                  </a:lnTo>
                  <a:lnTo>
                    <a:pt x="10452671" y="198323"/>
                  </a:lnTo>
                  <a:lnTo>
                    <a:pt x="10452240" y="196621"/>
                  </a:lnTo>
                  <a:lnTo>
                    <a:pt x="10452240" y="101346"/>
                  </a:lnTo>
                  <a:lnTo>
                    <a:pt x="10499001" y="101346"/>
                  </a:lnTo>
                  <a:lnTo>
                    <a:pt x="10499001" y="64046"/>
                  </a:lnTo>
                  <a:close/>
                </a:path>
                <a:path extrusionOk="0" h="619125" w="11029950">
                  <a:moveTo>
                    <a:pt x="10672890" y="64046"/>
                  </a:moveTo>
                  <a:lnTo>
                    <a:pt x="10621620" y="64046"/>
                  </a:lnTo>
                  <a:lnTo>
                    <a:pt x="10614419" y="66255"/>
                  </a:lnTo>
                  <a:lnTo>
                    <a:pt x="10611650" y="70688"/>
                  </a:lnTo>
                  <a:lnTo>
                    <a:pt x="10614228" y="64046"/>
                  </a:lnTo>
                  <a:lnTo>
                    <a:pt x="10551986" y="64046"/>
                  </a:lnTo>
                  <a:lnTo>
                    <a:pt x="10551986" y="101346"/>
                  </a:lnTo>
                  <a:lnTo>
                    <a:pt x="10575366" y="101346"/>
                  </a:lnTo>
                  <a:lnTo>
                    <a:pt x="10575366" y="200202"/>
                  </a:lnTo>
                  <a:lnTo>
                    <a:pt x="10551986" y="200202"/>
                  </a:lnTo>
                  <a:lnTo>
                    <a:pt x="10551986" y="237502"/>
                  </a:lnTo>
                  <a:lnTo>
                    <a:pt x="10650753" y="237502"/>
                  </a:lnTo>
                  <a:lnTo>
                    <a:pt x="10650753" y="200202"/>
                  </a:lnTo>
                  <a:lnTo>
                    <a:pt x="10615879" y="200202"/>
                  </a:lnTo>
                  <a:lnTo>
                    <a:pt x="10615879" y="116370"/>
                  </a:lnTo>
                  <a:lnTo>
                    <a:pt x="10625392" y="102984"/>
                  </a:lnTo>
                  <a:lnTo>
                    <a:pt x="10672890" y="102984"/>
                  </a:lnTo>
                  <a:lnTo>
                    <a:pt x="10672890" y="70688"/>
                  </a:lnTo>
                  <a:lnTo>
                    <a:pt x="10672890" y="64046"/>
                  </a:lnTo>
                  <a:close/>
                </a:path>
                <a:path extrusionOk="0" h="619125" w="11029950">
                  <a:moveTo>
                    <a:pt x="10852252" y="121920"/>
                  </a:moveTo>
                  <a:lnTo>
                    <a:pt x="10836923" y="78117"/>
                  </a:lnTo>
                  <a:lnTo>
                    <a:pt x="10811739" y="66294"/>
                  </a:lnTo>
                  <a:lnTo>
                    <a:pt x="10811739" y="110858"/>
                  </a:lnTo>
                  <a:lnTo>
                    <a:pt x="10811739" y="190690"/>
                  </a:lnTo>
                  <a:lnTo>
                    <a:pt x="10810380" y="194195"/>
                  </a:lnTo>
                  <a:lnTo>
                    <a:pt x="10805020" y="198996"/>
                  </a:lnTo>
                  <a:lnTo>
                    <a:pt x="10800550" y="200202"/>
                  </a:lnTo>
                  <a:lnTo>
                    <a:pt x="10771124" y="200202"/>
                  </a:lnTo>
                  <a:lnTo>
                    <a:pt x="10766666" y="198996"/>
                  </a:lnTo>
                  <a:lnTo>
                    <a:pt x="10763961" y="196608"/>
                  </a:lnTo>
                  <a:lnTo>
                    <a:pt x="10761294" y="194195"/>
                  </a:lnTo>
                  <a:lnTo>
                    <a:pt x="10759973" y="190690"/>
                  </a:lnTo>
                  <a:lnTo>
                    <a:pt x="10759973" y="110858"/>
                  </a:lnTo>
                  <a:lnTo>
                    <a:pt x="10761294" y="107340"/>
                  </a:lnTo>
                  <a:lnTo>
                    <a:pt x="10763961" y="104940"/>
                  </a:lnTo>
                  <a:lnTo>
                    <a:pt x="10766666" y="102552"/>
                  </a:lnTo>
                  <a:lnTo>
                    <a:pt x="10771124" y="101346"/>
                  </a:lnTo>
                  <a:lnTo>
                    <a:pt x="10800550" y="101346"/>
                  </a:lnTo>
                  <a:lnTo>
                    <a:pt x="10805020" y="102552"/>
                  </a:lnTo>
                  <a:lnTo>
                    <a:pt x="10810380" y="107340"/>
                  </a:lnTo>
                  <a:lnTo>
                    <a:pt x="10811739" y="110858"/>
                  </a:lnTo>
                  <a:lnTo>
                    <a:pt x="10811739" y="66294"/>
                  </a:lnTo>
                  <a:lnTo>
                    <a:pt x="10805389" y="64935"/>
                  </a:lnTo>
                  <a:lnTo>
                    <a:pt x="10791101" y="64046"/>
                  </a:lnTo>
                  <a:lnTo>
                    <a:pt x="10780535" y="64046"/>
                  </a:lnTo>
                  <a:lnTo>
                    <a:pt x="10734789" y="78117"/>
                  </a:lnTo>
                  <a:lnTo>
                    <a:pt x="10719460" y="121920"/>
                  </a:lnTo>
                  <a:lnTo>
                    <a:pt x="10719460" y="179628"/>
                  </a:lnTo>
                  <a:lnTo>
                    <a:pt x="10734789" y="223507"/>
                  </a:lnTo>
                  <a:lnTo>
                    <a:pt x="10780535" y="237502"/>
                  </a:lnTo>
                  <a:lnTo>
                    <a:pt x="10791101" y="237502"/>
                  </a:lnTo>
                  <a:lnTo>
                    <a:pt x="10836923" y="223507"/>
                  </a:lnTo>
                  <a:lnTo>
                    <a:pt x="10849686" y="200202"/>
                  </a:lnTo>
                  <a:lnTo>
                    <a:pt x="10851286" y="193548"/>
                  </a:lnTo>
                  <a:lnTo>
                    <a:pt x="10852252" y="179628"/>
                  </a:lnTo>
                  <a:lnTo>
                    <a:pt x="10852252" y="121920"/>
                  </a:lnTo>
                  <a:close/>
                </a:path>
                <a:path extrusionOk="0" h="619125" w="11029950">
                  <a:moveTo>
                    <a:pt x="11029658" y="200202"/>
                  </a:moveTo>
                  <a:lnTo>
                    <a:pt x="10978045" y="200202"/>
                  </a:lnTo>
                  <a:lnTo>
                    <a:pt x="10976686" y="200075"/>
                  </a:lnTo>
                  <a:lnTo>
                    <a:pt x="10976318" y="199809"/>
                  </a:lnTo>
                  <a:lnTo>
                    <a:pt x="10976013" y="199491"/>
                  </a:lnTo>
                  <a:lnTo>
                    <a:pt x="10975873" y="198793"/>
                  </a:lnTo>
                  <a:lnTo>
                    <a:pt x="10975848" y="0"/>
                  </a:lnTo>
                  <a:lnTo>
                    <a:pt x="10888269" y="0"/>
                  </a:lnTo>
                  <a:lnTo>
                    <a:pt x="10888269" y="37299"/>
                  </a:lnTo>
                  <a:lnTo>
                    <a:pt x="10935348" y="37299"/>
                  </a:lnTo>
                  <a:lnTo>
                    <a:pt x="10935437" y="200202"/>
                  </a:lnTo>
                  <a:lnTo>
                    <a:pt x="10956519" y="235115"/>
                  </a:lnTo>
                  <a:lnTo>
                    <a:pt x="10969206" y="237502"/>
                  </a:lnTo>
                  <a:lnTo>
                    <a:pt x="11029658" y="237502"/>
                  </a:lnTo>
                  <a:lnTo>
                    <a:pt x="11029658" y="2002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" name="Google Shape;135;p5"/>
          <p:cNvSpPr txBox="1"/>
          <p:nvPr/>
        </p:nvSpPr>
        <p:spPr>
          <a:xfrm>
            <a:off x="1166514" y="5962247"/>
            <a:ext cx="10575925" cy="194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50">
            <a:spAutoFit/>
          </a:bodyPr>
          <a:lstStyle/>
          <a:p>
            <a:pPr indent="0" lvl="0" marL="12700" marR="5080" rtl="0" algn="l">
              <a:lnSpc>
                <a:spcPct val="101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	es fundamental en el ILP, ya que los conftictos pueden surgir por el acceso a los mismos recursos. Existen diferentes tipos de conftictos, como los de	,</a:t>
            </a:r>
            <a:endParaRPr sz="2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marR="5232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	, que deben ser gestionados adecuadamente para mantener un rendimiento óptimo.</a:t>
            </a:r>
            <a:endParaRPr sz="25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36" name="Google Shape;136;p5"/>
          <p:cNvGrpSpPr/>
          <p:nvPr/>
        </p:nvGrpSpPr>
        <p:grpSpPr>
          <a:xfrm>
            <a:off x="1179261" y="1329740"/>
            <a:ext cx="16584228" cy="5067592"/>
            <a:chOff x="1179261" y="1329740"/>
            <a:chExt cx="16584228" cy="5067592"/>
          </a:xfrm>
        </p:grpSpPr>
        <p:pic>
          <p:nvPicPr>
            <p:cNvPr id="137" name="Google Shape;137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79261" y="1329740"/>
              <a:ext cx="15811498" cy="2933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5"/>
            <p:cNvSpPr/>
            <p:nvPr/>
          </p:nvSpPr>
          <p:spPr>
            <a:xfrm>
              <a:off x="13346938" y="3924427"/>
              <a:ext cx="4408170" cy="2465070"/>
            </a:xfrm>
            <a:custGeom>
              <a:rect b="b" l="l" r="r" t="t"/>
              <a:pathLst>
                <a:path extrusionOk="0" h="2465070" w="4408169">
                  <a:moveTo>
                    <a:pt x="4407662" y="0"/>
                  </a:moveTo>
                  <a:lnTo>
                    <a:pt x="0" y="0"/>
                  </a:lnTo>
                  <a:lnTo>
                    <a:pt x="0" y="2464485"/>
                  </a:lnTo>
                  <a:lnTo>
                    <a:pt x="2203831" y="2464485"/>
                  </a:lnTo>
                  <a:lnTo>
                    <a:pt x="4407662" y="2464485"/>
                  </a:lnTo>
                  <a:lnTo>
                    <a:pt x="4407662" y="0"/>
                  </a:lnTo>
                  <a:close/>
                </a:path>
              </a:pathLst>
            </a:custGeom>
            <a:solidFill>
              <a:srgbClr val="2F3B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13346811" y="3924427"/>
              <a:ext cx="4408170" cy="2465070"/>
            </a:xfrm>
            <a:custGeom>
              <a:rect b="b" l="l" r="r" t="t"/>
              <a:pathLst>
                <a:path extrusionOk="0" h="2465070" w="4408169">
                  <a:moveTo>
                    <a:pt x="2203958" y="2464493"/>
                  </a:moveTo>
                  <a:lnTo>
                    <a:pt x="0" y="2464493"/>
                  </a:lnTo>
                  <a:lnTo>
                    <a:pt x="0" y="0"/>
                  </a:lnTo>
                  <a:lnTo>
                    <a:pt x="4407789" y="0"/>
                  </a:lnTo>
                  <a:lnTo>
                    <a:pt x="4407789" y="2464493"/>
                  </a:lnTo>
                  <a:lnTo>
                    <a:pt x="2203958" y="2464493"/>
                  </a:lnTo>
                  <a:close/>
                </a:path>
                <a:path extrusionOk="0" h="2465070" w="4408169">
                  <a:moveTo>
                    <a:pt x="2203958" y="742300"/>
                  </a:moveTo>
                  <a:lnTo>
                    <a:pt x="0" y="742300"/>
                  </a:lnTo>
                  <a:lnTo>
                    <a:pt x="0" y="0"/>
                  </a:lnTo>
                  <a:lnTo>
                    <a:pt x="4407789" y="0"/>
                  </a:lnTo>
                  <a:lnTo>
                    <a:pt x="4407789" y="742300"/>
                  </a:lnTo>
                  <a:lnTo>
                    <a:pt x="2203958" y="742300"/>
                  </a:lnTo>
                  <a:close/>
                </a:path>
                <a:path extrusionOk="0" h="2465070" w="4408169">
                  <a:moveTo>
                    <a:pt x="3883660" y="225361"/>
                  </a:moveTo>
                  <a:lnTo>
                    <a:pt x="4108958" y="450709"/>
                  </a:lnTo>
                </a:path>
                <a:path extrusionOk="0" h="2465070" w="4408169">
                  <a:moveTo>
                    <a:pt x="4108323" y="225361"/>
                  </a:moveTo>
                  <a:lnTo>
                    <a:pt x="3882898" y="450709"/>
                  </a:lnTo>
                </a:path>
                <a:path extrusionOk="0" h="2465070" w="4408169">
                  <a:moveTo>
                    <a:pt x="2812288" y="336955"/>
                  </a:moveTo>
                  <a:lnTo>
                    <a:pt x="3131947" y="338390"/>
                  </a:lnTo>
                </a:path>
                <a:path extrusionOk="0" h="2465070" w="4408169">
                  <a:moveTo>
                    <a:pt x="3507740" y="449998"/>
                  </a:moveTo>
                  <a:lnTo>
                    <a:pt x="3395472" y="449998"/>
                  </a:lnTo>
                  <a:lnTo>
                    <a:pt x="3395472" y="225361"/>
                  </a:lnTo>
                  <a:lnTo>
                    <a:pt x="3620135" y="225361"/>
                  </a:lnTo>
                  <a:lnTo>
                    <a:pt x="3620135" y="449998"/>
                  </a:lnTo>
                  <a:lnTo>
                    <a:pt x="3507740" y="449998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0" name="Google Shape;140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889736" y="5053584"/>
              <a:ext cx="518159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743175" y="5053584"/>
              <a:ext cx="460248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5438119" y="5053584"/>
              <a:ext cx="890015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6824960" y="5050536"/>
              <a:ext cx="557784" cy="954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3353414" y="3912908"/>
              <a:ext cx="4410075" cy="24844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/>
          <p:nvPr>
            <p:ph type="title"/>
          </p:nvPr>
        </p:nvSpPr>
        <p:spPr>
          <a:xfrm>
            <a:off x="8630615" y="1767186"/>
            <a:ext cx="7840980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Conftictos de Datos</a:t>
            </a:r>
            <a:endParaRPr sz="6000"/>
          </a:p>
        </p:txBody>
      </p:sp>
      <p:grpSp>
        <p:nvGrpSpPr>
          <p:cNvPr id="150" name="Google Shape;150;p6"/>
          <p:cNvGrpSpPr/>
          <p:nvPr/>
        </p:nvGrpSpPr>
        <p:grpSpPr>
          <a:xfrm>
            <a:off x="8666912" y="3264039"/>
            <a:ext cx="7847965" cy="2280832"/>
            <a:chOff x="8666912" y="3264039"/>
            <a:chExt cx="7847965" cy="2280832"/>
          </a:xfrm>
        </p:grpSpPr>
        <p:pic>
          <p:nvPicPr>
            <p:cNvPr id="151" name="Google Shape;151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417951" y="3264039"/>
              <a:ext cx="3414890" cy="251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78176" y="4892814"/>
              <a:ext cx="5620499" cy="251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6"/>
            <p:cNvSpPr/>
            <p:nvPr/>
          </p:nvSpPr>
          <p:spPr>
            <a:xfrm>
              <a:off x="8666912" y="4960671"/>
              <a:ext cx="7847965" cy="584200"/>
            </a:xfrm>
            <a:custGeom>
              <a:rect b="b" l="l" r="r" t="t"/>
              <a:pathLst>
                <a:path extrusionOk="0" h="584200" w="7847965">
                  <a:moveTo>
                    <a:pt x="151536" y="545960"/>
                  </a:moveTo>
                  <a:lnTo>
                    <a:pt x="142151" y="545960"/>
                  </a:lnTo>
                  <a:lnTo>
                    <a:pt x="136982" y="545655"/>
                  </a:lnTo>
                  <a:lnTo>
                    <a:pt x="135102" y="544436"/>
                  </a:lnTo>
                  <a:lnTo>
                    <a:pt x="135001" y="544296"/>
                  </a:lnTo>
                  <a:lnTo>
                    <a:pt x="134632" y="543699"/>
                  </a:lnTo>
                  <a:lnTo>
                    <a:pt x="134632" y="504037"/>
                  </a:lnTo>
                  <a:lnTo>
                    <a:pt x="134632" y="461365"/>
                  </a:lnTo>
                  <a:lnTo>
                    <a:pt x="125501" y="423430"/>
                  </a:lnTo>
                  <a:lnTo>
                    <a:pt x="84988" y="400989"/>
                  </a:lnTo>
                  <a:lnTo>
                    <a:pt x="69837" y="400050"/>
                  </a:lnTo>
                  <a:lnTo>
                    <a:pt x="13589" y="400050"/>
                  </a:lnTo>
                  <a:lnTo>
                    <a:pt x="13589" y="439572"/>
                  </a:lnTo>
                  <a:lnTo>
                    <a:pt x="79806" y="439572"/>
                  </a:lnTo>
                  <a:lnTo>
                    <a:pt x="84505" y="440842"/>
                  </a:lnTo>
                  <a:lnTo>
                    <a:pt x="87325" y="443382"/>
                  </a:lnTo>
                  <a:lnTo>
                    <a:pt x="90195" y="445922"/>
                  </a:lnTo>
                  <a:lnTo>
                    <a:pt x="91630" y="449656"/>
                  </a:lnTo>
                  <a:lnTo>
                    <a:pt x="91630" y="464515"/>
                  </a:lnTo>
                  <a:lnTo>
                    <a:pt x="91630" y="504037"/>
                  </a:lnTo>
                  <a:lnTo>
                    <a:pt x="91592" y="538276"/>
                  </a:lnTo>
                  <a:lnTo>
                    <a:pt x="91211" y="540715"/>
                  </a:lnTo>
                  <a:lnTo>
                    <a:pt x="89560" y="543585"/>
                  </a:lnTo>
                  <a:lnTo>
                    <a:pt x="87134" y="544296"/>
                  </a:lnTo>
                  <a:lnTo>
                    <a:pt x="48933" y="544296"/>
                  </a:lnTo>
                  <a:lnTo>
                    <a:pt x="46304" y="543636"/>
                  </a:lnTo>
                  <a:lnTo>
                    <a:pt x="44983" y="542315"/>
                  </a:lnTo>
                  <a:lnTo>
                    <a:pt x="43662" y="540931"/>
                  </a:lnTo>
                  <a:lnTo>
                    <a:pt x="43002" y="538276"/>
                  </a:lnTo>
                  <a:lnTo>
                    <a:pt x="43002" y="513448"/>
                  </a:lnTo>
                  <a:lnTo>
                    <a:pt x="44208" y="510247"/>
                  </a:lnTo>
                  <a:lnTo>
                    <a:pt x="46647" y="507758"/>
                  </a:lnTo>
                  <a:lnTo>
                    <a:pt x="49123" y="505282"/>
                  </a:lnTo>
                  <a:lnTo>
                    <a:pt x="52336" y="504037"/>
                  </a:lnTo>
                  <a:lnTo>
                    <a:pt x="91630" y="504037"/>
                  </a:lnTo>
                  <a:lnTo>
                    <a:pt x="91630" y="464515"/>
                  </a:lnTo>
                  <a:lnTo>
                    <a:pt x="56578" y="464515"/>
                  </a:lnTo>
                  <a:lnTo>
                    <a:pt x="31813" y="468249"/>
                  </a:lnTo>
                  <a:lnTo>
                    <a:pt x="14135" y="479437"/>
                  </a:lnTo>
                  <a:lnTo>
                    <a:pt x="3530" y="498081"/>
                  </a:lnTo>
                  <a:lnTo>
                    <a:pt x="0" y="524167"/>
                  </a:lnTo>
                  <a:lnTo>
                    <a:pt x="0" y="530961"/>
                  </a:lnTo>
                  <a:lnTo>
                    <a:pt x="13919" y="571563"/>
                  </a:lnTo>
                  <a:lnTo>
                    <a:pt x="56248" y="583819"/>
                  </a:lnTo>
                  <a:lnTo>
                    <a:pt x="97434" y="583819"/>
                  </a:lnTo>
                  <a:lnTo>
                    <a:pt x="104368" y="580618"/>
                  </a:lnTo>
                  <a:lnTo>
                    <a:pt x="107289" y="574205"/>
                  </a:lnTo>
                  <a:lnTo>
                    <a:pt x="106680" y="575983"/>
                  </a:lnTo>
                  <a:lnTo>
                    <a:pt x="108585" y="578027"/>
                  </a:lnTo>
                  <a:lnTo>
                    <a:pt x="117487" y="582663"/>
                  </a:lnTo>
                  <a:lnTo>
                    <a:pt x="121767" y="583819"/>
                  </a:lnTo>
                  <a:lnTo>
                    <a:pt x="151536" y="583819"/>
                  </a:lnTo>
                  <a:lnTo>
                    <a:pt x="151536" y="574205"/>
                  </a:lnTo>
                  <a:lnTo>
                    <a:pt x="151536" y="545960"/>
                  </a:lnTo>
                  <a:close/>
                </a:path>
                <a:path extrusionOk="0" h="584200" w="7847965">
                  <a:moveTo>
                    <a:pt x="316801" y="400050"/>
                  </a:moveTo>
                  <a:lnTo>
                    <a:pt x="266001" y="400050"/>
                  </a:lnTo>
                  <a:lnTo>
                    <a:pt x="250850" y="400989"/>
                  </a:lnTo>
                  <a:lnTo>
                    <a:pt x="210375" y="423430"/>
                  </a:lnTo>
                  <a:lnTo>
                    <a:pt x="201295" y="461365"/>
                  </a:lnTo>
                  <a:lnTo>
                    <a:pt x="201295" y="522516"/>
                  </a:lnTo>
                  <a:lnTo>
                    <a:pt x="210286" y="560717"/>
                  </a:lnTo>
                  <a:lnTo>
                    <a:pt x="250710" y="582904"/>
                  </a:lnTo>
                  <a:lnTo>
                    <a:pt x="266001" y="583819"/>
                  </a:lnTo>
                  <a:lnTo>
                    <a:pt x="316801" y="583819"/>
                  </a:lnTo>
                  <a:lnTo>
                    <a:pt x="316801" y="544296"/>
                  </a:lnTo>
                  <a:lnTo>
                    <a:pt x="256032" y="544296"/>
                  </a:lnTo>
                  <a:lnTo>
                    <a:pt x="251307" y="543026"/>
                  </a:lnTo>
                  <a:lnTo>
                    <a:pt x="248437" y="540486"/>
                  </a:lnTo>
                  <a:lnTo>
                    <a:pt x="245618" y="537946"/>
                  </a:lnTo>
                  <a:lnTo>
                    <a:pt x="244208" y="534225"/>
                  </a:lnTo>
                  <a:lnTo>
                    <a:pt x="244208" y="449656"/>
                  </a:lnTo>
                  <a:lnTo>
                    <a:pt x="245618" y="445922"/>
                  </a:lnTo>
                  <a:lnTo>
                    <a:pt x="248437" y="443382"/>
                  </a:lnTo>
                  <a:lnTo>
                    <a:pt x="251307" y="440842"/>
                  </a:lnTo>
                  <a:lnTo>
                    <a:pt x="256032" y="439572"/>
                  </a:lnTo>
                  <a:lnTo>
                    <a:pt x="316801" y="439572"/>
                  </a:lnTo>
                  <a:lnTo>
                    <a:pt x="316801" y="400050"/>
                  </a:lnTo>
                  <a:close/>
                </a:path>
                <a:path extrusionOk="0" h="584200" w="7847965">
                  <a:moveTo>
                    <a:pt x="504837" y="400050"/>
                  </a:moveTo>
                  <a:lnTo>
                    <a:pt x="455295" y="400050"/>
                  </a:lnTo>
                  <a:lnTo>
                    <a:pt x="455295" y="359283"/>
                  </a:lnTo>
                  <a:lnTo>
                    <a:pt x="412292" y="359283"/>
                  </a:lnTo>
                  <a:lnTo>
                    <a:pt x="412292" y="400050"/>
                  </a:lnTo>
                  <a:lnTo>
                    <a:pt x="380060" y="400050"/>
                  </a:lnTo>
                  <a:lnTo>
                    <a:pt x="380060" y="439572"/>
                  </a:lnTo>
                  <a:lnTo>
                    <a:pt x="412292" y="439572"/>
                  </a:lnTo>
                  <a:lnTo>
                    <a:pt x="412292" y="536016"/>
                  </a:lnTo>
                  <a:lnTo>
                    <a:pt x="412978" y="545998"/>
                  </a:lnTo>
                  <a:lnTo>
                    <a:pt x="436765" y="580466"/>
                  </a:lnTo>
                  <a:lnTo>
                    <a:pt x="454952" y="583819"/>
                  </a:lnTo>
                  <a:lnTo>
                    <a:pt x="504837" y="583819"/>
                  </a:lnTo>
                  <a:lnTo>
                    <a:pt x="504837" y="544296"/>
                  </a:lnTo>
                  <a:lnTo>
                    <a:pt x="459955" y="544296"/>
                  </a:lnTo>
                  <a:lnTo>
                    <a:pt x="457695" y="543915"/>
                  </a:lnTo>
                  <a:lnTo>
                    <a:pt x="456704" y="543140"/>
                  </a:lnTo>
                  <a:lnTo>
                    <a:pt x="455764" y="542315"/>
                  </a:lnTo>
                  <a:lnTo>
                    <a:pt x="455295" y="540512"/>
                  </a:lnTo>
                  <a:lnTo>
                    <a:pt x="455295" y="439572"/>
                  </a:lnTo>
                  <a:lnTo>
                    <a:pt x="504837" y="439572"/>
                  </a:lnTo>
                  <a:lnTo>
                    <a:pt x="504837" y="400050"/>
                  </a:lnTo>
                  <a:close/>
                </a:path>
                <a:path extrusionOk="0" h="584200" w="7847965">
                  <a:moveTo>
                    <a:pt x="648639" y="332193"/>
                  </a:moveTo>
                  <a:lnTo>
                    <a:pt x="602322" y="332193"/>
                  </a:lnTo>
                  <a:lnTo>
                    <a:pt x="602322" y="376770"/>
                  </a:lnTo>
                  <a:lnTo>
                    <a:pt x="648639" y="376770"/>
                  </a:lnTo>
                  <a:lnTo>
                    <a:pt x="648639" y="332193"/>
                  </a:lnTo>
                  <a:close/>
                </a:path>
                <a:path extrusionOk="0" h="584200" w="7847965">
                  <a:moveTo>
                    <a:pt x="697191" y="544296"/>
                  </a:moveTo>
                  <a:lnTo>
                    <a:pt x="646976" y="544296"/>
                  </a:lnTo>
                  <a:lnTo>
                    <a:pt x="646976" y="400050"/>
                  </a:lnTo>
                  <a:lnTo>
                    <a:pt x="554177" y="400050"/>
                  </a:lnTo>
                  <a:lnTo>
                    <a:pt x="554177" y="439572"/>
                  </a:lnTo>
                  <a:lnTo>
                    <a:pt x="604062" y="439572"/>
                  </a:lnTo>
                  <a:lnTo>
                    <a:pt x="604062" y="583819"/>
                  </a:lnTo>
                  <a:lnTo>
                    <a:pt x="697191" y="583819"/>
                  </a:lnTo>
                  <a:lnTo>
                    <a:pt x="697191" y="544296"/>
                  </a:lnTo>
                  <a:close/>
                </a:path>
                <a:path extrusionOk="0" h="584200" w="7847965">
                  <a:moveTo>
                    <a:pt x="888212" y="400050"/>
                  </a:moveTo>
                  <a:lnTo>
                    <a:pt x="843229" y="400050"/>
                  </a:lnTo>
                  <a:lnTo>
                    <a:pt x="809828" y="526148"/>
                  </a:lnTo>
                  <a:lnTo>
                    <a:pt x="775614" y="400050"/>
                  </a:lnTo>
                  <a:lnTo>
                    <a:pt x="729627" y="400050"/>
                  </a:lnTo>
                  <a:lnTo>
                    <a:pt x="782904" y="583819"/>
                  </a:lnTo>
                  <a:lnTo>
                    <a:pt x="835266" y="583819"/>
                  </a:lnTo>
                  <a:lnTo>
                    <a:pt x="851877" y="526148"/>
                  </a:lnTo>
                  <a:lnTo>
                    <a:pt x="888212" y="400050"/>
                  </a:lnTo>
                  <a:close/>
                </a:path>
                <a:path extrusionOk="0" h="584200" w="7847965">
                  <a:moveTo>
                    <a:pt x="1067727" y="545960"/>
                  </a:moveTo>
                  <a:lnTo>
                    <a:pt x="1058329" y="545960"/>
                  </a:lnTo>
                  <a:lnTo>
                    <a:pt x="1053172" y="545655"/>
                  </a:lnTo>
                  <a:lnTo>
                    <a:pt x="1051293" y="544436"/>
                  </a:lnTo>
                  <a:lnTo>
                    <a:pt x="1051191" y="544296"/>
                  </a:lnTo>
                  <a:lnTo>
                    <a:pt x="1050823" y="543699"/>
                  </a:lnTo>
                  <a:lnTo>
                    <a:pt x="1050823" y="504037"/>
                  </a:lnTo>
                  <a:lnTo>
                    <a:pt x="1050823" y="461365"/>
                  </a:lnTo>
                  <a:lnTo>
                    <a:pt x="1041679" y="423430"/>
                  </a:lnTo>
                  <a:lnTo>
                    <a:pt x="1001179" y="400989"/>
                  </a:lnTo>
                  <a:lnTo>
                    <a:pt x="986028" y="400050"/>
                  </a:lnTo>
                  <a:lnTo>
                    <a:pt x="929767" y="400050"/>
                  </a:lnTo>
                  <a:lnTo>
                    <a:pt x="929767" y="439572"/>
                  </a:lnTo>
                  <a:lnTo>
                    <a:pt x="995997" y="439572"/>
                  </a:lnTo>
                  <a:lnTo>
                    <a:pt x="1000696" y="440842"/>
                  </a:lnTo>
                  <a:lnTo>
                    <a:pt x="1003503" y="443382"/>
                  </a:lnTo>
                  <a:lnTo>
                    <a:pt x="1006386" y="445922"/>
                  </a:lnTo>
                  <a:lnTo>
                    <a:pt x="1007821" y="449656"/>
                  </a:lnTo>
                  <a:lnTo>
                    <a:pt x="1007821" y="464515"/>
                  </a:lnTo>
                  <a:lnTo>
                    <a:pt x="1007821" y="504037"/>
                  </a:lnTo>
                  <a:lnTo>
                    <a:pt x="1007783" y="538276"/>
                  </a:lnTo>
                  <a:lnTo>
                    <a:pt x="1007402" y="540715"/>
                  </a:lnTo>
                  <a:lnTo>
                    <a:pt x="1005751" y="543585"/>
                  </a:lnTo>
                  <a:lnTo>
                    <a:pt x="1003312" y="544296"/>
                  </a:lnTo>
                  <a:lnTo>
                    <a:pt x="965123" y="544296"/>
                  </a:lnTo>
                  <a:lnTo>
                    <a:pt x="962494" y="543636"/>
                  </a:lnTo>
                  <a:lnTo>
                    <a:pt x="961174" y="542315"/>
                  </a:lnTo>
                  <a:lnTo>
                    <a:pt x="959853" y="540931"/>
                  </a:lnTo>
                  <a:lnTo>
                    <a:pt x="959180" y="538276"/>
                  </a:lnTo>
                  <a:lnTo>
                    <a:pt x="959180" y="513448"/>
                  </a:lnTo>
                  <a:lnTo>
                    <a:pt x="960399" y="510247"/>
                  </a:lnTo>
                  <a:lnTo>
                    <a:pt x="962825" y="507758"/>
                  </a:lnTo>
                  <a:lnTo>
                    <a:pt x="965314" y="505282"/>
                  </a:lnTo>
                  <a:lnTo>
                    <a:pt x="968514" y="504037"/>
                  </a:lnTo>
                  <a:lnTo>
                    <a:pt x="1007821" y="504037"/>
                  </a:lnTo>
                  <a:lnTo>
                    <a:pt x="1007821" y="464515"/>
                  </a:lnTo>
                  <a:lnTo>
                    <a:pt x="972769" y="464515"/>
                  </a:lnTo>
                  <a:lnTo>
                    <a:pt x="948004" y="468249"/>
                  </a:lnTo>
                  <a:lnTo>
                    <a:pt x="930313" y="479437"/>
                  </a:lnTo>
                  <a:lnTo>
                    <a:pt x="919708" y="498081"/>
                  </a:lnTo>
                  <a:lnTo>
                    <a:pt x="916178" y="524167"/>
                  </a:lnTo>
                  <a:lnTo>
                    <a:pt x="916178" y="530961"/>
                  </a:lnTo>
                  <a:lnTo>
                    <a:pt x="930097" y="571563"/>
                  </a:lnTo>
                  <a:lnTo>
                    <a:pt x="972439" y="583819"/>
                  </a:lnTo>
                  <a:lnTo>
                    <a:pt x="1013612" y="583819"/>
                  </a:lnTo>
                  <a:lnTo>
                    <a:pt x="1020546" y="580618"/>
                  </a:lnTo>
                  <a:lnTo>
                    <a:pt x="1023480" y="574205"/>
                  </a:lnTo>
                  <a:lnTo>
                    <a:pt x="1022870" y="575983"/>
                  </a:lnTo>
                  <a:lnTo>
                    <a:pt x="1024775" y="578027"/>
                  </a:lnTo>
                  <a:lnTo>
                    <a:pt x="1033665" y="582663"/>
                  </a:lnTo>
                  <a:lnTo>
                    <a:pt x="1037958" y="583819"/>
                  </a:lnTo>
                  <a:lnTo>
                    <a:pt x="1067727" y="583819"/>
                  </a:lnTo>
                  <a:lnTo>
                    <a:pt x="1067727" y="574205"/>
                  </a:lnTo>
                  <a:lnTo>
                    <a:pt x="1067727" y="545960"/>
                  </a:lnTo>
                  <a:close/>
                </a:path>
                <a:path extrusionOk="0" h="584200" w="7847965">
                  <a:moveTo>
                    <a:pt x="6922465" y="59651"/>
                  </a:moveTo>
                  <a:lnTo>
                    <a:pt x="6921551" y="46215"/>
                  </a:lnTo>
                  <a:lnTo>
                    <a:pt x="6920014" y="39522"/>
                  </a:lnTo>
                  <a:lnTo>
                    <a:pt x="6918846" y="34391"/>
                  </a:lnTo>
                  <a:lnTo>
                    <a:pt x="6890461" y="3898"/>
                  </a:lnTo>
                  <a:lnTo>
                    <a:pt x="6880174" y="1219"/>
                  </a:lnTo>
                  <a:lnTo>
                    <a:pt x="6880174" y="48882"/>
                  </a:lnTo>
                  <a:lnTo>
                    <a:pt x="6880174" y="71259"/>
                  </a:lnTo>
                  <a:lnTo>
                    <a:pt x="6832168" y="71259"/>
                  </a:lnTo>
                  <a:lnTo>
                    <a:pt x="6832206" y="48882"/>
                  </a:lnTo>
                  <a:lnTo>
                    <a:pt x="6833184" y="45186"/>
                  </a:lnTo>
                  <a:lnTo>
                    <a:pt x="6835089" y="42913"/>
                  </a:lnTo>
                  <a:lnTo>
                    <a:pt x="6837121" y="40652"/>
                  </a:lnTo>
                  <a:lnTo>
                    <a:pt x="6841058" y="39522"/>
                  </a:lnTo>
                  <a:lnTo>
                    <a:pt x="6870776" y="39522"/>
                  </a:lnTo>
                  <a:lnTo>
                    <a:pt x="6873951" y="40767"/>
                  </a:lnTo>
                  <a:lnTo>
                    <a:pt x="6876491" y="43256"/>
                  </a:lnTo>
                  <a:lnTo>
                    <a:pt x="6878904" y="45681"/>
                  </a:lnTo>
                  <a:lnTo>
                    <a:pt x="6880174" y="48882"/>
                  </a:lnTo>
                  <a:lnTo>
                    <a:pt x="6880174" y="1219"/>
                  </a:lnTo>
                  <a:lnTo>
                    <a:pt x="6879260" y="977"/>
                  </a:lnTo>
                  <a:lnTo>
                    <a:pt x="6866458" y="0"/>
                  </a:lnTo>
                  <a:lnTo>
                    <a:pt x="6850456" y="0"/>
                  </a:lnTo>
                  <a:lnTo>
                    <a:pt x="6812254" y="8255"/>
                  </a:lnTo>
                  <a:lnTo>
                    <a:pt x="6790144" y="46380"/>
                  </a:lnTo>
                  <a:lnTo>
                    <a:pt x="6789242" y="122453"/>
                  </a:lnTo>
                  <a:lnTo>
                    <a:pt x="6790233" y="137337"/>
                  </a:lnTo>
                  <a:lnTo>
                    <a:pt x="6814337" y="175526"/>
                  </a:lnTo>
                  <a:lnTo>
                    <a:pt x="6853885" y="183769"/>
                  </a:lnTo>
                  <a:lnTo>
                    <a:pt x="6911543" y="183769"/>
                  </a:lnTo>
                  <a:lnTo>
                    <a:pt x="6911543" y="144246"/>
                  </a:lnTo>
                  <a:lnTo>
                    <a:pt x="6843979" y="144246"/>
                  </a:lnTo>
                  <a:lnTo>
                    <a:pt x="6839280" y="142976"/>
                  </a:lnTo>
                  <a:lnTo>
                    <a:pt x="6836359" y="140436"/>
                  </a:lnTo>
                  <a:lnTo>
                    <a:pt x="6833565" y="137896"/>
                  </a:lnTo>
                  <a:lnTo>
                    <a:pt x="6832168" y="134175"/>
                  </a:lnTo>
                  <a:lnTo>
                    <a:pt x="6832168" y="110782"/>
                  </a:lnTo>
                  <a:lnTo>
                    <a:pt x="6922465" y="110782"/>
                  </a:lnTo>
                  <a:lnTo>
                    <a:pt x="6922465" y="71259"/>
                  </a:lnTo>
                  <a:lnTo>
                    <a:pt x="6922465" y="59651"/>
                  </a:lnTo>
                  <a:close/>
                </a:path>
                <a:path extrusionOk="0" h="584200" w="7847965">
                  <a:moveTo>
                    <a:pt x="7097852" y="119062"/>
                  </a:moveTo>
                  <a:lnTo>
                    <a:pt x="7083755" y="81280"/>
                  </a:lnTo>
                  <a:lnTo>
                    <a:pt x="7044258" y="68186"/>
                  </a:lnTo>
                  <a:lnTo>
                    <a:pt x="7029653" y="68186"/>
                  </a:lnTo>
                  <a:lnTo>
                    <a:pt x="7027367" y="67551"/>
                  </a:lnTo>
                  <a:lnTo>
                    <a:pt x="7024319" y="65011"/>
                  </a:lnTo>
                  <a:lnTo>
                    <a:pt x="7023430" y="62915"/>
                  </a:lnTo>
                  <a:lnTo>
                    <a:pt x="7023430" y="45097"/>
                  </a:lnTo>
                  <a:lnTo>
                    <a:pt x="7024446" y="43053"/>
                  </a:lnTo>
                  <a:lnTo>
                    <a:pt x="7026224" y="41668"/>
                  </a:lnTo>
                  <a:lnTo>
                    <a:pt x="7028129" y="40233"/>
                  </a:lnTo>
                  <a:lnTo>
                    <a:pt x="7031050" y="39522"/>
                  </a:lnTo>
                  <a:lnTo>
                    <a:pt x="7091121" y="39522"/>
                  </a:lnTo>
                  <a:lnTo>
                    <a:pt x="7091121" y="0"/>
                  </a:lnTo>
                  <a:lnTo>
                    <a:pt x="7038543" y="0"/>
                  </a:lnTo>
                  <a:lnTo>
                    <a:pt x="7025589" y="749"/>
                  </a:lnTo>
                  <a:lnTo>
                    <a:pt x="6989127" y="18643"/>
                  </a:lnTo>
                  <a:lnTo>
                    <a:pt x="6980504" y="49796"/>
                  </a:lnTo>
                  <a:lnTo>
                    <a:pt x="6980504" y="59651"/>
                  </a:lnTo>
                  <a:lnTo>
                    <a:pt x="6994474" y="97523"/>
                  </a:lnTo>
                  <a:lnTo>
                    <a:pt x="7034860" y="109778"/>
                  </a:lnTo>
                  <a:lnTo>
                    <a:pt x="7052386" y="109778"/>
                  </a:lnTo>
                  <a:lnTo>
                    <a:pt x="7054926" y="112522"/>
                  </a:lnTo>
                  <a:lnTo>
                    <a:pt x="7054926" y="138785"/>
                  </a:lnTo>
                  <a:lnTo>
                    <a:pt x="7054037" y="140881"/>
                  </a:lnTo>
                  <a:lnTo>
                    <a:pt x="7052386" y="142265"/>
                  </a:lnTo>
                  <a:lnTo>
                    <a:pt x="7050735" y="143586"/>
                  </a:lnTo>
                  <a:lnTo>
                    <a:pt x="7047687" y="144246"/>
                  </a:lnTo>
                  <a:lnTo>
                    <a:pt x="6982282" y="144246"/>
                  </a:lnTo>
                  <a:lnTo>
                    <a:pt x="6982282" y="183769"/>
                  </a:lnTo>
                  <a:lnTo>
                    <a:pt x="7039940" y="183769"/>
                  </a:lnTo>
                  <a:lnTo>
                    <a:pt x="7052792" y="183007"/>
                  </a:lnTo>
                  <a:lnTo>
                    <a:pt x="7089216" y="164477"/>
                  </a:lnTo>
                  <a:lnTo>
                    <a:pt x="7097852" y="134315"/>
                  </a:lnTo>
                  <a:lnTo>
                    <a:pt x="7097852" y="119062"/>
                  </a:lnTo>
                  <a:close/>
                </a:path>
                <a:path extrusionOk="0" h="584200" w="7847965">
                  <a:moveTo>
                    <a:pt x="7291527" y="61315"/>
                  </a:moveTo>
                  <a:lnTo>
                    <a:pt x="7290524" y="46443"/>
                  </a:lnTo>
                  <a:lnTo>
                    <a:pt x="7288885" y="39522"/>
                  </a:lnTo>
                  <a:lnTo>
                    <a:pt x="7287527" y="33731"/>
                  </a:lnTo>
                  <a:lnTo>
                    <a:pt x="7255345" y="3695"/>
                  </a:lnTo>
                  <a:lnTo>
                    <a:pt x="7248601" y="2286"/>
                  </a:lnTo>
                  <a:lnTo>
                    <a:pt x="7248601" y="49606"/>
                  </a:lnTo>
                  <a:lnTo>
                    <a:pt x="7248601" y="134175"/>
                  </a:lnTo>
                  <a:lnTo>
                    <a:pt x="7247204" y="137896"/>
                  </a:lnTo>
                  <a:lnTo>
                    <a:pt x="7244283" y="140436"/>
                  </a:lnTo>
                  <a:lnTo>
                    <a:pt x="7241489" y="142976"/>
                  </a:lnTo>
                  <a:lnTo>
                    <a:pt x="7236790" y="144246"/>
                  </a:lnTo>
                  <a:lnTo>
                    <a:pt x="7196277" y="144246"/>
                  </a:lnTo>
                  <a:lnTo>
                    <a:pt x="7196277" y="48475"/>
                  </a:lnTo>
                  <a:lnTo>
                    <a:pt x="7197420" y="45872"/>
                  </a:lnTo>
                  <a:lnTo>
                    <a:pt x="7199706" y="43332"/>
                  </a:lnTo>
                  <a:lnTo>
                    <a:pt x="7202119" y="40792"/>
                  </a:lnTo>
                  <a:lnTo>
                    <a:pt x="7205929" y="39522"/>
                  </a:lnTo>
                  <a:lnTo>
                    <a:pt x="7236790" y="39522"/>
                  </a:lnTo>
                  <a:lnTo>
                    <a:pt x="7241489" y="40792"/>
                  </a:lnTo>
                  <a:lnTo>
                    <a:pt x="7244283" y="43332"/>
                  </a:lnTo>
                  <a:lnTo>
                    <a:pt x="7247204" y="45872"/>
                  </a:lnTo>
                  <a:lnTo>
                    <a:pt x="7248601" y="49606"/>
                  </a:lnTo>
                  <a:lnTo>
                    <a:pt x="7248601" y="2286"/>
                  </a:lnTo>
                  <a:lnTo>
                    <a:pt x="7242137" y="927"/>
                  </a:lnTo>
                  <a:lnTo>
                    <a:pt x="7226884" y="0"/>
                  </a:lnTo>
                  <a:lnTo>
                    <a:pt x="7201992" y="0"/>
                  </a:lnTo>
                  <a:lnTo>
                    <a:pt x="7194245" y="2349"/>
                  </a:lnTo>
                  <a:lnTo>
                    <a:pt x="7191451" y="7035"/>
                  </a:lnTo>
                  <a:lnTo>
                    <a:pt x="7194499" y="0"/>
                  </a:lnTo>
                  <a:lnTo>
                    <a:pt x="7153224" y="0"/>
                  </a:lnTo>
                  <a:lnTo>
                    <a:pt x="7153224" y="241439"/>
                  </a:lnTo>
                  <a:lnTo>
                    <a:pt x="7196277" y="241439"/>
                  </a:lnTo>
                  <a:lnTo>
                    <a:pt x="7196277" y="183769"/>
                  </a:lnTo>
                  <a:lnTo>
                    <a:pt x="7226884" y="183769"/>
                  </a:lnTo>
                  <a:lnTo>
                    <a:pt x="7266216" y="175437"/>
                  </a:lnTo>
                  <a:lnTo>
                    <a:pt x="7288835" y="144246"/>
                  </a:lnTo>
                  <a:lnTo>
                    <a:pt x="7291527" y="122453"/>
                  </a:lnTo>
                  <a:lnTo>
                    <a:pt x="7291527" y="61315"/>
                  </a:lnTo>
                  <a:close/>
                </a:path>
                <a:path extrusionOk="0" h="584200" w="7847965">
                  <a:moveTo>
                    <a:pt x="7472121" y="59651"/>
                  </a:moveTo>
                  <a:lnTo>
                    <a:pt x="7457770" y="15570"/>
                  </a:lnTo>
                  <a:lnTo>
                    <a:pt x="7429830" y="1193"/>
                  </a:lnTo>
                  <a:lnTo>
                    <a:pt x="7429830" y="48882"/>
                  </a:lnTo>
                  <a:lnTo>
                    <a:pt x="7429830" y="71259"/>
                  </a:lnTo>
                  <a:lnTo>
                    <a:pt x="7381824" y="71259"/>
                  </a:lnTo>
                  <a:lnTo>
                    <a:pt x="7381862" y="48882"/>
                  </a:lnTo>
                  <a:lnTo>
                    <a:pt x="7382840" y="45186"/>
                  </a:lnTo>
                  <a:lnTo>
                    <a:pt x="7384872" y="42913"/>
                  </a:lnTo>
                  <a:lnTo>
                    <a:pt x="7386777" y="40652"/>
                  </a:lnTo>
                  <a:lnTo>
                    <a:pt x="7390841" y="39522"/>
                  </a:lnTo>
                  <a:lnTo>
                    <a:pt x="7420432" y="39522"/>
                  </a:lnTo>
                  <a:lnTo>
                    <a:pt x="7423734" y="40767"/>
                  </a:lnTo>
                  <a:lnTo>
                    <a:pt x="7426147" y="43256"/>
                  </a:lnTo>
                  <a:lnTo>
                    <a:pt x="7428687" y="45681"/>
                  </a:lnTo>
                  <a:lnTo>
                    <a:pt x="7429830" y="48882"/>
                  </a:lnTo>
                  <a:lnTo>
                    <a:pt x="7429830" y="1193"/>
                  </a:lnTo>
                  <a:lnTo>
                    <a:pt x="7429030" y="977"/>
                  </a:lnTo>
                  <a:lnTo>
                    <a:pt x="7416241" y="0"/>
                  </a:lnTo>
                  <a:lnTo>
                    <a:pt x="7400239" y="0"/>
                  </a:lnTo>
                  <a:lnTo>
                    <a:pt x="7361923" y="8255"/>
                  </a:lnTo>
                  <a:lnTo>
                    <a:pt x="7339800" y="46380"/>
                  </a:lnTo>
                  <a:lnTo>
                    <a:pt x="7338898" y="122453"/>
                  </a:lnTo>
                  <a:lnTo>
                    <a:pt x="7339889" y="137337"/>
                  </a:lnTo>
                  <a:lnTo>
                    <a:pt x="7364069" y="175526"/>
                  </a:lnTo>
                  <a:lnTo>
                    <a:pt x="7403668" y="183769"/>
                  </a:lnTo>
                  <a:lnTo>
                    <a:pt x="7461326" y="183769"/>
                  </a:lnTo>
                  <a:lnTo>
                    <a:pt x="7461326" y="144246"/>
                  </a:lnTo>
                  <a:lnTo>
                    <a:pt x="7393635" y="144246"/>
                  </a:lnTo>
                  <a:lnTo>
                    <a:pt x="7388936" y="142976"/>
                  </a:lnTo>
                  <a:lnTo>
                    <a:pt x="7386015" y="140436"/>
                  </a:lnTo>
                  <a:lnTo>
                    <a:pt x="7383221" y="137896"/>
                  </a:lnTo>
                  <a:lnTo>
                    <a:pt x="7381824" y="134175"/>
                  </a:lnTo>
                  <a:lnTo>
                    <a:pt x="7381824" y="110782"/>
                  </a:lnTo>
                  <a:lnTo>
                    <a:pt x="7472121" y="110782"/>
                  </a:lnTo>
                  <a:lnTo>
                    <a:pt x="7472121" y="71259"/>
                  </a:lnTo>
                  <a:lnTo>
                    <a:pt x="7472121" y="59651"/>
                  </a:lnTo>
                  <a:close/>
                </a:path>
                <a:path extrusionOk="0" h="584200" w="7847965">
                  <a:moveTo>
                    <a:pt x="7652334" y="0"/>
                  </a:moveTo>
                  <a:lnTo>
                    <a:pt x="7597978" y="0"/>
                  </a:lnTo>
                  <a:lnTo>
                    <a:pt x="7590358" y="2349"/>
                  </a:lnTo>
                  <a:lnTo>
                    <a:pt x="7587437" y="7035"/>
                  </a:lnTo>
                  <a:lnTo>
                    <a:pt x="7590231" y="0"/>
                  </a:lnTo>
                  <a:lnTo>
                    <a:pt x="7524191" y="0"/>
                  </a:lnTo>
                  <a:lnTo>
                    <a:pt x="7524191" y="39522"/>
                  </a:lnTo>
                  <a:lnTo>
                    <a:pt x="7548956" y="39522"/>
                  </a:lnTo>
                  <a:lnTo>
                    <a:pt x="7548956" y="144246"/>
                  </a:lnTo>
                  <a:lnTo>
                    <a:pt x="7524191" y="144246"/>
                  </a:lnTo>
                  <a:lnTo>
                    <a:pt x="7524191" y="183769"/>
                  </a:lnTo>
                  <a:lnTo>
                    <a:pt x="7628839" y="183769"/>
                  </a:lnTo>
                  <a:lnTo>
                    <a:pt x="7628839" y="144246"/>
                  </a:lnTo>
                  <a:lnTo>
                    <a:pt x="7591882" y="144246"/>
                  </a:lnTo>
                  <a:lnTo>
                    <a:pt x="7591882" y="55435"/>
                  </a:lnTo>
                  <a:lnTo>
                    <a:pt x="7602042" y="41262"/>
                  </a:lnTo>
                  <a:lnTo>
                    <a:pt x="7652334" y="41262"/>
                  </a:lnTo>
                  <a:lnTo>
                    <a:pt x="7652334" y="7035"/>
                  </a:lnTo>
                  <a:lnTo>
                    <a:pt x="7652334" y="0"/>
                  </a:lnTo>
                  <a:close/>
                </a:path>
                <a:path extrusionOk="0" h="584200" w="7847965">
                  <a:moveTo>
                    <a:pt x="7847787" y="145910"/>
                  </a:moveTo>
                  <a:lnTo>
                    <a:pt x="7838389" y="145910"/>
                  </a:lnTo>
                  <a:lnTo>
                    <a:pt x="7833182" y="145605"/>
                  </a:lnTo>
                  <a:lnTo>
                    <a:pt x="7832293" y="144995"/>
                  </a:lnTo>
                  <a:lnTo>
                    <a:pt x="7831277" y="144386"/>
                  </a:lnTo>
                  <a:lnTo>
                    <a:pt x="7831201" y="144246"/>
                  </a:lnTo>
                  <a:lnTo>
                    <a:pt x="7830896" y="143649"/>
                  </a:lnTo>
                  <a:lnTo>
                    <a:pt x="7830896" y="103987"/>
                  </a:lnTo>
                  <a:lnTo>
                    <a:pt x="7830896" y="61315"/>
                  </a:lnTo>
                  <a:lnTo>
                    <a:pt x="7821727" y="23380"/>
                  </a:lnTo>
                  <a:lnTo>
                    <a:pt x="7781163" y="939"/>
                  </a:lnTo>
                  <a:lnTo>
                    <a:pt x="7765999" y="0"/>
                  </a:lnTo>
                  <a:lnTo>
                    <a:pt x="7709738" y="0"/>
                  </a:lnTo>
                  <a:lnTo>
                    <a:pt x="7709738" y="39522"/>
                  </a:lnTo>
                  <a:lnTo>
                    <a:pt x="7776032" y="39522"/>
                  </a:lnTo>
                  <a:lnTo>
                    <a:pt x="7780731" y="40792"/>
                  </a:lnTo>
                  <a:lnTo>
                    <a:pt x="7783525" y="43332"/>
                  </a:lnTo>
                  <a:lnTo>
                    <a:pt x="7786446" y="45872"/>
                  </a:lnTo>
                  <a:lnTo>
                    <a:pt x="7787843" y="49606"/>
                  </a:lnTo>
                  <a:lnTo>
                    <a:pt x="7787843" y="64465"/>
                  </a:lnTo>
                  <a:lnTo>
                    <a:pt x="7787843" y="103987"/>
                  </a:lnTo>
                  <a:lnTo>
                    <a:pt x="7787818" y="138226"/>
                  </a:lnTo>
                  <a:lnTo>
                    <a:pt x="7787462" y="140665"/>
                  </a:lnTo>
                  <a:lnTo>
                    <a:pt x="7786484" y="142265"/>
                  </a:lnTo>
                  <a:lnTo>
                    <a:pt x="7785811" y="143535"/>
                  </a:lnTo>
                  <a:lnTo>
                    <a:pt x="7783271" y="144246"/>
                  </a:lnTo>
                  <a:lnTo>
                    <a:pt x="7745171" y="144246"/>
                  </a:lnTo>
                  <a:lnTo>
                    <a:pt x="7742504" y="143586"/>
                  </a:lnTo>
                  <a:lnTo>
                    <a:pt x="7741234" y="142265"/>
                  </a:lnTo>
                  <a:lnTo>
                    <a:pt x="7739837" y="140881"/>
                  </a:lnTo>
                  <a:lnTo>
                    <a:pt x="7739202" y="138226"/>
                  </a:lnTo>
                  <a:lnTo>
                    <a:pt x="7739202" y="113398"/>
                  </a:lnTo>
                  <a:lnTo>
                    <a:pt x="7740472" y="110197"/>
                  </a:lnTo>
                  <a:lnTo>
                    <a:pt x="7745298" y="105232"/>
                  </a:lnTo>
                  <a:lnTo>
                    <a:pt x="7748473" y="103987"/>
                  </a:lnTo>
                  <a:lnTo>
                    <a:pt x="7787843" y="103987"/>
                  </a:lnTo>
                  <a:lnTo>
                    <a:pt x="7787843" y="64465"/>
                  </a:lnTo>
                  <a:lnTo>
                    <a:pt x="7752791" y="64465"/>
                  </a:lnTo>
                  <a:lnTo>
                    <a:pt x="7728026" y="68199"/>
                  </a:lnTo>
                  <a:lnTo>
                    <a:pt x="7710322" y="79387"/>
                  </a:lnTo>
                  <a:lnTo>
                    <a:pt x="7699692" y="98031"/>
                  </a:lnTo>
                  <a:lnTo>
                    <a:pt x="7696149" y="124117"/>
                  </a:lnTo>
                  <a:lnTo>
                    <a:pt x="7696149" y="130911"/>
                  </a:lnTo>
                  <a:lnTo>
                    <a:pt x="7710119" y="171513"/>
                  </a:lnTo>
                  <a:lnTo>
                    <a:pt x="7752410" y="183769"/>
                  </a:lnTo>
                  <a:lnTo>
                    <a:pt x="7793685" y="183769"/>
                  </a:lnTo>
                  <a:lnTo>
                    <a:pt x="7800543" y="180568"/>
                  </a:lnTo>
                  <a:lnTo>
                    <a:pt x="7803464" y="174155"/>
                  </a:lnTo>
                  <a:lnTo>
                    <a:pt x="7802829" y="175933"/>
                  </a:lnTo>
                  <a:lnTo>
                    <a:pt x="7804734" y="177977"/>
                  </a:lnTo>
                  <a:lnTo>
                    <a:pt x="7813624" y="182613"/>
                  </a:lnTo>
                  <a:lnTo>
                    <a:pt x="7817942" y="183769"/>
                  </a:lnTo>
                  <a:lnTo>
                    <a:pt x="7847787" y="183769"/>
                  </a:lnTo>
                  <a:lnTo>
                    <a:pt x="7847787" y="174155"/>
                  </a:lnTo>
                  <a:lnTo>
                    <a:pt x="7847787" y="1459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6"/>
          <p:cNvSpPr txBox="1"/>
          <p:nvPr/>
        </p:nvSpPr>
        <p:spPr>
          <a:xfrm>
            <a:off x="8631502" y="3163589"/>
            <a:ext cx="7905115" cy="287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Los	ocurren cuando</a:t>
            </a:r>
            <a:endParaRPr sz="26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marR="5080" rtl="0" algn="l">
              <a:lnSpc>
                <a:spcPct val="1002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varias instrucciones intentan acceder a los mismos datos. Para resolver estos conftictos, se utilizan técnicas como el</a:t>
            </a:r>
            <a:endParaRPr sz="26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876290" rtl="0" algn="l">
              <a:lnSpc>
                <a:spcPct val="119433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2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 la</a:t>
            </a:r>
            <a:endParaRPr sz="2650">
              <a:latin typeface="Consolas"/>
              <a:ea typeface="Consolas"/>
              <a:cs typeface="Consolas"/>
              <a:sym typeface="Consolas"/>
            </a:endParaRPr>
          </a:p>
          <a:p>
            <a:pPr indent="1099185" lvl="0" marL="12700" marR="187960" rtl="0" algn="l">
              <a:lnSpc>
                <a:spcPct val="121849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2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que permiten que las instrucciones se ejecuten sin interferencias.</a:t>
            </a:r>
            <a:endParaRPr sz="265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55" name="Google Shape;155;p6"/>
          <p:cNvGrpSpPr/>
          <p:nvPr/>
        </p:nvGrpSpPr>
        <p:grpSpPr>
          <a:xfrm>
            <a:off x="229711" y="1894510"/>
            <a:ext cx="7444891" cy="7728867"/>
            <a:chOff x="229711" y="1894510"/>
            <a:chExt cx="7444891" cy="7728867"/>
          </a:xfrm>
        </p:grpSpPr>
        <p:pic>
          <p:nvPicPr>
            <p:cNvPr id="156" name="Google Shape;156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78554" y="1894510"/>
              <a:ext cx="6496048" cy="64960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6"/>
            <p:cNvSpPr/>
            <p:nvPr/>
          </p:nvSpPr>
          <p:spPr>
            <a:xfrm>
              <a:off x="229711" y="7157478"/>
              <a:ext cx="4408170" cy="2465070"/>
            </a:xfrm>
            <a:custGeom>
              <a:rect b="b" l="l" r="r" t="t"/>
              <a:pathLst>
                <a:path extrusionOk="0" h="2465070" w="4408170">
                  <a:moveTo>
                    <a:pt x="4407719" y="0"/>
                  </a:moveTo>
                  <a:lnTo>
                    <a:pt x="0" y="0"/>
                  </a:lnTo>
                  <a:lnTo>
                    <a:pt x="0" y="2464475"/>
                  </a:lnTo>
                  <a:lnTo>
                    <a:pt x="2203862" y="2464475"/>
                  </a:lnTo>
                  <a:lnTo>
                    <a:pt x="4407719" y="2464475"/>
                  </a:lnTo>
                  <a:lnTo>
                    <a:pt x="4407719" y="0"/>
                  </a:lnTo>
                  <a:close/>
                </a:path>
              </a:pathLst>
            </a:custGeom>
            <a:solidFill>
              <a:srgbClr val="2F3B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229711" y="7157485"/>
              <a:ext cx="4408170" cy="2465070"/>
            </a:xfrm>
            <a:custGeom>
              <a:rect b="b" l="l" r="r" t="t"/>
              <a:pathLst>
                <a:path extrusionOk="0" h="2465070" w="4408170">
                  <a:moveTo>
                    <a:pt x="2203850" y="2464469"/>
                  </a:moveTo>
                  <a:lnTo>
                    <a:pt x="0" y="2464469"/>
                  </a:lnTo>
                  <a:lnTo>
                    <a:pt x="0" y="0"/>
                  </a:lnTo>
                  <a:lnTo>
                    <a:pt x="4407693" y="0"/>
                  </a:lnTo>
                  <a:lnTo>
                    <a:pt x="4407693" y="2464469"/>
                  </a:lnTo>
                  <a:lnTo>
                    <a:pt x="2203850" y="2464469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229711" y="7157480"/>
              <a:ext cx="4408170" cy="742315"/>
            </a:xfrm>
            <a:custGeom>
              <a:rect b="b" l="l" r="r" t="t"/>
              <a:pathLst>
                <a:path extrusionOk="0" h="742315" w="4408170">
                  <a:moveTo>
                    <a:pt x="2203858" y="742233"/>
                  </a:moveTo>
                  <a:lnTo>
                    <a:pt x="0" y="742233"/>
                  </a:lnTo>
                  <a:lnTo>
                    <a:pt x="0" y="0"/>
                  </a:lnTo>
                  <a:lnTo>
                    <a:pt x="4407713" y="0"/>
                  </a:lnTo>
                  <a:lnTo>
                    <a:pt x="4407713" y="742233"/>
                  </a:lnTo>
                  <a:lnTo>
                    <a:pt x="2203858" y="742233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4112620" y="7382848"/>
              <a:ext cx="226060" cy="225425"/>
            </a:xfrm>
            <a:custGeom>
              <a:rect b="b" l="l" r="r" t="t"/>
              <a:pathLst>
                <a:path extrusionOk="0" h="225425" w="226060">
                  <a:moveTo>
                    <a:pt x="723" y="0"/>
                  </a:moveTo>
                  <a:lnTo>
                    <a:pt x="225964" y="225354"/>
                  </a:lnTo>
                </a:path>
                <a:path extrusionOk="0" h="225425" w="226060">
                  <a:moveTo>
                    <a:pt x="225241" y="0"/>
                  </a:moveTo>
                  <a:lnTo>
                    <a:pt x="0" y="225354"/>
                  </a:lnTo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3041840" y="7494448"/>
              <a:ext cx="320040" cy="20320"/>
            </a:xfrm>
            <a:custGeom>
              <a:rect b="b" l="l" r="r" t="t"/>
              <a:pathLst>
                <a:path extrusionOk="0" h="20320" w="320039">
                  <a:moveTo>
                    <a:pt x="319760" y="1435"/>
                  </a:moveTo>
                  <a:lnTo>
                    <a:pt x="88" y="0"/>
                  </a:lnTo>
                  <a:lnTo>
                    <a:pt x="0" y="18719"/>
                  </a:lnTo>
                  <a:lnTo>
                    <a:pt x="319684" y="20154"/>
                  </a:lnTo>
                  <a:lnTo>
                    <a:pt x="319760" y="14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3625227" y="7382827"/>
              <a:ext cx="224790" cy="224790"/>
            </a:xfrm>
            <a:custGeom>
              <a:rect b="b" l="l" r="r" t="t"/>
              <a:pathLst>
                <a:path extrusionOk="0" h="224790" w="224789">
                  <a:moveTo>
                    <a:pt x="112306" y="224612"/>
                  </a:moveTo>
                  <a:lnTo>
                    <a:pt x="0" y="224612"/>
                  </a:lnTo>
                  <a:lnTo>
                    <a:pt x="0" y="0"/>
                  </a:lnTo>
                  <a:lnTo>
                    <a:pt x="224612" y="0"/>
                  </a:lnTo>
                  <a:lnTo>
                    <a:pt x="224612" y="224612"/>
                  </a:lnTo>
                  <a:lnTo>
                    <a:pt x="112306" y="224612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3" name="Google Shape;163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9712" y="7158193"/>
              <a:ext cx="4408435" cy="24651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45592" y="8284464"/>
              <a:ext cx="890016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624583" y="8284464"/>
              <a:ext cx="652272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667000" y="8284464"/>
              <a:ext cx="777239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72255" y="8284464"/>
              <a:ext cx="612648" cy="94792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 txBox="1"/>
          <p:nvPr>
            <p:ph type="title"/>
          </p:nvPr>
        </p:nvSpPr>
        <p:spPr>
          <a:xfrm>
            <a:off x="1610182" y="1328503"/>
            <a:ext cx="8663305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Conftictos de Control</a:t>
            </a:r>
            <a:endParaRPr sz="6000"/>
          </a:p>
        </p:txBody>
      </p:sp>
      <p:grpSp>
        <p:nvGrpSpPr>
          <p:cNvPr id="173" name="Google Shape;173;p7"/>
          <p:cNvGrpSpPr/>
          <p:nvPr/>
        </p:nvGrpSpPr>
        <p:grpSpPr>
          <a:xfrm>
            <a:off x="8681110" y="2754744"/>
            <a:ext cx="6889750" cy="1435189"/>
            <a:chOff x="8681110" y="2754744"/>
            <a:chExt cx="6889750" cy="1435189"/>
          </a:xfrm>
        </p:grpSpPr>
        <p:pic>
          <p:nvPicPr>
            <p:cNvPr id="174" name="Google Shape;1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394278" y="2754744"/>
              <a:ext cx="3690912" cy="2445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7"/>
            <p:cNvSpPr/>
            <p:nvPr/>
          </p:nvSpPr>
          <p:spPr>
            <a:xfrm>
              <a:off x="8681110" y="3540328"/>
              <a:ext cx="6889750" cy="649605"/>
            </a:xfrm>
            <a:custGeom>
              <a:rect b="b" l="l" r="r" t="t"/>
              <a:pathLst>
                <a:path extrusionOk="0" h="649604" w="6889750">
                  <a:moveTo>
                    <a:pt x="114033" y="586714"/>
                  </a:moveTo>
                  <a:lnTo>
                    <a:pt x="100342" y="549986"/>
                  </a:lnTo>
                  <a:lnTo>
                    <a:pt x="61925" y="537273"/>
                  </a:lnTo>
                  <a:lnTo>
                    <a:pt x="47726" y="537273"/>
                  </a:lnTo>
                  <a:lnTo>
                    <a:pt x="45466" y="536651"/>
                  </a:lnTo>
                  <a:lnTo>
                    <a:pt x="42468" y="534187"/>
                  </a:lnTo>
                  <a:lnTo>
                    <a:pt x="41706" y="532142"/>
                  </a:lnTo>
                  <a:lnTo>
                    <a:pt x="41706" y="514832"/>
                  </a:lnTo>
                  <a:lnTo>
                    <a:pt x="42595" y="512838"/>
                  </a:lnTo>
                  <a:lnTo>
                    <a:pt x="44373" y="511505"/>
                  </a:lnTo>
                  <a:lnTo>
                    <a:pt x="46189" y="510108"/>
                  </a:lnTo>
                  <a:lnTo>
                    <a:pt x="49098" y="509409"/>
                  </a:lnTo>
                  <a:lnTo>
                    <a:pt x="107429" y="509409"/>
                  </a:lnTo>
                  <a:lnTo>
                    <a:pt x="107429" y="470992"/>
                  </a:lnTo>
                  <a:lnTo>
                    <a:pt x="56375" y="470992"/>
                  </a:lnTo>
                  <a:lnTo>
                    <a:pt x="43738" y="471716"/>
                  </a:lnTo>
                  <a:lnTo>
                    <a:pt x="8331" y="489102"/>
                  </a:lnTo>
                  <a:lnTo>
                    <a:pt x="0" y="519391"/>
                  </a:lnTo>
                  <a:lnTo>
                    <a:pt x="0" y="528967"/>
                  </a:lnTo>
                  <a:lnTo>
                    <a:pt x="13525" y="565772"/>
                  </a:lnTo>
                  <a:lnTo>
                    <a:pt x="52743" y="577697"/>
                  </a:lnTo>
                  <a:lnTo>
                    <a:pt x="69786" y="577697"/>
                  </a:lnTo>
                  <a:lnTo>
                    <a:pt x="72237" y="580351"/>
                  </a:lnTo>
                  <a:lnTo>
                    <a:pt x="72237" y="605878"/>
                  </a:lnTo>
                  <a:lnTo>
                    <a:pt x="71424" y="607923"/>
                  </a:lnTo>
                  <a:lnTo>
                    <a:pt x="69824" y="609269"/>
                  </a:lnTo>
                  <a:lnTo>
                    <a:pt x="68211" y="610552"/>
                  </a:lnTo>
                  <a:lnTo>
                    <a:pt x="65252" y="611200"/>
                  </a:lnTo>
                  <a:lnTo>
                    <a:pt x="1689" y="611200"/>
                  </a:lnTo>
                  <a:lnTo>
                    <a:pt x="1689" y="649605"/>
                  </a:lnTo>
                  <a:lnTo>
                    <a:pt x="57658" y="649605"/>
                  </a:lnTo>
                  <a:lnTo>
                    <a:pt x="70180" y="648855"/>
                  </a:lnTo>
                  <a:lnTo>
                    <a:pt x="105600" y="630859"/>
                  </a:lnTo>
                  <a:lnTo>
                    <a:pt x="114033" y="601535"/>
                  </a:lnTo>
                  <a:lnTo>
                    <a:pt x="114033" y="586714"/>
                  </a:lnTo>
                  <a:close/>
                </a:path>
                <a:path extrusionOk="0" h="649604" w="6889750">
                  <a:moveTo>
                    <a:pt x="308546" y="612813"/>
                  </a:moveTo>
                  <a:lnTo>
                    <a:pt x="299427" y="612813"/>
                  </a:lnTo>
                  <a:lnTo>
                    <a:pt x="294411" y="612508"/>
                  </a:lnTo>
                  <a:lnTo>
                    <a:pt x="292582" y="611327"/>
                  </a:lnTo>
                  <a:lnTo>
                    <a:pt x="292493" y="611200"/>
                  </a:lnTo>
                  <a:lnTo>
                    <a:pt x="292125" y="610603"/>
                  </a:lnTo>
                  <a:lnTo>
                    <a:pt x="292125" y="572058"/>
                  </a:lnTo>
                  <a:lnTo>
                    <a:pt x="292125" y="530580"/>
                  </a:lnTo>
                  <a:lnTo>
                    <a:pt x="276339" y="485495"/>
                  </a:lnTo>
                  <a:lnTo>
                    <a:pt x="229146" y="470992"/>
                  </a:lnTo>
                  <a:lnTo>
                    <a:pt x="174472" y="470992"/>
                  </a:lnTo>
                  <a:lnTo>
                    <a:pt x="174472" y="509409"/>
                  </a:lnTo>
                  <a:lnTo>
                    <a:pt x="238836" y="509409"/>
                  </a:lnTo>
                  <a:lnTo>
                    <a:pt x="243408" y="510641"/>
                  </a:lnTo>
                  <a:lnTo>
                    <a:pt x="246138" y="513118"/>
                  </a:lnTo>
                  <a:lnTo>
                    <a:pt x="248932" y="515581"/>
                  </a:lnTo>
                  <a:lnTo>
                    <a:pt x="250329" y="519201"/>
                  </a:lnTo>
                  <a:lnTo>
                    <a:pt x="250329" y="533641"/>
                  </a:lnTo>
                  <a:lnTo>
                    <a:pt x="250329" y="572058"/>
                  </a:lnTo>
                  <a:lnTo>
                    <a:pt x="250291" y="605345"/>
                  </a:lnTo>
                  <a:lnTo>
                    <a:pt x="249923" y="607707"/>
                  </a:lnTo>
                  <a:lnTo>
                    <a:pt x="248310" y="610501"/>
                  </a:lnTo>
                  <a:lnTo>
                    <a:pt x="245948" y="611200"/>
                  </a:lnTo>
                  <a:lnTo>
                    <a:pt x="208826" y="611200"/>
                  </a:lnTo>
                  <a:lnTo>
                    <a:pt x="206286" y="610552"/>
                  </a:lnTo>
                  <a:lnTo>
                    <a:pt x="204990" y="609269"/>
                  </a:lnTo>
                  <a:lnTo>
                    <a:pt x="203695" y="607923"/>
                  </a:lnTo>
                  <a:lnTo>
                    <a:pt x="203060" y="605345"/>
                  </a:lnTo>
                  <a:lnTo>
                    <a:pt x="203060" y="581215"/>
                  </a:lnTo>
                  <a:lnTo>
                    <a:pt x="204241" y="578091"/>
                  </a:lnTo>
                  <a:lnTo>
                    <a:pt x="206603" y="575678"/>
                  </a:lnTo>
                  <a:lnTo>
                    <a:pt x="209016" y="573265"/>
                  </a:lnTo>
                  <a:lnTo>
                    <a:pt x="212128" y="572058"/>
                  </a:lnTo>
                  <a:lnTo>
                    <a:pt x="250329" y="572058"/>
                  </a:lnTo>
                  <a:lnTo>
                    <a:pt x="250329" y="533641"/>
                  </a:lnTo>
                  <a:lnTo>
                    <a:pt x="216255" y="533641"/>
                  </a:lnTo>
                  <a:lnTo>
                    <a:pt x="192189" y="537273"/>
                  </a:lnTo>
                  <a:lnTo>
                    <a:pt x="175006" y="548144"/>
                  </a:lnTo>
                  <a:lnTo>
                    <a:pt x="164693" y="566267"/>
                  </a:lnTo>
                  <a:lnTo>
                    <a:pt x="161264" y="591629"/>
                  </a:lnTo>
                  <a:lnTo>
                    <a:pt x="161264" y="598233"/>
                  </a:lnTo>
                  <a:lnTo>
                    <a:pt x="174790" y="637692"/>
                  </a:lnTo>
                  <a:lnTo>
                    <a:pt x="215938" y="649605"/>
                  </a:lnTo>
                  <a:lnTo>
                    <a:pt x="255968" y="649605"/>
                  </a:lnTo>
                  <a:lnTo>
                    <a:pt x="262699" y="646493"/>
                  </a:lnTo>
                  <a:lnTo>
                    <a:pt x="265544" y="640270"/>
                  </a:lnTo>
                  <a:lnTo>
                    <a:pt x="264960" y="641985"/>
                  </a:lnTo>
                  <a:lnTo>
                    <a:pt x="266814" y="643966"/>
                  </a:lnTo>
                  <a:lnTo>
                    <a:pt x="275450" y="648487"/>
                  </a:lnTo>
                  <a:lnTo>
                    <a:pt x="279615" y="649605"/>
                  </a:lnTo>
                  <a:lnTo>
                    <a:pt x="308546" y="649605"/>
                  </a:lnTo>
                  <a:lnTo>
                    <a:pt x="308546" y="640270"/>
                  </a:lnTo>
                  <a:lnTo>
                    <a:pt x="308546" y="612813"/>
                  </a:lnTo>
                  <a:close/>
                </a:path>
                <a:path extrusionOk="0" h="649604" w="6889750">
                  <a:moveTo>
                    <a:pt x="486003" y="611200"/>
                  </a:moveTo>
                  <a:lnTo>
                    <a:pt x="432854" y="611200"/>
                  </a:lnTo>
                  <a:lnTo>
                    <a:pt x="431457" y="611060"/>
                  </a:lnTo>
                  <a:lnTo>
                    <a:pt x="431076" y="610793"/>
                  </a:lnTo>
                  <a:lnTo>
                    <a:pt x="430758" y="610476"/>
                  </a:lnTo>
                  <a:lnTo>
                    <a:pt x="430618" y="609752"/>
                  </a:lnTo>
                  <a:lnTo>
                    <a:pt x="430593" y="405041"/>
                  </a:lnTo>
                  <a:lnTo>
                    <a:pt x="340398" y="405041"/>
                  </a:lnTo>
                  <a:lnTo>
                    <a:pt x="340398" y="443445"/>
                  </a:lnTo>
                  <a:lnTo>
                    <a:pt x="388886" y="443445"/>
                  </a:lnTo>
                  <a:lnTo>
                    <a:pt x="388975" y="611200"/>
                  </a:lnTo>
                  <a:lnTo>
                    <a:pt x="410679" y="647153"/>
                  </a:lnTo>
                  <a:lnTo>
                    <a:pt x="423748" y="649605"/>
                  </a:lnTo>
                  <a:lnTo>
                    <a:pt x="486003" y="649605"/>
                  </a:lnTo>
                  <a:lnTo>
                    <a:pt x="486003" y="611200"/>
                  </a:lnTo>
                  <a:close/>
                </a:path>
                <a:path extrusionOk="0" h="649604" w="6889750">
                  <a:moveTo>
                    <a:pt x="651941" y="470992"/>
                  </a:moveTo>
                  <a:lnTo>
                    <a:pt x="603783" y="470992"/>
                  </a:lnTo>
                  <a:lnTo>
                    <a:pt x="603783" y="431368"/>
                  </a:lnTo>
                  <a:lnTo>
                    <a:pt x="561987" y="431368"/>
                  </a:lnTo>
                  <a:lnTo>
                    <a:pt x="561987" y="470992"/>
                  </a:lnTo>
                  <a:lnTo>
                    <a:pt x="530656" y="470992"/>
                  </a:lnTo>
                  <a:lnTo>
                    <a:pt x="530656" y="509409"/>
                  </a:lnTo>
                  <a:lnTo>
                    <a:pt x="561987" y="509409"/>
                  </a:lnTo>
                  <a:lnTo>
                    <a:pt x="561987" y="603148"/>
                  </a:lnTo>
                  <a:lnTo>
                    <a:pt x="562648" y="612851"/>
                  </a:lnTo>
                  <a:lnTo>
                    <a:pt x="585774" y="646353"/>
                  </a:lnTo>
                  <a:lnTo>
                    <a:pt x="603453" y="649605"/>
                  </a:lnTo>
                  <a:lnTo>
                    <a:pt x="651941" y="649605"/>
                  </a:lnTo>
                  <a:lnTo>
                    <a:pt x="651941" y="611200"/>
                  </a:lnTo>
                  <a:lnTo>
                    <a:pt x="608317" y="611200"/>
                  </a:lnTo>
                  <a:lnTo>
                    <a:pt x="606107" y="610819"/>
                  </a:lnTo>
                  <a:lnTo>
                    <a:pt x="605142" y="610069"/>
                  </a:lnTo>
                  <a:lnTo>
                    <a:pt x="604240" y="609269"/>
                  </a:lnTo>
                  <a:lnTo>
                    <a:pt x="603783" y="607517"/>
                  </a:lnTo>
                  <a:lnTo>
                    <a:pt x="603783" y="509409"/>
                  </a:lnTo>
                  <a:lnTo>
                    <a:pt x="651941" y="509409"/>
                  </a:lnTo>
                  <a:lnTo>
                    <a:pt x="651941" y="470992"/>
                  </a:lnTo>
                  <a:close/>
                </a:path>
                <a:path extrusionOk="0" h="649604" w="6889750">
                  <a:moveTo>
                    <a:pt x="837603" y="530580"/>
                  </a:moveTo>
                  <a:lnTo>
                    <a:pt x="836612" y="516267"/>
                  </a:lnTo>
                  <a:lnTo>
                    <a:pt x="834961" y="509409"/>
                  </a:lnTo>
                  <a:lnTo>
                    <a:pt x="833653" y="503974"/>
                  </a:lnTo>
                  <a:lnTo>
                    <a:pt x="802119" y="474624"/>
                  </a:lnTo>
                  <a:lnTo>
                    <a:pt x="795883" y="473303"/>
                  </a:lnTo>
                  <a:lnTo>
                    <a:pt x="795883" y="519201"/>
                  </a:lnTo>
                  <a:lnTo>
                    <a:pt x="795883" y="601395"/>
                  </a:lnTo>
                  <a:lnTo>
                    <a:pt x="794486" y="605028"/>
                  </a:lnTo>
                  <a:lnTo>
                    <a:pt x="791692" y="607491"/>
                  </a:lnTo>
                  <a:lnTo>
                    <a:pt x="788962" y="609955"/>
                  </a:lnTo>
                  <a:lnTo>
                    <a:pt x="784364" y="611200"/>
                  </a:lnTo>
                  <a:lnTo>
                    <a:pt x="754062" y="611200"/>
                  </a:lnTo>
                  <a:lnTo>
                    <a:pt x="749477" y="609955"/>
                  </a:lnTo>
                  <a:lnTo>
                    <a:pt x="746683" y="607491"/>
                  </a:lnTo>
                  <a:lnTo>
                    <a:pt x="743940" y="605028"/>
                  </a:lnTo>
                  <a:lnTo>
                    <a:pt x="742569" y="601395"/>
                  </a:lnTo>
                  <a:lnTo>
                    <a:pt x="742569" y="519201"/>
                  </a:lnTo>
                  <a:lnTo>
                    <a:pt x="743940" y="515581"/>
                  </a:lnTo>
                  <a:lnTo>
                    <a:pt x="749477" y="510641"/>
                  </a:lnTo>
                  <a:lnTo>
                    <a:pt x="754062" y="509409"/>
                  </a:lnTo>
                  <a:lnTo>
                    <a:pt x="784364" y="509409"/>
                  </a:lnTo>
                  <a:lnTo>
                    <a:pt x="788962" y="510641"/>
                  </a:lnTo>
                  <a:lnTo>
                    <a:pt x="791692" y="513118"/>
                  </a:lnTo>
                  <a:lnTo>
                    <a:pt x="794486" y="515581"/>
                  </a:lnTo>
                  <a:lnTo>
                    <a:pt x="795883" y="519201"/>
                  </a:lnTo>
                  <a:lnTo>
                    <a:pt x="795883" y="473303"/>
                  </a:lnTo>
                  <a:lnTo>
                    <a:pt x="789343" y="471906"/>
                  </a:lnTo>
                  <a:lnTo>
                    <a:pt x="774623" y="470992"/>
                  </a:lnTo>
                  <a:lnTo>
                    <a:pt x="763752" y="470992"/>
                  </a:lnTo>
                  <a:lnTo>
                    <a:pt x="725500" y="479158"/>
                  </a:lnTo>
                  <a:lnTo>
                    <a:pt x="701840" y="516267"/>
                  </a:lnTo>
                  <a:lnTo>
                    <a:pt x="700862" y="530580"/>
                  </a:lnTo>
                  <a:lnTo>
                    <a:pt x="700862" y="590016"/>
                  </a:lnTo>
                  <a:lnTo>
                    <a:pt x="716635" y="635190"/>
                  </a:lnTo>
                  <a:lnTo>
                    <a:pt x="763752" y="649605"/>
                  </a:lnTo>
                  <a:lnTo>
                    <a:pt x="774623" y="649605"/>
                  </a:lnTo>
                  <a:lnTo>
                    <a:pt x="812939" y="641502"/>
                  </a:lnTo>
                  <a:lnTo>
                    <a:pt x="834961" y="611200"/>
                  </a:lnTo>
                  <a:lnTo>
                    <a:pt x="836612" y="604354"/>
                  </a:lnTo>
                  <a:lnTo>
                    <a:pt x="837603" y="590016"/>
                  </a:lnTo>
                  <a:lnTo>
                    <a:pt x="837603" y="530580"/>
                  </a:lnTo>
                  <a:close/>
                </a:path>
                <a:path extrusionOk="0" h="649604" w="6889750">
                  <a:moveTo>
                    <a:pt x="1004493" y="586714"/>
                  </a:moveTo>
                  <a:lnTo>
                    <a:pt x="990803" y="549986"/>
                  </a:lnTo>
                  <a:lnTo>
                    <a:pt x="952398" y="537273"/>
                  </a:lnTo>
                  <a:lnTo>
                    <a:pt x="938199" y="537273"/>
                  </a:lnTo>
                  <a:lnTo>
                    <a:pt x="935939" y="536651"/>
                  </a:lnTo>
                  <a:lnTo>
                    <a:pt x="932929" y="534187"/>
                  </a:lnTo>
                  <a:lnTo>
                    <a:pt x="932180" y="532142"/>
                  </a:lnTo>
                  <a:lnTo>
                    <a:pt x="932180" y="514832"/>
                  </a:lnTo>
                  <a:lnTo>
                    <a:pt x="933069" y="512838"/>
                  </a:lnTo>
                  <a:lnTo>
                    <a:pt x="936663" y="510108"/>
                  </a:lnTo>
                  <a:lnTo>
                    <a:pt x="939571" y="509409"/>
                  </a:lnTo>
                  <a:lnTo>
                    <a:pt x="997902" y="509409"/>
                  </a:lnTo>
                  <a:lnTo>
                    <a:pt x="997902" y="470992"/>
                  </a:lnTo>
                  <a:lnTo>
                    <a:pt x="946835" y="470992"/>
                  </a:lnTo>
                  <a:lnTo>
                    <a:pt x="934212" y="471716"/>
                  </a:lnTo>
                  <a:lnTo>
                    <a:pt x="898804" y="489102"/>
                  </a:lnTo>
                  <a:lnTo>
                    <a:pt x="890473" y="519391"/>
                  </a:lnTo>
                  <a:lnTo>
                    <a:pt x="890473" y="528967"/>
                  </a:lnTo>
                  <a:lnTo>
                    <a:pt x="903998" y="565772"/>
                  </a:lnTo>
                  <a:lnTo>
                    <a:pt x="943216" y="577697"/>
                  </a:lnTo>
                  <a:lnTo>
                    <a:pt x="960259" y="577697"/>
                  </a:lnTo>
                  <a:lnTo>
                    <a:pt x="962698" y="580351"/>
                  </a:lnTo>
                  <a:lnTo>
                    <a:pt x="962698" y="605878"/>
                  </a:lnTo>
                  <a:lnTo>
                    <a:pt x="961898" y="607923"/>
                  </a:lnTo>
                  <a:lnTo>
                    <a:pt x="960285" y="609269"/>
                  </a:lnTo>
                  <a:lnTo>
                    <a:pt x="958672" y="610552"/>
                  </a:lnTo>
                  <a:lnTo>
                    <a:pt x="955725" y="611200"/>
                  </a:lnTo>
                  <a:lnTo>
                    <a:pt x="892162" y="611200"/>
                  </a:lnTo>
                  <a:lnTo>
                    <a:pt x="892162" y="649605"/>
                  </a:lnTo>
                  <a:lnTo>
                    <a:pt x="948131" y="649605"/>
                  </a:lnTo>
                  <a:lnTo>
                    <a:pt x="960640" y="648855"/>
                  </a:lnTo>
                  <a:lnTo>
                    <a:pt x="996061" y="630859"/>
                  </a:lnTo>
                  <a:lnTo>
                    <a:pt x="1004493" y="601535"/>
                  </a:lnTo>
                  <a:lnTo>
                    <a:pt x="1004493" y="586714"/>
                  </a:lnTo>
                  <a:close/>
                </a:path>
                <a:path extrusionOk="0" h="649604" w="6889750">
                  <a:moveTo>
                    <a:pt x="4754727" y="130530"/>
                  </a:moveTo>
                  <a:lnTo>
                    <a:pt x="4753749" y="116090"/>
                  </a:lnTo>
                  <a:lnTo>
                    <a:pt x="4752149" y="109359"/>
                  </a:lnTo>
                  <a:lnTo>
                    <a:pt x="4750816" y="103720"/>
                  </a:lnTo>
                  <a:lnTo>
                    <a:pt x="4719459" y="74536"/>
                  </a:lnTo>
                  <a:lnTo>
                    <a:pt x="4712944" y="73177"/>
                  </a:lnTo>
                  <a:lnTo>
                    <a:pt x="4712944" y="119151"/>
                  </a:lnTo>
                  <a:lnTo>
                    <a:pt x="4712944" y="201345"/>
                  </a:lnTo>
                  <a:lnTo>
                    <a:pt x="4711547" y="204978"/>
                  </a:lnTo>
                  <a:lnTo>
                    <a:pt x="4708753" y="207441"/>
                  </a:lnTo>
                  <a:lnTo>
                    <a:pt x="4706086" y="209905"/>
                  </a:lnTo>
                  <a:lnTo>
                    <a:pt x="4701514" y="211150"/>
                  </a:lnTo>
                  <a:lnTo>
                    <a:pt x="4662017" y="211150"/>
                  </a:lnTo>
                  <a:lnTo>
                    <a:pt x="4662017" y="118059"/>
                  </a:lnTo>
                  <a:lnTo>
                    <a:pt x="4663160" y="115531"/>
                  </a:lnTo>
                  <a:lnTo>
                    <a:pt x="4667732" y="110591"/>
                  </a:lnTo>
                  <a:lnTo>
                    <a:pt x="4671415" y="109359"/>
                  </a:lnTo>
                  <a:lnTo>
                    <a:pt x="4701514" y="109359"/>
                  </a:lnTo>
                  <a:lnTo>
                    <a:pt x="4706086" y="110591"/>
                  </a:lnTo>
                  <a:lnTo>
                    <a:pt x="4708753" y="113068"/>
                  </a:lnTo>
                  <a:lnTo>
                    <a:pt x="4711547" y="115531"/>
                  </a:lnTo>
                  <a:lnTo>
                    <a:pt x="4712944" y="119151"/>
                  </a:lnTo>
                  <a:lnTo>
                    <a:pt x="4712944" y="73177"/>
                  </a:lnTo>
                  <a:lnTo>
                    <a:pt x="4706620" y="71843"/>
                  </a:lnTo>
                  <a:lnTo>
                    <a:pt x="4691735" y="70942"/>
                  </a:lnTo>
                  <a:lnTo>
                    <a:pt x="4667605" y="70942"/>
                  </a:lnTo>
                  <a:lnTo>
                    <a:pt x="4660112" y="73228"/>
                  </a:lnTo>
                  <a:lnTo>
                    <a:pt x="4657445" y="77787"/>
                  </a:lnTo>
                  <a:lnTo>
                    <a:pt x="4660366" y="70942"/>
                  </a:lnTo>
                  <a:lnTo>
                    <a:pt x="4620234" y="70942"/>
                  </a:lnTo>
                  <a:lnTo>
                    <a:pt x="4620234" y="305612"/>
                  </a:lnTo>
                  <a:lnTo>
                    <a:pt x="4662017" y="305612"/>
                  </a:lnTo>
                  <a:lnTo>
                    <a:pt x="4662017" y="249555"/>
                  </a:lnTo>
                  <a:lnTo>
                    <a:pt x="4691735" y="249555"/>
                  </a:lnTo>
                  <a:lnTo>
                    <a:pt x="4730039" y="241452"/>
                  </a:lnTo>
                  <a:lnTo>
                    <a:pt x="4752060" y="211150"/>
                  </a:lnTo>
                  <a:lnTo>
                    <a:pt x="4753724" y="204304"/>
                  </a:lnTo>
                  <a:lnTo>
                    <a:pt x="4754727" y="189966"/>
                  </a:lnTo>
                  <a:lnTo>
                    <a:pt x="4754727" y="130530"/>
                  </a:lnTo>
                  <a:close/>
                </a:path>
                <a:path extrusionOk="0" h="649604" w="6889750">
                  <a:moveTo>
                    <a:pt x="4927193" y="70942"/>
                  </a:moveTo>
                  <a:lnTo>
                    <a:pt x="4874361" y="70942"/>
                  </a:lnTo>
                  <a:lnTo>
                    <a:pt x="4866995" y="73228"/>
                  </a:lnTo>
                  <a:lnTo>
                    <a:pt x="4864201" y="77787"/>
                  </a:lnTo>
                  <a:lnTo>
                    <a:pt x="4866741" y="70942"/>
                  </a:lnTo>
                  <a:lnTo>
                    <a:pt x="4802733" y="70942"/>
                  </a:lnTo>
                  <a:lnTo>
                    <a:pt x="4802733" y="109359"/>
                  </a:lnTo>
                  <a:lnTo>
                    <a:pt x="4826736" y="109359"/>
                  </a:lnTo>
                  <a:lnTo>
                    <a:pt x="4826736" y="211150"/>
                  </a:lnTo>
                  <a:lnTo>
                    <a:pt x="4802733" y="211150"/>
                  </a:lnTo>
                  <a:lnTo>
                    <a:pt x="4802733" y="249555"/>
                  </a:lnTo>
                  <a:lnTo>
                    <a:pt x="4904460" y="249555"/>
                  </a:lnTo>
                  <a:lnTo>
                    <a:pt x="4904460" y="211150"/>
                  </a:lnTo>
                  <a:lnTo>
                    <a:pt x="4868519" y="211150"/>
                  </a:lnTo>
                  <a:lnTo>
                    <a:pt x="4868519" y="124815"/>
                  </a:lnTo>
                  <a:lnTo>
                    <a:pt x="4868646" y="121754"/>
                  </a:lnTo>
                  <a:lnTo>
                    <a:pt x="4869916" y="118694"/>
                  </a:lnTo>
                  <a:lnTo>
                    <a:pt x="4874742" y="112572"/>
                  </a:lnTo>
                  <a:lnTo>
                    <a:pt x="4878298" y="111048"/>
                  </a:lnTo>
                  <a:lnTo>
                    <a:pt x="4927193" y="111048"/>
                  </a:lnTo>
                  <a:lnTo>
                    <a:pt x="4927193" y="77787"/>
                  </a:lnTo>
                  <a:lnTo>
                    <a:pt x="4927193" y="70942"/>
                  </a:lnTo>
                  <a:close/>
                </a:path>
                <a:path extrusionOk="0" h="649604" w="6889750">
                  <a:moveTo>
                    <a:pt x="5108295" y="128917"/>
                  </a:moveTo>
                  <a:lnTo>
                    <a:pt x="5094325" y="86080"/>
                  </a:lnTo>
                  <a:lnTo>
                    <a:pt x="5067147" y="72110"/>
                  </a:lnTo>
                  <a:lnTo>
                    <a:pt x="5067147" y="118452"/>
                  </a:lnTo>
                  <a:lnTo>
                    <a:pt x="5067147" y="140195"/>
                  </a:lnTo>
                  <a:lnTo>
                    <a:pt x="5020538" y="140195"/>
                  </a:lnTo>
                  <a:lnTo>
                    <a:pt x="5020576" y="118452"/>
                  </a:lnTo>
                  <a:lnTo>
                    <a:pt x="5021427" y="114858"/>
                  </a:lnTo>
                  <a:lnTo>
                    <a:pt x="5023332" y="112661"/>
                  </a:lnTo>
                  <a:lnTo>
                    <a:pt x="5025364" y="110464"/>
                  </a:lnTo>
                  <a:lnTo>
                    <a:pt x="5029174" y="109359"/>
                  </a:lnTo>
                  <a:lnTo>
                    <a:pt x="5058003" y="109359"/>
                  </a:lnTo>
                  <a:lnTo>
                    <a:pt x="5061178" y="110566"/>
                  </a:lnTo>
                  <a:lnTo>
                    <a:pt x="5063591" y="112979"/>
                  </a:lnTo>
                  <a:lnTo>
                    <a:pt x="5066004" y="115341"/>
                  </a:lnTo>
                  <a:lnTo>
                    <a:pt x="5067147" y="118452"/>
                  </a:lnTo>
                  <a:lnTo>
                    <a:pt x="5067147" y="72110"/>
                  </a:lnTo>
                  <a:lnTo>
                    <a:pt x="5066322" y="71894"/>
                  </a:lnTo>
                  <a:lnTo>
                    <a:pt x="5053939" y="70942"/>
                  </a:lnTo>
                  <a:lnTo>
                    <a:pt x="5038318" y="70942"/>
                  </a:lnTo>
                  <a:lnTo>
                    <a:pt x="4992979" y="85191"/>
                  </a:lnTo>
                  <a:lnTo>
                    <a:pt x="4978844" y="128917"/>
                  </a:lnTo>
                  <a:lnTo>
                    <a:pt x="4978755" y="189966"/>
                  </a:lnTo>
                  <a:lnTo>
                    <a:pt x="4979721" y="204431"/>
                  </a:lnTo>
                  <a:lnTo>
                    <a:pt x="5003177" y="241541"/>
                  </a:lnTo>
                  <a:lnTo>
                    <a:pt x="5041620" y="249555"/>
                  </a:lnTo>
                  <a:lnTo>
                    <a:pt x="5097754" y="249555"/>
                  </a:lnTo>
                  <a:lnTo>
                    <a:pt x="5097754" y="211150"/>
                  </a:lnTo>
                  <a:lnTo>
                    <a:pt x="5031968" y="211150"/>
                  </a:lnTo>
                  <a:lnTo>
                    <a:pt x="5027396" y="209905"/>
                  </a:lnTo>
                  <a:lnTo>
                    <a:pt x="5021808" y="204978"/>
                  </a:lnTo>
                  <a:lnTo>
                    <a:pt x="5020538" y="201345"/>
                  </a:lnTo>
                  <a:lnTo>
                    <a:pt x="5020538" y="178612"/>
                  </a:lnTo>
                  <a:lnTo>
                    <a:pt x="5108295" y="178612"/>
                  </a:lnTo>
                  <a:lnTo>
                    <a:pt x="5108295" y="140195"/>
                  </a:lnTo>
                  <a:lnTo>
                    <a:pt x="5108295" y="128917"/>
                  </a:lnTo>
                  <a:close/>
                </a:path>
                <a:path extrusionOk="0" h="649604" w="6889750">
                  <a:moveTo>
                    <a:pt x="5289651" y="4991"/>
                  </a:moveTo>
                  <a:lnTo>
                    <a:pt x="5247995" y="4991"/>
                  </a:lnTo>
                  <a:lnTo>
                    <a:pt x="5247995" y="70942"/>
                  </a:lnTo>
                  <a:lnTo>
                    <a:pt x="5247995" y="109359"/>
                  </a:lnTo>
                  <a:lnTo>
                    <a:pt x="5247995" y="202450"/>
                  </a:lnTo>
                  <a:lnTo>
                    <a:pt x="5246852" y="204978"/>
                  </a:lnTo>
                  <a:lnTo>
                    <a:pt x="5242280" y="209905"/>
                  </a:lnTo>
                  <a:lnTo>
                    <a:pt x="5238597" y="211150"/>
                  </a:lnTo>
                  <a:lnTo>
                    <a:pt x="5206720" y="211150"/>
                  </a:lnTo>
                  <a:lnTo>
                    <a:pt x="5202148" y="209905"/>
                  </a:lnTo>
                  <a:lnTo>
                    <a:pt x="5199354" y="207441"/>
                  </a:lnTo>
                  <a:lnTo>
                    <a:pt x="5196687" y="204978"/>
                  </a:lnTo>
                  <a:lnTo>
                    <a:pt x="5195290" y="201345"/>
                  </a:lnTo>
                  <a:lnTo>
                    <a:pt x="5195290" y="119151"/>
                  </a:lnTo>
                  <a:lnTo>
                    <a:pt x="5196687" y="115531"/>
                  </a:lnTo>
                  <a:lnTo>
                    <a:pt x="5199354" y="113068"/>
                  </a:lnTo>
                  <a:lnTo>
                    <a:pt x="5202148" y="110591"/>
                  </a:lnTo>
                  <a:lnTo>
                    <a:pt x="5206720" y="109359"/>
                  </a:lnTo>
                  <a:lnTo>
                    <a:pt x="5247995" y="109359"/>
                  </a:lnTo>
                  <a:lnTo>
                    <a:pt x="5247995" y="70942"/>
                  </a:lnTo>
                  <a:lnTo>
                    <a:pt x="5216499" y="70942"/>
                  </a:lnTo>
                  <a:lnTo>
                    <a:pt x="5201767" y="71856"/>
                  </a:lnTo>
                  <a:lnTo>
                    <a:pt x="5162474" y="93675"/>
                  </a:lnTo>
                  <a:lnTo>
                    <a:pt x="5153634" y="130530"/>
                  </a:lnTo>
                  <a:lnTo>
                    <a:pt x="5153634" y="189966"/>
                  </a:lnTo>
                  <a:lnTo>
                    <a:pt x="5162410" y="227101"/>
                  </a:lnTo>
                  <a:lnTo>
                    <a:pt x="5201678" y="248666"/>
                  </a:lnTo>
                  <a:lnTo>
                    <a:pt x="5216499" y="249555"/>
                  </a:lnTo>
                  <a:lnTo>
                    <a:pt x="5241772" y="249555"/>
                  </a:lnTo>
                  <a:lnTo>
                    <a:pt x="5249265" y="247281"/>
                  </a:lnTo>
                  <a:lnTo>
                    <a:pt x="5252440" y="242709"/>
                  </a:lnTo>
                  <a:lnTo>
                    <a:pt x="5249519" y="249555"/>
                  </a:lnTo>
                  <a:lnTo>
                    <a:pt x="5289651" y="249555"/>
                  </a:lnTo>
                  <a:lnTo>
                    <a:pt x="5289651" y="242709"/>
                  </a:lnTo>
                  <a:lnTo>
                    <a:pt x="5289651" y="211150"/>
                  </a:lnTo>
                  <a:lnTo>
                    <a:pt x="5289651" y="109359"/>
                  </a:lnTo>
                  <a:lnTo>
                    <a:pt x="5289651" y="4991"/>
                  </a:lnTo>
                  <a:close/>
                </a:path>
                <a:path extrusionOk="0" h="649604" w="6889750">
                  <a:moveTo>
                    <a:pt x="5422239" y="4991"/>
                  </a:moveTo>
                  <a:lnTo>
                    <a:pt x="5377154" y="4991"/>
                  </a:lnTo>
                  <a:lnTo>
                    <a:pt x="5377154" y="48310"/>
                  </a:lnTo>
                  <a:lnTo>
                    <a:pt x="5422239" y="48310"/>
                  </a:lnTo>
                  <a:lnTo>
                    <a:pt x="5422239" y="4991"/>
                  </a:lnTo>
                  <a:close/>
                </a:path>
                <a:path extrusionOk="0" h="649604" w="6889750">
                  <a:moveTo>
                    <a:pt x="5469356" y="211150"/>
                  </a:moveTo>
                  <a:lnTo>
                    <a:pt x="5420588" y="211150"/>
                  </a:lnTo>
                  <a:lnTo>
                    <a:pt x="5420588" y="70942"/>
                  </a:lnTo>
                  <a:lnTo>
                    <a:pt x="5330418" y="70942"/>
                  </a:lnTo>
                  <a:lnTo>
                    <a:pt x="5330418" y="109359"/>
                  </a:lnTo>
                  <a:lnTo>
                    <a:pt x="5378805" y="109359"/>
                  </a:lnTo>
                  <a:lnTo>
                    <a:pt x="5378805" y="249555"/>
                  </a:lnTo>
                  <a:lnTo>
                    <a:pt x="5469356" y="249555"/>
                  </a:lnTo>
                  <a:lnTo>
                    <a:pt x="5469356" y="211150"/>
                  </a:lnTo>
                  <a:close/>
                </a:path>
                <a:path extrusionOk="0" h="649604" w="6889750">
                  <a:moveTo>
                    <a:pt x="5633948" y="70942"/>
                  </a:moveTo>
                  <a:lnTo>
                    <a:pt x="5584545" y="70942"/>
                  </a:lnTo>
                  <a:lnTo>
                    <a:pt x="5569813" y="71856"/>
                  </a:lnTo>
                  <a:lnTo>
                    <a:pt x="5530520" y="93675"/>
                  </a:lnTo>
                  <a:lnTo>
                    <a:pt x="5521680" y="130530"/>
                  </a:lnTo>
                  <a:lnTo>
                    <a:pt x="5521680" y="189966"/>
                  </a:lnTo>
                  <a:lnTo>
                    <a:pt x="5530405" y="227101"/>
                  </a:lnTo>
                  <a:lnTo>
                    <a:pt x="5569712" y="248666"/>
                  </a:lnTo>
                  <a:lnTo>
                    <a:pt x="5584545" y="249555"/>
                  </a:lnTo>
                  <a:lnTo>
                    <a:pt x="5633948" y="249555"/>
                  </a:lnTo>
                  <a:lnTo>
                    <a:pt x="5633948" y="211150"/>
                  </a:lnTo>
                  <a:lnTo>
                    <a:pt x="5574893" y="211150"/>
                  </a:lnTo>
                  <a:lnTo>
                    <a:pt x="5570321" y="209905"/>
                  </a:lnTo>
                  <a:lnTo>
                    <a:pt x="5564733" y="204978"/>
                  </a:lnTo>
                  <a:lnTo>
                    <a:pt x="5563336" y="201345"/>
                  </a:lnTo>
                  <a:lnTo>
                    <a:pt x="5563336" y="119151"/>
                  </a:lnTo>
                  <a:lnTo>
                    <a:pt x="5564733" y="115531"/>
                  </a:lnTo>
                  <a:lnTo>
                    <a:pt x="5570321" y="110591"/>
                  </a:lnTo>
                  <a:lnTo>
                    <a:pt x="5574893" y="109359"/>
                  </a:lnTo>
                  <a:lnTo>
                    <a:pt x="5633948" y="109359"/>
                  </a:lnTo>
                  <a:lnTo>
                    <a:pt x="5633948" y="70942"/>
                  </a:lnTo>
                  <a:close/>
                </a:path>
                <a:path extrusionOk="0" h="649604" w="6889750">
                  <a:moveTo>
                    <a:pt x="5812002" y="70942"/>
                  </a:moveTo>
                  <a:lnTo>
                    <a:pt x="5762726" y="70942"/>
                  </a:lnTo>
                  <a:lnTo>
                    <a:pt x="5747982" y="71856"/>
                  </a:lnTo>
                  <a:lnTo>
                    <a:pt x="5708624" y="93675"/>
                  </a:lnTo>
                  <a:lnTo>
                    <a:pt x="5699734" y="130530"/>
                  </a:lnTo>
                  <a:lnTo>
                    <a:pt x="5699734" y="189966"/>
                  </a:lnTo>
                  <a:lnTo>
                    <a:pt x="5708510" y="227101"/>
                  </a:lnTo>
                  <a:lnTo>
                    <a:pt x="5747829" y="248666"/>
                  </a:lnTo>
                  <a:lnTo>
                    <a:pt x="5762726" y="249555"/>
                  </a:lnTo>
                  <a:lnTo>
                    <a:pt x="5812002" y="249555"/>
                  </a:lnTo>
                  <a:lnTo>
                    <a:pt x="5812002" y="211150"/>
                  </a:lnTo>
                  <a:lnTo>
                    <a:pt x="5752947" y="211150"/>
                  </a:lnTo>
                  <a:lnTo>
                    <a:pt x="5748375" y="209905"/>
                  </a:lnTo>
                  <a:lnTo>
                    <a:pt x="5745581" y="207441"/>
                  </a:lnTo>
                  <a:lnTo>
                    <a:pt x="5742914" y="204978"/>
                  </a:lnTo>
                  <a:lnTo>
                    <a:pt x="5741517" y="201345"/>
                  </a:lnTo>
                  <a:lnTo>
                    <a:pt x="5741517" y="119151"/>
                  </a:lnTo>
                  <a:lnTo>
                    <a:pt x="5742914" y="115531"/>
                  </a:lnTo>
                  <a:lnTo>
                    <a:pt x="5745581" y="113068"/>
                  </a:lnTo>
                  <a:lnTo>
                    <a:pt x="5748375" y="110591"/>
                  </a:lnTo>
                  <a:lnTo>
                    <a:pt x="5752947" y="109359"/>
                  </a:lnTo>
                  <a:lnTo>
                    <a:pt x="5812002" y="109359"/>
                  </a:lnTo>
                  <a:lnTo>
                    <a:pt x="5812002" y="70942"/>
                  </a:lnTo>
                  <a:close/>
                </a:path>
                <a:path extrusionOk="0" h="649604" w="6889750">
                  <a:moveTo>
                    <a:pt x="5956528" y="4991"/>
                  </a:moveTo>
                  <a:lnTo>
                    <a:pt x="5911443" y="4991"/>
                  </a:lnTo>
                  <a:lnTo>
                    <a:pt x="5911443" y="48310"/>
                  </a:lnTo>
                  <a:lnTo>
                    <a:pt x="5956528" y="48310"/>
                  </a:lnTo>
                  <a:lnTo>
                    <a:pt x="5956528" y="4991"/>
                  </a:lnTo>
                  <a:close/>
                </a:path>
                <a:path extrusionOk="0" h="649604" w="6889750">
                  <a:moveTo>
                    <a:pt x="6003645" y="211150"/>
                  </a:moveTo>
                  <a:lnTo>
                    <a:pt x="5954877" y="211150"/>
                  </a:lnTo>
                  <a:lnTo>
                    <a:pt x="5954877" y="70942"/>
                  </a:lnTo>
                  <a:lnTo>
                    <a:pt x="5864707" y="70942"/>
                  </a:lnTo>
                  <a:lnTo>
                    <a:pt x="5864707" y="109359"/>
                  </a:lnTo>
                  <a:lnTo>
                    <a:pt x="5913094" y="109359"/>
                  </a:lnTo>
                  <a:lnTo>
                    <a:pt x="5913094" y="249555"/>
                  </a:lnTo>
                  <a:lnTo>
                    <a:pt x="6003645" y="249555"/>
                  </a:lnTo>
                  <a:lnTo>
                    <a:pt x="6003645" y="211150"/>
                  </a:lnTo>
                  <a:close/>
                </a:path>
                <a:path extrusionOk="0" h="649604" w="6889750">
                  <a:moveTo>
                    <a:pt x="6162903" y="0"/>
                  </a:moveTo>
                  <a:lnTo>
                    <a:pt x="6109817" y="0"/>
                  </a:lnTo>
                  <a:lnTo>
                    <a:pt x="6064986" y="58216"/>
                  </a:lnTo>
                  <a:lnTo>
                    <a:pt x="6110325" y="58216"/>
                  </a:lnTo>
                  <a:lnTo>
                    <a:pt x="6162903" y="0"/>
                  </a:lnTo>
                  <a:close/>
                </a:path>
                <a:path extrusionOk="0" h="649604" w="6889750">
                  <a:moveTo>
                    <a:pt x="6180429" y="130530"/>
                  </a:moveTo>
                  <a:lnTo>
                    <a:pt x="6179439" y="116217"/>
                  </a:lnTo>
                  <a:lnTo>
                    <a:pt x="6177800" y="109359"/>
                  </a:lnTo>
                  <a:lnTo>
                    <a:pt x="6176505" y="103924"/>
                  </a:lnTo>
                  <a:lnTo>
                    <a:pt x="6144958" y="74574"/>
                  </a:lnTo>
                  <a:lnTo>
                    <a:pt x="6138773" y="73266"/>
                  </a:lnTo>
                  <a:lnTo>
                    <a:pt x="6138773" y="119151"/>
                  </a:lnTo>
                  <a:lnTo>
                    <a:pt x="6138773" y="201345"/>
                  </a:lnTo>
                  <a:lnTo>
                    <a:pt x="6137376" y="204978"/>
                  </a:lnTo>
                  <a:lnTo>
                    <a:pt x="6131788" y="209905"/>
                  </a:lnTo>
                  <a:lnTo>
                    <a:pt x="6127216" y="211150"/>
                  </a:lnTo>
                  <a:lnTo>
                    <a:pt x="6096990" y="211150"/>
                  </a:lnTo>
                  <a:lnTo>
                    <a:pt x="6092291" y="209905"/>
                  </a:lnTo>
                  <a:lnTo>
                    <a:pt x="6089497" y="207441"/>
                  </a:lnTo>
                  <a:lnTo>
                    <a:pt x="6086830" y="204978"/>
                  </a:lnTo>
                  <a:lnTo>
                    <a:pt x="6085433" y="201345"/>
                  </a:lnTo>
                  <a:lnTo>
                    <a:pt x="6085433" y="119151"/>
                  </a:lnTo>
                  <a:lnTo>
                    <a:pt x="6086830" y="115531"/>
                  </a:lnTo>
                  <a:lnTo>
                    <a:pt x="6089497" y="113068"/>
                  </a:lnTo>
                  <a:lnTo>
                    <a:pt x="6092291" y="110591"/>
                  </a:lnTo>
                  <a:lnTo>
                    <a:pt x="6096990" y="109359"/>
                  </a:lnTo>
                  <a:lnTo>
                    <a:pt x="6127216" y="109359"/>
                  </a:lnTo>
                  <a:lnTo>
                    <a:pt x="6131788" y="110591"/>
                  </a:lnTo>
                  <a:lnTo>
                    <a:pt x="6137376" y="115531"/>
                  </a:lnTo>
                  <a:lnTo>
                    <a:pt x="6138773" y="119151"/>
                  </a:lnTo>
                  <a:lnTo>
                    <a:pt x="6138773" y="73266"/>
                  </a:lnTo>
                  <a:lnTo>
                    <a:pt x="6132169" y="71856"/>
                  </a:lnTo>
                  <a:lnTo>
                    <a:pt x="6117437" y="70942"/>
                  </a:lnTo>
                  <a:lnTo>
                    <a:pt x="6106642" y="70942"/>
                  </a:lnTo>
                  <a:lnTo>
                    <a:pt x="6068377" y="79108"/>
                  </a:lnTo>
                  <a:lnTo>
                    <a:pt x="6044755" y="116217"/>
                  </a:lnTo>
                  <a:lnTo>
                    <a:pt x="6043777" y="130530"/>
                  </a:lnTo>
                  <a:lnTo>
                    <a:pt x="6043777" y="189966"/>
                  </a:lnTo>
                  <a:lnTo>
                    <a:pt x="6059525" y="235140"/>
                  </a:lnTo>
                  <a:lnTo>
                    <a:pt x="6106642" y="249555"/>
                  </a:lnTo>
                  <a:lnTo>
                    <a:pt x="6117437" y="249555"/>
                  </a:lnTo>
                  <a:lnTo>
                    <a:pt x="6155791" y="241452"/>
                  </a:lnTo>
                  <a:lnTo>
                    <a:pt x="6177800" y="211150"/>
                  </a:lnTo>
                  <a:lnTo>
                    <a:pt x="6179439" y="204304"/>
                  </a:lnTo>
                  <a:lnTo>
                    <a:pt x="6180429" y="189966"/>
                  </a:lnTo>
                  <a:lnTo>
                    <a:pt x="6180429" y="130530"/>
                  </a:lnTo>
                  <a:close/>
                </a:path>
                <a:path extrusionOk="0" h="649604" w="6889750">
                  <a:moveTo>
                    <a:pt x="6357467" y="130530"/>
                  </a:moveTo>
                  <a:lnTo>
                    <a:pt x="6342481" y="85445"/>
                  </a:lnTo>
                  <a:lnTo>
                    <a:pt x="6297904" y="70942"/>
                  </a:lnTo>
                  <a:lnTo>
                    <a:pt x="6270472" y="70942"/>
                  </a:lnTo>
                  <a:lnTo>
                    <a:pt x="6262852" y="73228"/>
                  </a:lnTo>
                  <a:lnTo>
                    <a:pt x="6260185" y="77787"/>
                  </a:lnTo>
                  <a:lnTo>
                    <a:pt x="6263233" y="70942"/>
                  </a:lnTo>
                  <a:lnTo>
                    <a:pt x="6223101" y="70942"/>
                  </a:lnTo>
                  <a:lnTo>
                    <a:pt x="6223101" y="249555"/>
                  </a:lnTo>
                  <a:lnTo>
                    <a:pt x="6264884" y="249555"/>
                  </a:lnTo>
                  <a:lnTo>
                    <a:pt x="6264884" y="118059"/>
                  </a:lnTo>
                  <a:lnTo>
                    <a:pt x="6266027" y="115531"/>
                  </a:lnTo>
                  <a:lnTo>
                    <a:pt x="6270599" y="110591"/>
                  </a:lnTo>
                  <a:lnTo>
                    <a:pt x="6274282" y="109359"/>
                  </a:lnTo>
                  <a:lnTo>
                    <a:pt x="6305905" y="109359"/>
                  </a:lnTo>
                  <a:lnTo>
                    <a:pt x="6309588" y="110617"/>
                  </a:lnTo>
                  <a:lnTo>
                    <a:pt x="6312001" y="113144"/>
                  </a:lnTo>
                  <a:lnTo>
                    <a:pt x="6314541" y="115658"/>
                  </a:lnTo>
                  <a:lnTo>
                    <a:pt x="6315811" y="119253"/>
                  </a:lnTo>
                  <a:lnTo>
                    <a:pt x="6315811" y="249555"/>
                  </a:lnTo>
                  <a:lnTo>
                    <a:pt x="6357467" y="249555"/>
                  </a:lnTo>
                  <a:lnTo>
                    <a:pt x="6357467" y="130530"/>
                  </a:lnTo>
                  <a:close/>
                </a:path>
                <a:path extrusionOk="0" h="649604" w="6889750">
                  <a:moveTo>
                    <a:pt x="6714464" y="4991"/>
                  </a:moveTo>
                  <a:lnTo>
                    <a:pt x="6672681" y="4991"/>
                  </a:lnTo>
                  <a:lnTo>
                    <a:pt x="6672681" y="70942"/>
                  </a:lnTo>
                  <a:lnTo>
                    <a:pt x="6672681" y="109359"/>
                  </a:lnTo>
                  <a:lnTo>
                    <a:pt x="6672681" y="202450"/>
                  </a:lnTo>
                  <a:lnTo>
                    <a:pt x="6671538" y="204978"/>
                  </a:lnTo>
                  <a:lnTo>
                    <a:pt x="6669379" y="207441"/>
                  </a:lnTo>
                  <a:lnTo>
                    <a:pt x="6667093" y="209905"/>
                  </a:lnTo>
                  <a:lnTo>
                    <a:pt x="6663283" y="211150"/>
                  </a:lnTo>
                  <a:lnTo>
                    <a:pt x="6631533" y="211150"/>
                  </a:lnTo>
                  <a:lnTo>
                    <a:pt x="6626961" y="209905"/>
                  </a:lnTo>
                  <a:lnTo>
                    <a:pt x="6621373" y="204978"/>
                  </a:lnTo>
                  <a:lnTo>
                    <a:pt x="6620103" y="201345"/>
                  </a:lnTo>
                  <a:lnTo>
                    <a:pt x="6620103" y="119151"/>
                  </a:lnTo>
                  <a:lnTo>
                    <a:pt x="6621373" y="115531"/>
                  </a:lnTo>
                  <a:lnTo>
                    <a:pt x="6626961" y="110591"/>
                  </a:lnTo>
                  <a:lnTo>
                    <a:pt x="6631533" y="109359"/>
                  </a:lnTo>
                  <a:lnTo>
                    <a:pt x="6672681" y="109359"/>
                  </a:lnTo>
                  <a:lnTo>
                    <a:pt x="6672681" y="70942"/>
                  </a:lnTo>
                  <a:lnTo>
                    <a:pt x="6641185" y="70942"/>
                  </a:lnTo>
                  <a:lnTo>
                    <a:pt x="6626517" y="71856"/>
                  </a:lnTo>
                  <a:lnTo>
                    <a:pt x="6587160" y="93675"/>
                  </a:lnTo>
                  <a:lnTo>
                    <a:pt x="6578320" y="130530"/>
                  </a:lnTo>
                  <a:lnTo>
                    <a:pt x="6578320" y="189966"/>
                  </a:lnTo>
                  <a:lnTo>
                    <a:pt x="6587096" y="227101"/>
                  </a:lnTo>
                  <a:lnTo>
                    <a:pt x="6626365" y="248666"/>
                  </a:lnTo>
                  <a:lnTo>
                    <a:pt x="6641185" y="249555"/>
                  </a:lnTo>
                  <a:lnTo>
                    <a:pt x="6666585" y="249555"/>
                  </a:lnTo>
                  <a:lnTo>
                    <a:pt x="6674078" y="247281"/>
                  </a:lnTo>
                  <a:lnTo>
                    <a:pt x="6677253" y="242709"/>
                  </a:lnTo>
                  <a:lnTo>
                    <a:pt x="6674332" y="249555"/>
                  </a:lnTo>
                  <a:lnTo>
                    <a:pt x="6714464" y="249555"/>
                  </a:lnTo>
                  <a:lnTo>
                    <a:pt x="6714464" y="242709"/>
                  </a:lnTo>
                  <a:lnTo>
                    <a:pt x="6714464" y="211150"/>
                  </a:lnTo>
                  <a:lnTo>
                    <a:pt x="6714464" y="109359"/>
                  </a:lnTo>
                  <a:lnTo>
                    <a:pt x="6714464" y="4991"/>
                  </a:lnTo>
                  <a:close/>
                </a:path>
                <a:path extrusionOk="0" h="649604" w="6889750">
                  <a:moveTo>
                    <a:pt x="6889216" y="128917"/>
                  </a:moveTo>
                  <a:lnTo>
                    <a:pt x="6875246" y="86080"/>
                  </a:lnTo>
                  <a:lnTo>
                    <a:pt x="6848195" y="72136"/>
                  </a:lnTo>
                  <a:lnTo>
                    <a:pt x="6848195" y="118452"/>
                  </a:lnTo>
                  <a:lnTo>
                    <a:pt x="6848195" y="140195"/>
                  </a:lnTo>
                  <a:lnTo>
                    <a:pt x="6801459" y="140195"/>
                  </a:lnTo>
                  <a:lnTo>
                    <a:pt x="6801498" y="118452"/>
                  </a:lnTo>
                  <a:lnTo>
                    <a:pt x="6802348" y="114858"/>
                  </a:lnTo>
                  <a:lnTo>
                    <a:pt x="6804380" y="112661"/>
                  </a:lnTo>
                  <a:lnTo>
                    <a:pt x="6806285" y="110464"/>
                  </a:lnTo>
                  <a:lnTo>
                    <a:pt x="6810222" y="109359"/>
                  </a:lnTo>
                  <a:lnTo>
                    <a:pt x="6839051" y="109359"/>
                  </a:lnTo>
                  <a:lnTo>
                    <a:pt x="6842099" y="110566"/>
                  </a:lnTo>
                  <a:lnTo>
                    <a:pt x="6844512" y="112979"/>
                  </a:lnTo>
                  <a:lnTo>
                    <a:pt x="6846925" y="115341"/>
                  </a:lnTo>
                  <a:lnTo>
                    <a:pt x="6848195" y="118452"/>
                  </a:lnTo>
                  <a:lnTo>
                    <a:pt x="6848195" y="72136"/>
                  </a:lnTo>
                  <a:lnTo>
                    <a:pt x="6847306" y="71894"/>
                  </a:lnTo>
                  <a:lnTo>
                    <a:pt x="6834860" y="70942"/>
                  </a:lnTo>
                  <a:lnTo>
                    <a:pt x="6819366" y="70942"/>
                  </a:lnTo>
                  <a:lnTo>
                    <a:pt x="6782092" y="78968"/>
                  </a:lnTo>
                  <a:lnTo>
                    <a:pt x="6760565" y="116014"/>
                  </a:lnTo>
                  <a:lnTo>
                    <a:pt x="6759676" y="189966"/>
                  </a:lnTo>
                  <a:lnTo>
                    <a:pt x="6760642" y="204431"/>
                  </a:lnTo>
                  <a:lnTo>
                    <a:pt x="6784099" y="241541"/>
                  </a:lnTo>
                  <a:lnTo>
                    <a:pt x="6822668" y="249555"/>
                  </a:lnTo>
                  <a:lnTo>
                    <a:pt x="6878675" y="249555"/>
                  </a:lnTo>
                  <a:lnTo>
                    <a:pt x="6878675" y="211150"/>
                  </a:lnTo>
                  <a:lnTo>
                    <a:pt x="6812889" y="211150"/>
                  </a:lnTo>
                  <a:lnTo>
                    <a:pt x="6808317" y="209905"/>
                  </a:lnTo>
                  <a:lnTo>
                    <a:pt x="6805523" y="207441"/>
                  </a:lnTo>
                  <a:lnTo>
                    <a:pt x="6802856" y="204978"/>
                  </a:lnTo>
                  <a:lnTo>
                    <a:pt x="6801459" y="201345"/>
                  </a:lnTo>
                  <a:lnTo>
                    <a:pt x="6801459" y="178612"/>
                  </a:lnTo>
                  <a:lnTo>
                    <a:pt x="6889216" y="178612"/>
                  </a:lnTo>
                  <a:lnTo>
                    <a:pt x="6889216" y="140195"/>
                  </a:lnTo>
                  <a:lnTo>
                    <a:pt x="6889216" y="1289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" name="Google Shape;176;p7"/>
          <p:cNvSpPr txBox="1"/>
          <p:nvPr>
            <p:ph idx="1" type="body"/>
          </p:nvPr>
        </p:nvSpPr>
        <p:spPr>
          <a:xfrm>
            <a:off x="8629510" y="2656757"/>
            <a:ext cx="8039734" cy="2793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	surgen cuando el</a:t>
            </a:r>
            <a:endParaRPr/>
          </a:p>
          <a:p>
            <a:pPr indent="0" lvl="0" marL="12700" marR="360680" rtl="0" algn="l">
              <a:lnSpc>
                <a:spcPct val="118461"/>
              </a:lnSpc>
              <a:spcBef>
                <a:spcPts val="165"/>
              </a:spcBef>
              <a:spcAft>
                <a:spcPts val="0"/>
              </a:spcAft>
              <a:buNone/>
            </a:pPr>
            <a:r>
              <a:rPr lang="en-US"/>
              <a:t>ftujo de ejecución de instrucciones depende de decisiones previas. La</a:t>
            </a:r>
            <a:endParaRPr/>
          </a:p>
          <a:p>
            <a:pPr indent="1246505" lvl="0" marL="12700" marR="895350" rtl="0" algn="l">
              <a:lnSpc>
                <a:spcPct val="118461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/>
              <a:t>es una técnica clave para mitigar estos conftictos, permitiendo que el</a:t>
            </a:r>
            <a:endParaRPr/>
          </a:p>
          <a:p>
            <a:pPr indent="0" lvl="0" marL="12700" marR="5080" rtl="0" algn="l">
              <a:lnSpc>
                <a:spcPct val="118461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/>
              <a:t>procesador continúe ejecutando instrucciones mientras se determina la dirección del ftujo.</a:t>
            </a:r>
            <a:endParaRPr/>
          </a:p>
        </p:txBody>
      </p:sp>
      <p:grpSp>
        <p:nvGrpSpPr>
          <p:cNvPr id="177" name="Google Shape;177;p7"/>
          <p:cNvGrpSpPr/>
          <p:nvPr/>
        </p:nvGrpSpPr>
        <p:grpSpPr>
          <a:xfrm>
            <a:off x="504596" y="2694496"/>
            <a:ext cx="7613738" cy="6855018"/>
            <a:chOff x="504596" y="2694496"/>
            <a:chExt cx="7613738" cy="6855018"/>
          </a:xfrm>
        </p:grpSpPr>
        <p:pic>
          <p:nvPicPr>
            <p:cNvPr id="178" name="Google Shape;178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22285" y="2694496"/>
              <a:ext cx="6496049" cy="641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7"/>
            <p:cNvSpPr/>
            <p:nvPr/>
          </p:nvSpPr>
          <p:spPr>
            <a:xfrm>
              <a:off x="504596" y="7244245"/>
              <a:ext cx="3540760" cy="2298700"/>
            </a:xfrm>
            <a:custGeom>
              <a:rect b="b" l="l" r="r" t="t"/>
              <a:pathLst>
                <a:path extrusionOk="0" h="2298700" w="3540760">
                  <a:moveTo>
                    <a:pt x="3540201" y="0"/>
                  </a:moveTo>
                  <a:lnTo>
                    <a:pt x="0" y="0"/>
                  </a:lnTo>
                  <a:lnTo>
                    <a:pt x="0" y="2298110"/>
                  </a:lnTo>
                  <a:lnTo>
                    <a:pt x="1770468" y="2298110"/>
                  </a:lnTo>
                  <a:lnTo>
                    <a:pt x="3540201" y="2298110"/>
                  </a:lnTo>
                  <a:lnTo>
                    <a:pt x="3540201" y="0"/>
                  </a:lnTo>
                  <a:close/>
                </a:path>
              </a:pathLst>
            </a:custGeom>
            <a:solidFill>
              <a:srgbClr val="2F3B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504596" y="7243525"/>
              <a:ext cx="3540760" cy="2299335"/>
            </a:xfrm>
            <a:custGeom>
              <a:rect b="b" l="l" r="r" t="t"/>
              <a:pathLst>
                <a:path extrusionOk="0" h="2299334" w="3540760">
                  <a:moveTo>
                    <a:pt x="1770463" y="2298832"/>
                  </a:moveTo>
                  <a:lnTo>
                    <a:pt x="0" y="2298832"/>
                  </a:lnTo>
                  <a:lnTo>
                    <a:pt x="0" y="723"/>
                  </a:lnTo>
                  <a:lnTo>
                    <a:pt x="3540193" y="723"/>
                  </a:lnTo>
                  <a:lnTo>
                    <a:pt x="3540193" y="2298832"/>
                  </a:lnTo>
                  <a:lnTo>
                    <a:pt x="1770463" y="2298832"/>
                  </a:lnTo>
                  <a:close/>
                </a:path>
                <a:path extrusionOk="0" h="2299334" w="3540760">
                  <a:moveTo>
                    <a:pt x="1770463" y="753804"/>
                  </a:moveTo>
                  <a:lnTo>
                    <a:pt x="0" y="753804"/>
                  </a:lnTo>
                  <a:lnTo>
                    <a:pt x="0" y="0"/>
                  </a:lnTo>
                  <a:lnTo>
                    <a:pt x="3540193" y="0"/>
                  </a:lnTo>
                  <a:lnTo>
                    <a:pt x="3540193" y="753804"/>
                  </a:lnTo>
                  <a:lnTo>
                    <a:pt x="1770463" y="753804"/>
                  </a:lnTo>
                  <a:close/>
                </a:path>
                <a:path extrusionOk="0" h="2299334" w="3540760">
                  <a:moveTo>
                    <a:pt x="3008827" y="228226"/>
                  </a:moveTo>
                  <a:lnTo>
                    <a:pt x="3237076" y="456453"/>
                  </a:lnTo>
                </a:path>
                <a:path extrusionOk="0" h="2299334" w="3540760">
                  <a:moveTo>
                    <a:pt x="3236352" y="228226"/>
                  </a:moveTo>
                  <a:lnTo>
                    <a:pt x="3008103" y="456453"/>
                  </a:lnTo>
                </a:path>
                <a:path extrusionOk="0" h="2299334" w="3540760">
                  <a:moveTo>
                    <a:pt x="1921647" y="341978"/>
                  </a:moveTo>
                  <a:lnTo>
                    <a:pt x="2245643" y="343425"/>
                  </a:lnTo>
                </a:path>
                <a:path extrusionOk="0" h="2299334" w="3540760">
                  <a:moveTo>
                    <a:pt x="2627248" y="455729"/>
                  </a:moveTo>
                  <a:lnTo>
                    <a:pt x="2513479" y="455729"/>
                  </a:lnTo>
                  <a:lnTo>
                    <a:pt x="2513479" y="228226"/>
                  </a:lnTo>
                  <a:lnTo>
                    <a:pt x="2740991" y="228226"/>
                  </a:lnTo>
                  <a:lnTo>
                    <a:pt x="2740991" y="455729"/>
                  </a:lnTo>
                  <a:lnTo>
                    <a:pt x="2627248" y="455729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1" name="Google Shape;181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21663" y="8308848"/>
              <a:ext cx="374903" cy="9479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920240" y="8293608"/>
              <a:ext cx="630936" cy="944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01695" y="8293608"/>
              <a:ext cx="496824" cy="944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06190" y="7244464"/>
              <a:ext cx="3543298" cy="23050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" name="Google Shape;190;p8"/>
          <p:cNvGrpSpPr/>
          <p:nvPr/>
        </p:nvGrpSpPr>
        <p:grpSpPr>
          <a:xfrm>
            <a:off x="1431361" y="1074230"/>
            <a:ext cx="15423521" cy="8136913"/>
            <a:chOff x="1431361" y="1074230"/>
            <a:chExt cx="15423521" cy="8136913"/>
          </a:xfrm>
        </p:grpSpPr>
        <p:sp>
          <p:nvSpPr>
            <p:cNvPr id="191" name="Google Shape;191;p8"/>
            <p:cNvSpPr/>
            <p:nvPr/>
          </p:nvSpPr>
          <p:spPr>
            <a:xfrm>
              <a:off x="1431367" y="1074253"/>
              <a:ext cx="15423515" cy="8136890"/>
            </a:xfrm>
            <a:custGeom>
              <a:rect b="b" l="l" r="r" t="t"/>
              <a:pathLst>
                <a:path extrusionOk="0" h="8136890" w="15423515">
                  <a:moveTo>
                    <a:pt x="7711961" y="8136603"/>
                  </a:moveTo>
                  <a:lnTo>
                    <a:pt x="0" y="8136603"/>
                  </a:lnTo>
                  <a:lnTo>
                    <a:pt x="0" y="0"/>
                  </a:lnTo>
                  <a:lnTo>
                    <a:pt x="15423097" y="0"/>
                  </a:lnTo>
                  <a:lnTo>
                    <a:pt x="15423097" y="8136603"/>
                  </a:lnTo>
                  <a:lnTo>
                    <a:pt x="7711961" y="8136603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8"/>
            <p:cNvSpPr/>
            <p:nvPr/>
          </p:nvSpPr>
          <p:spPr>
            <a:xfrm>
              <a:off x="1431361" y="1074230"/>
              <a:ext cx="15423515" cy="742315"/>
            </a:xfrm>
            <a:custGeom>
              <a:rect b="b" l="l" r="r" t="t"/>
              <a:pathLst>
                <a:path extrusionOk="0" h="742314" w="15423515">
                  <a:moveTo>
                    <a:pt x="7711863" y="742251"/>
                  </a:moveTo>
                  <a:lnTo>
                    <a:pt x="0" y="742251"/>
                  </a:lnTo>
                  <a:lnTo>
                    <a:pt x="0" y="0"/>
                  </a:lnTo>
                  <a:lnTo>
                    <a:pt x="15423016" y="0"/>
                  </a:lnTo>
                  <a:lnTo>
                    <a:pt x="15423016" y="742251"/>
                  </a:lnTo>
                  <a:lnTo>
                    <a:pt x="7711863" y="742251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8"/>
            <p:cNvSpPr/>
            <p:nvPr/>
          </p:nvSpPr>
          <p:spPr>
            <a:xfrm>
              <a:off x="16330369" y="1298954"/>
              <a:ext cx="226060" cy="225425"/>
            </a:xfrm>
            <a:custGeom>
              <a:rect b="b" l="l" r="r" t="t"/>
              <a:pathLst>
                <a:path extrusionOk="0" h="225425" w="226059">
                  <a:moveTo>
                    <a:pt x="761" y="0"/>
                  </a:moveTo>
                  <a:lnTo>
                    <a:pt x="226003" y="225354"/>
                  </a:lnTo>
                </a:path>
                <a:path extrusionOk="0" h="225425" w="226059">
                  <a:moveTo>
                    <a:pt x="225241" y="0"/>
                  </a:moveTo>
                  <a:lnTo>
                    <a:pt x="0" y="225354"/>
                  </a:lnTo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8"/>
            <p:cNvSpPr/>
            <p:nvPr/>
          </p:nvSpPr>
          <p:spPr>
            <a:xfrm>
              <a:off x="15259545" y="1411211"/>
              <a:ext cx="320040" cy="20320"/>
            </a:xfrm>
            <a:custGeom>
              <a:rect b="b" l="l" r="r" t="t"/>
              <a:pathLst>
                <a:path extrusionOk="0" h="20319" w="320040">
                  <a:moveTo>
                    <a:pt x="319786" y="1435"/>
                  </a:moveTo>
                  <a:lnTo>
                    <a:pt x="127" y="0"/>
                  </a:lnTo>
                  <a:lnTo>
                    <a:pt x="0" y="18719"/>
                  </a:lnTo>
                  <a:lnTo>
                    <a:pt x="319659" y="20167"/>
                  </a:lnTo>
                  <a:lnTo>
                    <a:pt x="319786" y="14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15842869" y="1298879"/>
              <a:ext cx="224790" cy="224790"/>
            </a:xfrm>
            <a:custGeom>
              <a:rect b="b" l="l" r="r" t="t"/>
              <a:pathLst>
                <a:path extrusionOk="0" h="224790" w="224790">
                  <a:moveTo>
                    <a:pt x="112268" y="224612"/>
                  </a:moveTo>
                  <a:lnTo>
                    <a:pt x="0" y="224612"/>
                  </a:lnTo>
                  <a:lnTo>
                    <a:pt x="0" y="0"/>
                  </a:lnTo>
                  <a:lnTo>
                    <a:pt x="224663" y="0"/>
                  </a:lnTo>
                  <a:lnTo>
                    <a:pt x="224663" y="224612"/>
                  </a:lnTo>
                  <a:lnTo>
                    <a:pt x="112268" y="224612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" name="Google Shape;196;p8"/>
          <p:cNvSpPr txBox="1"/>
          <p:nvPr>
            <p:ph type="title"/>
          </p:nvPr>
        </p:nvSpPr>
        <p:spPr>
          <a:xfrm>
            <a:off x="1940129" y="2134325"/>
            <a:ext cx="7779900" cy="1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Conflictos</a:t>
            </a:r>
            <a:r>
              <a:rPr lang="en-US" sz="6000"/>
              <a:t> de Estructura</a:t>
            </a:r>
            <a:endParaRPr sz="6000"/>
          </a:p>
        </p:txBody>
      </p:sp>
      <p:grpSp>
        <p:nvGrpSpPr>
          <p:cNvPr id="197" name="Google Shape;197;p8"/>
          <p:cNvGrpSpPr/>
          <p:nvPr/>
        </p:nvGrpSpPr>
        <p:grpSpPr>
          <a:xfrm>
            <a:off x="1986115" y="4682756"/>
            <a:ext cx="5167007" cy="1909102"/>
            <a:chOff x="1986115" y="4682756"/>
            <a:chExt cx="5167007" cy="1909102"/>
          </a:xfrm>
        </p:grpSpPr>
        <p:pic>
          <p:nvPicPr>
            <p:cNvPr id="198" name="Google Shape;198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83370" y="4682756"/>
              <a:ext cx="3539363" cy="2048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766693" y="6002553"/>
              <a:ext cx="3386429" cy="2559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986115" y="6340106"/>
              <a:ext cx="3085058" cy="25175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1" name="Google Shape;201;p8"/>
          <p:cNvSpPr txBox="1"/>
          <p:nvPr/>
        </p:nvSpPr>
        <p:spPr>
          <a:xfrm>
            <a:off x="1940839" y="4598642"/>
            <a:ext cx="6439500" cy="28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Los	se producen</a:t>
            </a:r>
            <a:endParaRPr sz="2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marR="5080" rtl="0" algn="l">
              <a:lnSpc>
                <a:spcPct val="1008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cuando dos o más instrucciones requieren el mismo recurso en un momento dado. Para evitar estos </a:t>
            </a:r>
            <a:r>
              <a:rPr lang="en-US" sz="2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conflictos</a:t>
            </a:r>
            <a:r>
              <a:rPr lang="en-US" sz="2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se pueden implementar	o</a:t>
            </a:r>
            <a:endParaRPr sz="2150">
              <a:latin typeface="Consolas"/>
              <a:ea typeface="Consolas"/>
              <a:cs typeface="Consolas"/>
              <a:sym typeface="Consolas"/>
            </a:endParaRPr>
          </a:p>
          <a:p>
            <a:pPr indent="3132455" lvl="0" marL="12700" marR="5080" rtl="0" algn="l">
              <a:lnSpc>
                <a:spcPct val="118604"/>
              </a:lnSpc>
              <a:spcBef>
                <a:spcPts val="155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asegurando que cada instrucción tenga acceso a lo que necesita.</a:t>
            </a:r>
            <a:endParaRPr sz="215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02" name="Google Shape;202;p8"/>
          <p:cNvGrpSpPr/>
          <p:nvPr/>
        </p:nvGrpSpPr>
        <p:grpSpPr>
          <a:xfrm>
            <a:off x="9824440" y="2213711"/>
            <a:ext cx="7779818" cy="7753360"/>
            <a:chOff x="9824440" y="2213711"/>
            <a:chExt cx="7779818" cy="7753360"/>
          </a:xfrm>
        </p:grpSpPr>
        <p:pic>
          <p:nvPicPr>
            <p:cNvPr id="203" name="Google Shape;203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824440" y="2213711"/>
              <a:ext cx="6496049" cy="6343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p8"/>
            <p:cNvSpPr/>
            <p:nvPr/>
          </p:nvSpPr>
          <p:spPr>
            <a:xfrm>
              <a:off x="14063472" y="7662304"/>
              <a:ext cx="3540760" cy="2298700"/>
            </a:xfrm>
            <a:custGeom>
              <a:rect b="b" l="l" r="r" t="t"/>
              <a:pathLst>
                <a:path extrusionOk="0" h="2298700" w="3540759">
                  <a:moveTo>
                    <a:pt x="3540252" y="0"/>
                  </a:moveTo>
                  <a:lnTo>
                    <a:pt x="0" y="0"/>
                  </a:lnTo>
                  <a:lnTo>
                    <a:pt x="0" y="2298120"/>
                  </a:lnTo>
                  <a:lnTo>
                    <a:pt x="1770507" y="2298120"/>
                  </a:lnTo>
                  <a:lnTo>
                    <a:pt x="3540252" y="2298120"/>
                  </a:lnTo>
                  <a:lnTo>
                    <a:pt x="3540252" y="0"/>
                  </a:lnTo>
                  <a:close/>
                </a:path>
              </a:pathLst>
            </a:custGeom>
            <a:solidFill>
              <a:srgbClr val="2F3B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14063498" y="7661587"/>
              <a:ext cx="3540760" cy="2299335"/>
            </a:xfrm>
            <a:custGeom>
              <a:rect b="b" l="l" r="r" t="t"/>
              <a:pathLst>
                <a:path extrusionOk="0" h="2299334" w="3540759">
                  <a:moveTo>
                    <a:pt x="1770415" y="2298837"/>
                  </a:moveTo>
                  <a:lnTo>
                    <a:pt x="0" y="2298837"/>
                  </a:lnTo>
                  <a:lnTo>
                    <a:pt x="0" y="723"/>
                  </a:lnTo>
                  <a:lnTo>
                    <a:pt x="3540195" y="723"/>
                  </a:lnTo>
                  <a:lnTo>
                    <a:pt x="3540195" y="2298837"/>
                  </a:lnTo>
                  <a:lnTo>
                    <a:pt x="1770415" y="2298837"/>
                  </a:lnTo>
                  <a:close/>
                </a:path>
                <a:path extrusionOk="0" h="2299334" w="3540759">
                  <a:moveTo>
                    <a:pt x="1770415" y="753804"/>
                  </a:moveTo>
                  <a:lnTo>
                    <a:pt x="0" y="753804"/>
                  </a:lnTo>
                  <a:lnTo>
                    <a:pt x="0" y="0"/>
                  </a:lnTo>
                  <a:lnTo>
                    <a:pt x="3540195" y="0"/>
                  </a:lnTo>
                  <a:lnTo>
                    <a:pt x="3540195" y="753804"/>
                  </a:lnTo>
                  <a:lnTo>
                    <a:pt x="1770415" y="753804"/>
                  </a:lnTo>
                  <a:close/>
                </a:path>
                <a:path extrusionOk="0" h="2299334" w="3540759">
                  <a:moveTo>
                    <a:pt x="3008817" y="228226"/>
                  </a:moveTo>
                  <a:lnTo>
                    <a:pt x="3237040" y="456453"/>
                  </a:lnTo>
                </a:path>
                <a:path extrusionOk="0" h="2299334" w="3540759">
                  <a:moveTo>
                    <a:pt x="3236278" y="228226"/>
                  </a:moveTo>
                  <a:lnTo>
                    <a:pt x="3008055" y="456453"/>
                  </a:lnTo>
                </a:path>
                <a:path extrusionOk="0" h="2299334" w="3540759">
                  <a:moveTo>
                    <a:pt x="1921548" y="341978"/>
                  </a:moveTo>
                  <a:lnTo>
                    <a:pt x="2245658" y="343425"/>
                  </a:lnTo>
                </a:path>
                <a:path extrusionOk="0" h="2299334" w="3540759">
                  <a:moveTo>
                    <a:pt x="2627174" y="455729"/>
                  </a:moveTo>
                  <a:lnTo>
                    <a:pt x="2513380" y="455729"/>
                  </a:lnTo>
                  <a:lnTo>
                    <a:pt x="2513380" y="228226"/>
                  </a:lnTo>
                  <a:lnTo>
                    <a:pt x="2740968" y="228226"/>
                  </a:lnTo>
                  <a:lnTo>
                    <a:pt x="2740968" y="455729"/>
                  </a:lnTo>
                  <a:lnTo>
                    <a:pt x="2627174" y="455729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6" name="Google Shape;206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4666976" y="8686800"/>
              <a:ext cx="487680" cy="944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5685007" y="8686800"/>
              <a:ext cx="460248" cy="944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6431767" y="8686800"/>
              <a:ext cx="649223" cy="944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4054454" y="7655414"/>
              <a:ext cx="3543300" cy="23116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9"/>
          <p:cNvGrpSpPr/>
          <p:nvPr/>
        </p:nvGrpSpPr>
        <p:grpSpPr>
          <a:xfrm>
            <a:off x="1431361" y="1074230"/>
            <a:ext cx="15423521" cy="8136913"/>
            <a:chOff x="1431361" y="1074230"/>
            <a:chExt cx="15423521" cy="8136913"/>
          </a:xfrm>
        </p:grpSpPr>
        <p:sp>
          <p:nvSpPr>
            <p:cNvPr id="216" name="Google Shape;216;p9"/>
            <p:cNvSpPr/>
            <p:nvPr/>
          </p:nvSpPr>
          <p:spPr>
            <a:xfrm>
              <a:off x="1431367" y="1074253"/>
              <a:ext cx="15423515" cy="8136890"/>
            </a:xfrm>
            <a:custGeom>
              <a:rect b="b" l="l" r="r" t="t"/>
              <a:pathLst>
                <a:path extrusionOk="0" h="8136890" w="15423515">
                  <a:moveTo>
                    <a:pt x="7711961" y="8136598"/>
                  </a:moveTo>
                  <a:lnTo>
                    <a:pt x="0" y="8136598"/>
                  </a:lnTo>
                  <a:lnTo>
                    <a:pt x="0" y="0"/>
                  </a:lnTo>
                  <a:lnTo>
                    <a:pt x="15423097" y="0"/>
                  </a:lnTo>
                  <a:lnTo>
                    <a:pt x="15423097" y="8136598"/>
                  </a:lnTo>
                  <a:lnTo>
                    <a:pt x="7711961" y="8136598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1431361" y="1074230"/>
              <a:ext cx="15423515" cy="742315"/>
            </a:xfrm>
            <a:custGeom>
              <a:rect b="b" l="l" r="r" t="t"/>
              <a:pathLst>
                <a:path extrusionOk="0" h="742314" w="15423515">
                  <a:moveTo>
                    <a:pt x="7711863" y="742251"/>
                  </a:moveTo>
                  <a:lnTo>
                    <a:pt x="0" y="742251"/>
                  </a:lnTo>
                  <a:lnTo>
                    <a:pt x="0" y="0"/>
                  </a:lnTo>
                  <a:lnTo>
                    <a:pt x="15423016" y="0"/>
                  </a:lnTo>
                  <a:lnTo>
                    <a:pt x="15423016" y="742251"/>
                  </a:lnTo>
                  <a:lnTo>
                    <a:pt x="7711863" y="742251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16330369" y="1298954"/>
              <a:ext cx="226060" cy="225425"/>
            </a:xfrm>
            <a:custGeom>
              <a:rect b="b" l="l" r="r" t="t"/>
              <a:pathLst>
                <a:path extrusionOk="0" h="225425" w="226059">
                  <a:moveTo>
                    <a:pt x="761" y="0"/>
                  </a:moveTo>
                  <a:lnTo>
                    <a:pt x="226003" y="225354"/>
                  </a:lnTo>
                </a:path>
                <a:path extrusionOk="0" h="225425" w="226059">
                  <a:moveTo>
                    <a:pt x="225241" y="0"/>
                  </a:moveTo>
                  <a:lnTo>
                    <a:pt x="0" y="225354"/>
                  </a:lnTo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15259545" y="1411211"/>
              <a:ext cx="320040" cy="20320"/>
            </a:xfrm>
            <a:custGeom>
              <a:rect b="b" l="l" r="r" t="t"/>
              <a:pathLst>
                <a:path extrusionOk="0" h="20319" w="320040">
                  <a:moveTo>
                    <a:pt x="319786" y="1435"/>
                  </a:moveTo>
                  <a:lnTo>
                    <a:pt x="127" y="0"/>
                  </a:lnTo>
                  <a:lnTo>
                    <a:pt x="0" y="18719"/>
                  </a:lnTo>
                  <a:lnTo>
                    <a:pt x="319659" y="20167"/>
                  </a:lnTo>
                  <a:lnTo>
                    <a:pt x="319786" y="14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15842869" y="1298879"/>
              <a:ext cx="224790" cy="224790"/>
            </a:xfrm>
            <a:custGeom>
              <a:rect b="b" l="l" r="r" t="t"/>
              <a:pathLst>
                <a:path extrusionOk="0" h="224790" w="224790">
                  <a:moveTo>
                    <a:pt x="112268" y="224612"/>
                  </a:moveTo>
                  <a:lnTo>
                    <a:pt x="0" y="224612"/>
                  </a:lnTo>
                  <a:lnTo>
                    <a:pt x="0" y="0"/>
                  </a:lnTo>
                  <a:lnTo>
                    <a:pt x="224663" y="0"/>
                  </a:lnTo>
                  <a:lnTo>
                    <a:pt x="224663" y="224612"/>
                  </a:lnTo>
                  <a:lnTo>
                    <a:pt x="112268" y="224612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" name="Google Shape;221;p9"/>
          <p:cNvSpPr txBox="1"/>
          <p:nvPr>
            <p:ph type="title"/>
          </p:nvPr>
        </p:nvSpPr>
        <p:spPr>
          <a:xfrm>
            <a:off x="1940126" y="2134325"/>
            <a:ext cx="5643600" cy="1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Técnicas de Optimización</a:t>
            </a:r>
            <a:endParaRPr sz="6000"/>
          </a:p>
        </p:txBody>
      </p:sp>
      <p:sp>
        <p:nvSpPr>
          <p:cNvPr id="222" name="Google Shape;222;p9"/>
          <p:cNvSpPr txBox="1"/>
          <p:nvPr/>
        </p:nvSpPr>
        <p:spPr>
          <a:xfrm>
            <a:off x="1940839" y="4589117"/>
            <a:ext cx="1069975" cy="356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Existen</a:t>
            </a:r>
            <a:endParaRPr sz="215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3253009" y="4589117"/>
            <a:ext cx="12192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diversas</a:t>
            </a:r>
            <a:endParaRPr sz="215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24" name="Google Shape;22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6632" y="4669053"/>
            <a:ext cx="3775494" cy="25593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9"/>
          <p:cNvSpPr txBox="1"/>
          <p:nvPr/>
        </p:nvSpPr>
        <p:spPr>
          <a:xfrm>
            <a:off x="1940839" y="4922494"/>
            <a:ext cx="31311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para mejorar el ILP,</a:t>
            </a:r>
            <a:endParaRPr sz="215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26" name="Google Shape;226;p9"/>
          <p:cNvGrpSpPr/>
          <p:nvPr/>
        </p:nvGrpSpPr>
        <p:grpSpPr>
          <a:xfrm>
            <a:off x="1979498" y="5006606"/>
            <a:ext cx="5723623" cy="528662"/>
            <a:chOff x="1979498" y="5006606"/>
            <a:chExt cx="5723623" cy="528662"/>
          </a:xfrm>
        </p:grpSpPr>
        <p:sp>
          <p:nvSpPr>
            <p:cNvPr id="227" name="Google Shape;227;p9"/>
            <p:cNvSpPr/>
            <p:nvPr/>
          </p:nvSpPr>
          <p:spPr>
            <a:xfrm>
              <a:off x="6548056" y="5006606"/>
              <a:ext cx="1155065" cy="252095"/>
            </a:xfrm>
            <a:custGeom>
              <a:rect b="b" l="l" r="r" t="t"/>
              <a:pathLst>
                <a:path extrusionOk="0" h="252095" w="1155065">
                  <a:moveTo>
                    <a:pt x="33578" y="55245"/>
                  </a:moveTo>
                  <a:lnTo>
                    <a:pt x="0" y="55245"/>
                  </a:lnTo>
                  <a:lnTo>
                    <a:pt x="0" y="251752"/>
                  </a:lnTo>
                  <a:lnTo>
                    <a:pt x="35001" y="251752"/>
                  </a:lnTo>
                  <a:lnTo>
                    <a:pt x="35001" y="204812"/>
                  </a:lnTo>
                  <a:lnTo>
                    <a:pt x="59893" y="204812"/>
                  </a:lnTo>
                  <a:lnTo>
                    <a:pt x="99339" y="192735"/>
                  </a:lnTo>
                  <a:lnTo>
                    <a:pt x="110353" y="172643"/>
                  </a:lnTo>
                  <a:lnTo>
                    <a:pt x="35001" y="172643"/>
                  </a:lnTo>
                  <a:lnTo>
                    <a:pt x="35001" y="94691"/>
                  </a:lnTo>
                  <a:lnTo>
                    <a:pt x="35941" y="92570"/>
                  </a:lnTo>
                  <a:lnTo>
                    <a:pt x="39725" y="88442"/>
                  </a:lnTo>
                  <a:lnTo>
                    <a:pt x="42849" y="87401"/>
                  </a:lnTo>
                  <a:lnTo>
                    <a:pt x="110404" y="87401"/>
                  </a:lnTo>
                  <a:lnTo>
                    <a:pt x="109285" y="82683"/>
                  </a:lnTo>
                  <a:lnTo>
                    <a:pt x="105193" y="74082"/>
                  </a:lnTo>
                  <a:lnTo>
                    <a:pt x="99466" y="67233"/>
                  </a:lnTo>
                  <a:lnTo>
                    <a:pt x="92113" y="61985"/>
                  </a:lnTo>
                  <a:lnTo>
                    <a:pt x="89668" y="60972"/>
                  </a:lnTo>
                  <a:lnTo>
                    <a:pt x="31089" y="60972"/>
                  </a:lnTo>
                  <a:lnTo>
                    <a:pt x="33578" y="55245"/>
                  </a:lnTo>
                  <a:close/>
                </a:path>
                <a:path extrusionOk="0" h="252095" w="1155065">
                  <a:moveTo>
                    <a:pt x="110404" y="87401"/>
                  </a:moveTo>
                  <a:lnTo>
                    <a:pt x="68008" y="87401"/>
                  </a:lnTo>
                  <a:lnTo>
                    <a:pt x="71818" y="88442"/>
                  </a:lnTo>
                  <a:lnTo>
                    <a:pt x="76454" y="92570"/>
                  </a:lnTo>
                  <a:lnTo>
                    <a:pt x="77622" y="95605"/>
                  </a:lnTo>
                  <a:lnTo>
                    <a:pt x="77622" y="164439"/>
                  </a:lnTo>
                  <a:lnTo>
                    <a:pt x="76454" y="167474"/>
                  </a:lnTo>
                  <a:lnTo>
                    <a:pt x="71818" y="171615"/>
                  </a:lnTo>
                  <a:lnTo>
                    <a:pt x="68008" y="172643"/>
                  </a:lnTo>
                  <a:lnTo>
                    <a:pt x="110353" y="172643"/>
                  </a:lnTo>
                  <a:lnTo>
                    <a:pt x="111733" y="166908"/>
                  </a:lnTo>
                  <a:lnTo>
                    <a:pt x="112560" y="154914"/>
                  </a:lnTo>
                  <a:lnTo>
                    <a:pt x="112560" y="105143"/>
                  </a:lnTo>
                  <a:lnTo>
                    <a:pt x="111741" y="93037"/>
                  </a:lnTo>
                  <a:lnTo>
                    <a:pt x="110404" y="87401"/>
                  </a:lnTo>
                  <a:close/>
                </a:path>
                <a:path extrusionOk="0" h="252095" w="1155065">
                  <a:moveTo>
                    <a:pt x="59893" y="55245"/>
                  </a:moveTo>
                  <a:lnTo>
                    <a:pt x="39636" y="55245"/>
                  </a:lnTo>
                  <a:lnTo>
                    <a:pt x="33337" y="57150"/>
                  </a:lnTo>
                  <a:lnTo>
                    <a:pt x="31089" y="60972"/>
                  </a:lnTo>
                  <a:lnTo>
                    <a:pt x="89668" y="60972"/>
                  </a:lnTo>
                  <a:lnTo>
                    <a:pt x="83065" y="58239"/>
                  </a:lnTo>
                  <a:lnTo>
                    <a:pt x="72325" y="55993"/>
                  </a:lnTo>
                  <a:lnTo>
                    <a:pt x="59893" y="55245"/>
                  </a:lnTo>
                  <a:close/>
                </a:path>
                <a:path extrusionOk="0" h="252095" w="1155065">
                  <a:moveTo>
                    <a:pt x="224155" y="0"/>
                  </a:moveTo>
                  <a:lnTo>
                    <a:pt x="186461" y="0"/>
                  </a:lnTo>
                  <a:lnTo>
                    <a:pt x="186461" y="36283"/>
                  </a:lnTo>
                  <a:lnTo>
                    <a:pt x="224155" y="36283"/>
                  </a:lnTo>
                  <a:lnTo>
                    <a:pt x="224155" y="0"/>
                  </a:lnTo>
                  <a:close/>
                </a:path>
                <a:path extrusionOk="0" h="252095" w="1155065">
                  <a:moveTo>
                    <a:pt x="222808" y="55245"/>
                  </a:moveTo>
                  <a:lnTo>
                    <a:pt x="147269" y="55245"/>
                  </a:lnTo>
                  <a:lnTo>
                    <a:pt x="147269" y="87401"/>
                  </a:lnTo>
                  <a:lnTo>
                    <a:pt x="187871" y="87401"/>
                  </a:lnTo>
                  <a:lnTo>
                    <a:pt x="187871" y="204812"/>
                  </a:lnTo>
                  <a:lnTo>
                    <a:pt x="263677" y="204812"/>
                  </a:lnTo>
                  <a:lnTo>
                    <a:pt x="263677" y="172643"/>
                  </a:lnTo>
                  <a:lnTo>
                    <a:pt x="222808" y="172643"/>
                  </a:lnTo>
                  <a:lnTo>
                    <a:pt x="222808" y="55245"/>
                  </a:lnTo>
                  <a:close/>
                </a:path>
                <a:path extrusionOk="0" h="252095" w="1155065">
                  <a:moveTo>
                    <a:pt x="331914" y="55245"/>
                  </a:moveTo>
                  <a:lnTo>
                    <a:pt x="298323" y="55245"/>
                  </a:lnTo>
                  <a:lnTo>
                    <a:pt x="298323" y="251752"/>
                  </a:lnTo>
                  <a:lnTo>
                    <a:pt x="333324" y="251752"/>
                  </a:lnTo>
                  <a:lnTo>
                    <a:pt x="333324" y="204812"/>
                  </a:lnTo>
                  <a:lnTo>
                    <a:pt x="358203" y="204812"/>
                  </a:lnTo>
                  <a:lnTo>
                    <a:pt x="397662" y="192735"/>
                  </a:lnTo>
                  <a:lnTo>
                    <a:pt x="408676" y="172643"/>
                  </a:lnTo>
                  <a:lnTo>
                    <a:pt x="333324" y="172643"/>
                  </a:lnTo>
                  <a:lnTo>
                    <a:pt x="333324" y="94691"/>
                  </a:lnTo>
                  <a:lnTo>
                    <a:pt x="334276" y="92570"/>
                  </a:lnTo>
                  <a:lnTo>
                    <a:pt x="338048" y="88442"/>
                  </a:lnTo>
                  <a:lnTo>
                    <a:pt x="341172" y="87401"/>
                  </a:lnTo>
                  <a:lnTo>
                    <a:pt x="408728" y="87401"/>
                  </a:lnTo>
                  <a:lnTo>
                    <a:pt x="407609" y="82683"/>
                  </a:lnTo>
                  <a:lnTo>
                    <a:pt x="403521" y="74082"/>
                  </a:lnTo>
                  <a:lnTo>
                    <a:pt x="397802" y="67233"/>
                  </a:lnTo>
                  <a:lnTo>
                    <a:pt x="390441" y="61985"/>
                  </a:lnTo>
                  <a:lnTo>
                    <a:pt x="387994" y="60972"/>
                  </a:lnTo>
                  <a:lnTo>
                    <a:pt x="329412" y="60972"/>
                  </a:lnTo>
                  <a:lnTo>
                    <a:pt x="331914" y="55245"/>
                  </a:lnTo>
                  <a:close/>
                </a:path>
                <a:path extrusionOk="0" h="252095" w="1155065">
                  <a:moveTo>
                    <a:pt x="408728" y="87401"/>
                  </a:moveTo>
                  <a:lnTo>
                    <a:pt x="366318" y="87401"/>
                  </a:lnTo>
                  <a:lnTo>
                    <a:pt x="370154" y="88442"/>
                  </a:lnTo>
                  <a:lnTo>
                    <a:pt x="374777" y="92570"/>
                  </a:lnTo>
                  <a:lnTo>
                    <a:pt x="375945" y="95605"/>
                  </a:lnTo>
                  <a:lnTo>
                    <a:pt x="375945" y="164439"/>
                  </a:lnTo>
                  <a:lnTo>
                    <a:pt x="374777" y="167474"/>
                  </a:lnTo>
                  <a:lnTo>
                    <a:pt x="372440" y="169545"/>
                  </a:lnTo>
                  <a:lnTo>
                    <a:pt x="370154" y="171615"/>
                  </a:lnTo>
                  <a:lnTo>
                    <a:pt x="366318" y="172643"/>
                  </a:lnTo>
                  <a:lnTo>
                    <a:pt x="408676" y="172643"/>
                  </a:lnTo>
                  <a:lnTo>
                    <a:pt x="410056" y="166908"/>
                  </a:lnTo>
                  <a:lnTo>
                    <a:pt x="410883" y="154914"/>
                  </a:lnTo>
                  <a:lnTo>
                    <a:pt x="410883" y="105143"/>
                  </a:lnTo>
                  <a:lnTo>
                    <a:pt x="410064" y="93037"/>
                  </a:lnTo>
                  <a:lnTo>
                    <a:pt x="408728" y="87401"/>
                  </a:lnTo>
                  <a:close/>
                </a:path>
                <a:path extrusionOk="0" h="252095" w="1155065">
                  <a:moveTo>
                    <a:pt x="358203" y="55245"/>
                  </a:moveTo>
                  <a:lnTo>
                    <a:pt x="337959" y="55245"/>
                  </a:lnTo>
                  <a:lnTo>
                    <a:pt x="331660" y="57150"/>
                  </a:lnTo>
                  <a:lnTo>
                    <a:pt x="329412" y="60972"/>
                  </a:lnTo>
                  <a:lnTo>
                    <a:pt x="387994" y="60972"/>
                  </a:lnTo>
                  <a:lnTo>
                    <a:pt x="381388" y="58239"/>
                  </a:lnTo>
                  <a:lnTo>
                    <a:pt x="370643" y="55993"/>
                  </a:lnTo>
                  <a:lnTo>
                    <a:pt x="358203" y="55245"/>
                  </a:lnTo>
                  <a:close/>
                </a:path>
                <a:path extrusionOk="0" h="252095" w="1155065">
                  <a:moveTo>
                    <a:pt x="512368" y="55245"/>
                  </a:moveTo>
                  <a:lnTo>
                    <a:pt x="499351" y="55245"/>
                  </a:lnTo>
                  <a:lnTo>
                    <a:pt x="487185" y="55990"/>
                  </a:lnTo>
                  <a:lnTo>
                    <a:pt x="452410" y="82599"/>
                  </a:lnTo>
                  <a:lnTo>
                    <a:pt x="449440" y="154914"/>
                  </a:lnTo>
                  <a:lnTo>
                    <a:pt x="450259" y="167018"/>
                  </a:lnTo>
                  <a:lnTo>
                    <a:pt x="478961" y="201829"/>
                  </a:lnTo>
                  <a:lnTo>
                    <a:pt x="502107" y="204812"/>
                  </a:lnTo>
                  <a:lnTo>
                    <a:pt x="549046" y="204812"/>
                  </a:lnTo>
                  <a:lnTo>
                    <a:pt x="549046" y="172643"/>
                  </a:lnTo>
                  <a:lnTo>
                    <a:pt x="493991" y="172643"/>
                  </a:lnTo>
                  <a:lnTo>
                    <a:pt x="490156" y="171615"/>
                  </a:lnTo>
                  <a:lnTo>
                    <a:pt x="487807" y="169545"/>
                  </a:lnTo>
                  <a:lnTo>
                    <a:pt x="485521" y="167474"/>
                  </a:lnTo>
                  <a:lnTo>
                    <a:pt x="484378" y="164439"/>
                  </a:lnTo>
                  <a:lnTo>
                    <a:pt x="484378" y="145402"/>
                  </a:lnTo>
                  <a:lnTo>
                    <a:pt x="557885" y="145402"/>
                  </a:lnTo>
                  <a:lnTo>
                    <a:pt x="557885" y="113233"/>
                  </a:lnTo>
                  <a:lnTo>
                    <a:pt x="484378" y="113233"/>
                  </a:lnTo>
                  <a:lnTo>
                    <a:pt x="484413" y="95021"/>
                  </a:lnTo>
                  <a:lnTo>
                    <a:pt x="485178" y="92011"/>
                  </a:lnTo>
                  <a:lnTo>
                    <a:pt x="488429" y="88328"/>
                  </a:lnTo>
                  <a:lnTo>
                    <a:pt x="491680" y="87401"/>
                  </a:lnTo>
                  <a:lnTo>
                    <a:pt x="555906" y="87401"/>
                  </a:lnTo>
                  <a:lnTo>
                    <a:pt x="554951" y="83224"/>
                  </a:lnTo>
                  <a:lnTo>
                    <a:pt x="522772" y="56035"/>
                  </a:lnTo>
                  <a:lnTo>
                    <a:pt x="512368" y="55245"/>
                  </a:lnTo>
                  <a:close/>
                </a:path>
                <a:path extrusionOk="0" h="252095" w="1155065">
                  <a:moveTo>
                    <a:pt x="555906" y="87401"/>
                  </a:moveTo>
                  <a:lnTo>
                    <a:pt x="515823" y="87401"/>
                  </a:lnTo>
                  <a:lnTo>
                    <a:pt x="518426" y="88417"/>
                  </a:lnTo>
                  <a:lnTo>
                    <a:pt x="522478" y="92417"/>
                  </a:lnTo>
                  <a:lnTo>
                    <a:pt x="523481" y="95021"/>
                  </a:lnTo>
                  <a:lnTo>
                    <a:pt x="523481" y="113233"/>
                  </a:lnTo>
                  <a:lnTo>
                    <a:pt x="557885" y="113233"/>
                  </a:lnTo>
                  <a:lnTo>
                    <a:pt x="557885" y="103797"/>
                  </a:lnTo>
                  <a:lnTo>
                    <a:pt x="557160" y="92982"/>
                  </a:lnTo>
                  <a:lnTo>
                    <a:pt x="556959" y="92011"/>
                  </a:lnTo>
                  <a:lnTo>
                    <a:pt x="555906" y="87401"/>
                  </a:lnTo>
                  <a:close/>
                </a:path>
                <a:path extrusionOk="0" h="252095" w="1155065">
                  <a:moveTo>
                    <a:pt x="667524" y="0"/>
                  </a:moveTo>
                  <a:lnTo>
                    <a:pt x="591997" y="0"/>
                  </a:lnTo>
                  <a:lnTo>
                    <a:pt x="591997" y="32181"/>
                  </a:lnTo>
                  <a:lnTo>
                    <a:pt x="632587" y="32181"/>
                  </a:lnTo>
                  <a:lnTo>
                    <a:pt x="632671" y="172643"/>
                  </a:lnTo>
                  <a:lnTo>
                    <a:pt x="654011" y="204812"/>
                  </a:lnTo>
                  <a:lnTo>
                    <a:pt x="713917" y="204812"/>
                  </a:lnTo>
                  <a:lnTo>
                    <a:pt x="713917" y="172643"/>
                  </a:lnTo>
                  <a:lnTo>
                    <a:pt x="669417" y="172643"/>
                  </a:lnTo>
                  <a:lnTo>
                    <a:pt x="668248" y="172529"/>
                  </a:lnTo>
                  <a:lnTo>
                    <a:pt x="667931" y="172313"/>
                  </a:lnTo>
                  <a:lnTo>
                    <a:pt x="667664" y="172034"/>
                  </a:lnTo>
                  <a:lnTo>
                    <a:pt x="667551" y="171437"/>
                  </a:lnTo>
                  <a:lnTo>
                    <a:pt x="667524" y="0"/>
                  </a:lnTo>
                  <a:close/>
                </a:path>
                <a:path extrusionOk="0" h="252095" w="1155065">
                  <a:moveTo>
                    <a:pt x="820801" y="0"/>
                  </a:moveTo>
                  <a:lnTo>
                    <a:pt x="783107" y="0"/>
                  </a:lnTo>
                  <a:lnTo>
                    <a:pt x="783107" y="36283"/>
                  </a:lnTo>
                  <a:lnTo>
                    <a:pt x="820801" y="36283"/>
                  </a:lnTo>
                  <a:lnTo>
                    <a:pt x="820801" y="0"/>
                  </a:lnTo>
                  <a:close/>
                </a:path>
                <a:path extrusionOk="0" h="252095" w="1155065">
                  <a:moveTo>
                    <a:pt x="819454" y="55245"/>
                  </a:moveTo>
                  <a:lnTo>
                    <a:pt x="743915" y="55245"/>
                  </a:lnTo>
                  <a:lnTo>
                    <a:pt x="743915" y="87401"/>
                  </a:lnTo>
                  <a:lnTo>
                    <a:pt x="784517" y="87401"/>
                  </a:lnTo>
                  <a:lnTo>
                    <a:pt x="784517" y="204812"/>
                  </a:lnTo>
                  <a:lnTo>
                    <a:pt x="860323" y="204812"/>
                  </a:lnTo>
                  <a:lnTo>
                    <a:pt x="860323" y="172643"/>
                  </a:lnTo>
                  <a:lnTo>
                    <a:pt x="819454" y="172643"/>
                  </a:lnTo>
                  <a:lnTo>
                    <a:pt x="819454" y="55245"/>
                  </a:lnTo>
                  <a:close/>
                </a:path>
                <a:path extrusionOk="0" h="252095" w="1155065">
                  <a:moveTo>
                    <a:pt x="928560" y="55245"/>
                  </a:moveTo>
                  <a:lnTo>
                    <a:pt x="894969" y="55245"/>
                  </a:lnTo>
                  <a:lnTo>
                    <a:pt x="894969" y="204812"/>
                  </a:lnTo>
                  <a:lnTo>
                    <a:pt x="929970" y="204812"/>
                  </a:lnTo>
                  <a:lnTo>
                    <a:pt x="929970" y="94691"/>
                  </a:lnTo>
                  <a:lnTo>
                    <a:pt x="930910" y="92570"/>
                  </a:lnTo>
                  <a:lnTo>
                    <a:pt x="934694" y="88442"/>
                  </a:lnTo>
                  <a:lnTo>
                    <a:pt x="937818" y="87401"/>
                  </a:lnTo>
                  <a:lnTo>
                    <a:pt x="1005413" y="87401"/>
                  </a:lnTo>
                  <a:lnTo>
                    <a:pt x="1004376" y="82891"/>
                  </a:lnTo>
                  <a:lnTo>
                    <a:pt x="1000435" y="74291"/>
                  </a:lnTo>
                  <a:lnTo>
                    <a:pt x="994918" y="67373"/>
                  </a:lnTo>
                  <a:lnTo>
                    <a:pt x="987857" y="62065"/>
                  </a:lnTo>
                  <a:lnTo>
                    <a:pt x="985386" y="60972"/>
                  </a:lnTo>
                  <a:lnTo>
                    <a:pt x="926058" y="60972"/>
                  </a:lnTo>
                  <a:lnTo>
                    <a:pt x="928560" y="55245"/>
                  </a:lnTo>
                  <a:close/>
                </a:path>
                <a:path extrusionOk="0" h="252095" w="1155065">
                  <a:moveTo>
                    <a:pt x="1005413" y="87401"/>
                  </a:moveTo>
                  <a:lnTo>
                    <a:pt x="964336" y="87401"/>
                  </a:lnTo>
                  <a:lnTo>
                    <a:pt x="967359" y="88468"/>
                  </a:lnTo>
                  <a:lnTo>
                    <a:pt x="969416" y="90576"/>
                  </a:lnTo>
                  <a:lnTo>
                    <a:pt x="971537" y="92684"/>
                  </a:lnTo>
                  <a:lnTo>
                    <a:pt x="972591" y="95694"/>
                  </a:lnTo>
                  <a:lnTo>
                    <a:pt x="972591" y="204812"/>
                  </a:lnTo>
                  <a:lnTo>
                    <a:pt x="1007529" y="204812"/>
                  </a:lnTo>
                  <a:lnTo>
                    <a:pt x="1007529" y="105143"/>
                  </a:lnTo>
                  <a:lnTo>
                    <a:pt x="1006740" y="93174"/>
                  </a:lnTo>
                  <a:lnTo>
                    <a:pt x="1005413" y="87401"/>
                  </a:lnTo>
                  <a:close/>
                </a:path>
                <a:path extrusionOk="0" h="252095" w="1155065">
                  <a:moveTo>
                    <a:pt x="957618" y="55245"/>
                  </a:moveTo>
                  <a:lnTo>
                    <a:pt x="934605" y="55245"/>
                  </a:lnTo>
                  <a:lnTo>
                    <a:pt x="928306" y="57150"/>
                  </a:lnTo>
                  <a:lnTo>
                    <a:pt x="926058" y="60972"/>
                  </a:lnTo>
                  <a:lnTo>
                    <a:pt x="985386" y="60972"/>
                  </a:lnTo>
                  <a:lnTo>
                    <a:pt x="979287" y="58275"/>
                  </a:lnTo>
                  <a:lnTo>
                    <a:pt x="969207" y="56002"/>
                  </a:lnTo>
                  <a:lnTo>
                    <a:pt x="957618" y="55245"/>
                  </a:lnTo>
                  <a:close/>
                </a:path>
                <a:path extrusionOk="0" h="252095" w="1155065">
                  <a:moveTo>
                    <a:pt x="1109002" y="55245"/>
                  </a:moveTo>
                  <a:lnTo>
                    <a:pt x="1095997" y="55245"/>
                  </a:lnTo>
                  <a:lnTo>
                    <a:pt x="1083831" y="55990"/>
                  </a:lnTo>
                  <a:lnTo>
                    <a:pt x="1049056" y="82599"/>
                  </a:lnTo>
                  <a:lnTo>
                    <a:pt x="1046086" y="154914"/>
                  </a:lnTo>
                  <a:lnTo>
                    <a:pt x="1046903" y="167018"/>
                  </a:lnTo>
                  <a:lnTo>
                    <a:pt x="1075609" y="201829"/>
                  </a:lnTo>
                  <a:lnTo>
                    <a:pt x="1098753" y="204812"/>
                  </a:lnTo>
                  <a:lnTo>
                    <a:pt x="1145692" y="204812"/>
                  </a:lnTo>
                  <a:lnTo>
                    <a:pt x="1145692" y="172643"/>
                  </a:lnTo>
                  <a:lnTo>
                    <a:pt x="1090637" y="172643"/>
                  </a:lnTo>
                  <a:lnTo>
                    <a:pt x="1086802" y="171615"/>
                  </a:lnTo>
                  <a:lnTo>
                    <a:pt x="1082167" y="167474"/>
                  </a:lnTo>
                  <a:lnTo>
                    <a:pt x="1081024" y="164439"/>
                  </a:lnTo>
                  <a:lnTo>
                    <a:pt x="1081024" y="145402"/>
                  </a:lnTo>
                  <a:lnTo>
                    <a:pt x="1154531" y="145402"/>
                  </a:lnTo>
                  <a:lnTo>
                    <a:pt x="1154531" y="113233"/>
                  </a:lnTo>
                  <a:lnTo>
                    <a:pt x="1081024" y="113233"/>
                  </a:lnTo>
                  <a:lnTo>
                    <a:pt x="1081060" y="95021"/>
                  </a:lnTo>
                  <a:lnTo>
                    <a:pt x="1081836" y="92011"/>
                  </a:lnTo>
                  <a:lnTo>
                    <a:pt x="1085075" y="88328"/>
                  </a:lnTo>
                  <a:lnTo>
                    <a:pt x="1088326" y="87401"/>
                  </a:lnTo>
                  <a:lnTo>
                    <a:pt x="1152552" y="87401"/>
                  </a:lnTo>
                  <a:lnTo>
                    <a:pt x="1151597" y="83224"/>
                  </a:lnTo>
                  <a:lnTo>
                    <a:pt x="1119413" y="56035"/>
                  </a:lnTo>
                  <a:lnTo>
                    <a:pt x="1109002" y="55245"/>
                  </a:lnTo>
                  <a:close/>
                </a:path>
                <a:path extrusionOk="0" h="252095" w="1155065">
                  <a:moveTo>
                    <a:pt x="1152552" y="87401"/>
                  </a:moveTo>
                  <a:lnTo>
                    <a:pt x="1112469" y="87401"/>
                  </a:lnTo>
                  <a:lnTo>
                    <a:pt x="1115072" y="88417"/>
                  </a:lnTo>
                  <a:lnTo>
                    <a:pt x="1119124" y="92417"/>
                  </a:lnTo>
                  <a:lnTo>
                    <a:pt x="1120140" y="95021"/>
                  </a:lnTo>
                  <a:lnTo>
                    <a:pt x="1120140" y="113233"/>
                  </a:lnTo>
                  <a:lnTo>
                    <a:pt x="1154531" y="113233"/>
                  </a:lnTo>
                  <a:lnTo>
                    <a:pt x="1154531" y="103797"/>
                  </a:lnTo>
                  <a:lnTo>
                    <a:pt x="1153806" y="92982"/>
                  </a:lnTo>
                  <a:lnTo>
                    <a:pt x="1153605" y="92011"/>
                  </a:lnTo>
                  <a:lnTo>
                    <a:pt x="1152552" y="874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8" name="Google Shape;228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79498" y="5330456"/>
              <a:ext cx="3546017" cy="2048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9" name="Google Shape;229;p9"/>
          <p:cNvSpPr txBox="1"/>
          <p:nvPr/>
        </p:nvSpPr>
        <p:spPr>
          <a:xfrm>
            <a:off x="1940839" y="5579719"/>
            <a:ext cx="5208905" cy="356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permiten que las instrucciones se</a:t>
            </a:r>
            <a:endParaRPr sz="215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5236342" y="4922494"/>
            <a:ext cx="3321600" cy="10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0" marR="5080" rtl="0" algn="r">
              <a:lnSpc>
                <a:spcPct val="1193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como el	y la</a:t>
            </a:r>
            <a:endParaRPr sz="2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5080" rtl="0" algn="r">
              <a:lnSpc>
                <a:spcPct val="1193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	Estas	técnicas</a:t>
            </a:r>
            <a:endParaRPr sz="2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ejecuten</a:t>
            </a:r>
            <a:endParaRPr sz="215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1940839" y="5913094"/>
            <a:ext cx="6616700" cy="1014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5080" rtl="0" algn="just">
              <a:lnSpc>
                <a:spcPct val="100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  manera  más  eficiente,  reduciendo  el tiempo de espera y aumentando el rendimiento general del procesador.</a:t>
            </a:r>
            <a:endParaRPr sz="215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32" name="Google Shape;232;p9"/>
          <p:cNvGrpSpPr/>
          <p:nvPr/>
        </p:nvGrpSpPr>
        <p:grpSpPr>
          <a:xfrm>
            <a:off x="9824440" y="2213711"/>
            <a:ext cx="7779818" cy="7753362"/>
            <a:chOff x="9824440" y="2213711"/>
            <a:chExt cx="7779818" cy="7753362"/>
          </a:xfrm>
        </p:grpSpPr>
        <p:pic>
          <p:nvPicPr>
            <p:cNvPr id="233" name="Google Shape;233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824440" y="2213711"/>
              <a:ext cx="6496049" cy="6343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9"/>
            <p:cNvSpPr/>
            <p:nvPr/>
          </p:nvSpPr>
          <p:spPr>
            <a:xfrm>
              <a:off x="14063472" y="7662304"/>
              <a:ext cx="3540760" cy="2298700"/>
            </a:xfrm>
            <a:custGeom>
              <a:rect b="b" l="l" r="r" t="t"/>
              <a:pathLst>
                <a:path extrusionOk="0" h="2298700" w="3540759">
                  <a:moveTo>
                    <a:pt x="3540252" y="0"/>
                  </a:moveTo>
                  <a:lnTo>
                    <a:pt x="0" y="0"/>
                  </a:lnTo>
                  <a:lnTo>
                    <a:pt x="0" y="2298120"/>
                  </a:lnTo>
                  <a:lnTo>
                    <a:pt x="1770507" y="2298120"/>
                  </a:lnTo>
                  <a:lnTo>
                    <a:pt x="3540252" y="2298120"/>
                  </a:lnTo>
                  <a:lnTo>
                    <a:pt x="3540252" y="0"/>
                  </a:lnTo>
                  <a:close/>
                </a:path>
              </a:pathLst>
            </a:custGeom>
            <a:solidFill>
              <a:srgbClr val="2F3B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9"/>
            <p:cNvSpPr/>
            <p:nvPr/>
          </p:nvSpPr>
          <p:spPr>
            <a:xfrm>
              <a:off x="14063498" y="7661587"/>
              <a:ext cx="3540760" cy="2299335"/>
            </a:xfrm>
            <a:custGeom>
              <a:rect b="b" l="l" r="r" t="t"/>
              <a:pathLst>
                <a:path extrusionOk="0" h="2299334" w="3540759">
                  <a:moveTo>
                    <a:pt x="1770415" y="2298837"/>
                  </a:moveTo>
                  <a:lnTo>
                    <a:pt x="0" y="2298837"/>
                  </a:lnTo>
                  <a:lnTo>
                    <a:pt x="0" y="723"/>
                  </a:lnTo>
                  <a:lnTo>
                    <a:pt x="3540195" y="723"/>
                  </a:lnTo>
                  <a:lnTo>
                    <a:pt x="3540195" y="2298837"/>
                  </a:lnTo>
                  <a:lnTo>
                    <a:pt x="1770415" y="2298837"/>
                  </a:lnTo>
                  <a:close/>
                </a:path>
                <a:path extrusionOk="0" h="2299334" w="3540759">
                  <a:moveTo>
                    <a:pt x="1770415" y="753804"/>
                  </a:moveTo>
                  <a:lnTo>
                    <a:pt x="0" y="753804"/>
                  </a:lnTo>
                  <a:lnTo>
                    <a:pt x="0" y="0"/>
                  </a:lnTo>
                  <a:lnTo>
                    <a:pt x="3540195" y="0"/>
                  </a:lnTo>
                  <a:lnTo>
                    <a:pt x="3540195" y="753804"/>
                  </a:lnTo>
                  <a:lnTo>
                    <a:pt x="1770415" y="753804"/>
                  </a:lnTo>
                  <a:close/>
                </a:path>
                <a:path extrusionOk="0" h="2299334" w="3540759">
                  <a:moveTo>
                    <a:pt x="3008817" y="228226"/>
                  </a:moveTo>
                  <a:lnTo>
                    <a:pt x="3237040" y="456453"/>
                  </a:lnTo>
                </a:path>
                <a:path extrusionOk="0" h="2299334" w="3540759">
                  <a:moveTo>
                    <a:pt x="3236278" y="228226"/>
                  </a:moveTo>
                  <a:lnTo>
                    <a:pt x="3008055" y="456453"/>
                  </a:lnTo>
                </a:path>
                <a:path extrusionOk="0" h="2299334" w="3540759">
                  <a:moveTo>
                    <a:pt x="1921548" y="341978"/>
                  </a:moveTo>
                  <a:lnTo>
                    <a:pt x="2245658" y="343425"/>
                  </a:lnTo>
                </a:path>
                <a:path extrusionOk="0" h="2299334" w="3540759">
                  <a:moveTo>
                    <a:pt x="2627174" y="455729"/>
                  </a:moveTo>
                  <a:lnTo>
                    <a:pt x="2513380" y="455729"/>
                  </a:lnTo>
                  <a:lnTo>
                    <a:pt x="2513380" y="228226"/>
                  </a:lnTo>
                  <a:lnTo>
                    <a:pt x="2740968" y="228226"/>
                  </a:lnTo>
                  <a:lnTo>
                    <a:pt x="2740968" y="455729"/>
                  </a:lnTo>
                  <a:lnTo>
                    <a:pt x="2627174" y="455729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6" name="Google Shape;236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4666976" y="8686800"/>
              <a:ext cx="487680" cy="944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5685007" y="8686800"/>
              <a:ext cx="460248" cy="944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6431767" y="8686800"/>
              <a:ext cx="649223" cy="944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4054454" y="7655414"/>
              <a:ext cx="3543300" cy="231165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 txBox="1"/>
          <p:nvPr>
            <p:ph type="title"/>
          </p:nvPr>
        </p:nvSpPr>
        <p:spPr>
          <a:xfrm>
            <a:off x="1165626" y="4626451"/>
            <a:ext cx="15969447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Retos en la Optimización</a:t>
            </a:r>
            <a:endParaRPr/>
          </a:p>
        </p:txBody>
      </p:sp>
      <p:grpSp>
        <p:nvGrpSpPr>
          <p:cNvPr id="245" name="Google Shape;245;p10"/>
          <p:cNvGrpSpPr/>
          <p:nvPr/>
        </p:nvGrpSpPr>
        <p:grpSpPr>
          <a:xfrm>
            <a:off x="1209319" y="6052921"/>
            <a:ext cx="11022330" cy="1068705"/>
            <a:chOff x="1209319" y="6052921"/>
            <a:chExt cx="11022330" cy="1068705"/>
          </a:xfrm>
        </p:grpSpPr>
        <p:pic>
          <p:nvPicPr>
            <p:cNvPr id="246" name="Google Shape;246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875591" y="6052921"/>
              <a:ext cx="4802428" cy="2967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10"/>
            <p:cNvSpPr/>
            <p:nvPr/>
          </p:nvSpPr>
          <p:spPr>
            <a:xfrm>
              <a:off x="1209319" y="6433921"/>
              <a:ext cx="11022330" cy="687705"/>
            </a:xfrm>
            <a:custGeom>
              <a:rect b="b" l="l" r="r" t="t"/>
              <a:pathLst>
                <a:path extrusionOk="0" h="687704" w="11022330">
                  <a:moveTo>
                    <a:pt x="125755" y="515734"/>
                  </a:moveTo>
                  <a:lnTo>
                    <a:pt x="112153" y="474116"/>
                  </a:lnTo>
                  <a:lnTo>
                    <a:pt x="85877" y="460578"/>
                  </a:lnTo>
                  <a:lnTo>
                    <a:pt x="85877" y="505561"/>
                  </a:lnTo>
                  <a:lnTo>
                    <a:pt x="85877" y="526681"/>
                  </a:lnTo>
                  <a:lnTo>
                    <a:pt x="40513" y="526681"/>
                  </a:lnTo>
                  <a:lnTo>
                    <a:pt x="40551" y="505561"/>
                  </a:lnTo>
                  <a:lnTo>
                    <a:pt x="41440" y="502069"/>
                  </a:lnTo>
                  <a:lnTo>
                    <a:pt x="45199" y="497801"/>
                  </a:lnTo>
                  <a:lnTo>
                    <a:pt x="48983" y="496722"/>
                  </a:lnTo>
                  <a:lnTo>
                    <a:pt x="76987" y="496722"/>
                  </a:lnTo>
                  <a:lnTo>
                    <a:pt x="80010" y="497903"/>
                  </a:lnTo>
                  <a:lnTo>
                    <a:pt x="84696" y="502539"/>
                  </a:lnTo>
                  <a:lnTo>
                    <a:pt x="85877" y="505561"/>
                  </a:lnTo>
                  <a:lnTo>
                    <a:pt x="85877" y="460578"/>
                  </a:lnTo>
                  <a:lnTo>
                    <a:pt x="85039" y="460349"/>
                  </a:lnTo>
                  <a:lnTo>
                    <a:pt x="72974" y="459422"/>
                  </a:lnTo>
                  <a:lnTo>
                    <a:pt x="57861" y="459422"/>
                  </a:lnTo>
                  <a:lnTo>
                    <a:pt x="13754" y="473265"/>
                  </a:lnTo>
                  <a:lnTo>
                    <a:pt x="88" y="515734"/>
                  </a:lnTo>
                  <a:lnTo>
                    <a:pt x="0" y="575005"/>
                  </a:lnTo>
                  <a:lnTo>
                    <a:pt x="939" y="589064"/>
                  </a:lnTo>
                  <a:lnTo>
                    <a:pt x="23723" y="625106"/>
                  </a:lnTo>
                  <a:lnTo>
                    <a:pt x="61087" y="632879"/>
                  </a:lnTo>
                  <a:lnTo>
                    <a:pt x="115519" y="632879"/>
                  </a:lnTo>
                  <a:lnTo>
                    <a:pt x="115519" y="595579"/>
                  </a:lnTo>
                  <a:lnTo>
                    <a:pt x="51663" y="595579"/>
                  </a:lnTo>
                  <a:lnTo>
                    <a:pt x="47205" y="594372"/>
                  </a:lnTo>
                  <a:lnTo>
                    <a:pt x="44500" y="591985"/>
                  </a:lnTo>
                  <a:lnTo>
                    <a:pt x="41833" y="589572"/>
                  </a:lnTo>
                  <a:lnTo>
                    <a:pt x="40513" y="586066"/>
                  </a:lnTo>
                  <a:lnTo>
                    <a:pt x="40513" y="563981"/>
                  </a:lnTo>
                  <a:lnTo>
                    <a:pt x="125755" y="563981"/>
                  </a:lnTo>
                  <a:lnTo>
                    <a:pt x="125755" y="526681"/>
                  </a:lnTo>
                  <a:lnTo>
                    <a:pt x="125755" y="515734"/>
                  </a:lnTo>
                  <a:close/>
                </a:path>
                <a:path extrusionOk="0" h="687704" w="11022330">
                  <a:moveTo>
                    <a:pt x="301205" y="517296"/>
                  </a:moveTo>
                  <a:lnTo>
                    <a:pt x="300291" y="503415"/>
                  </a:lnTo>
                  <a:lnTo>
                    <a:pt x="298742" y="496722"/>
                  </a:lnTo>
                  <a:lnTo>
                    <a:pt x="297548" y="491490"/>
                  </a:lnTo>
                  <a:lnTo>
                    <a:pt x="268452" y="462953"/>
                  </a:lnTo>
                  <a:lnTo>
                    <a:pt x="243332" y="459422"/>
                  </a:lnTo>
                  <a:lnTo>
                    <a:pt x="216636" y="459422"/>
                  </a:lnTo>
                  <a:lnTo>
                    <a:pt x="209346" y="461632"/>
                  </a:lnTo>
                  <a:lnTo>
                    <a:pt x="206730" y="466064"/>
                  </a:lnTo>
                  <a:lnTo>
                    <a:pt x="209638" y="459422"/>
                  </a:lnTo>
                  <a:lnTo>
                    <a:pt x="170688" y="459422"/>
                  </a:lnTo>
                  <a:lnTo>
                    <a:pt x="170688" y="632879"/>
                  </a:lnTo>
                  <a:lnTo>
                    <a:pt x="211277" y="632879"/>
                  </a:lnTo>
                  <a:lnTo>
                    <a:pt x="211277" y="505167"/>
                  </a:lnTo>
                  <a:lnTo>
                    <a:pt x="212369" y="502716"/>
                  </a:lnTo>
                  <a:lnTo>
                    <a:pt x="216750" y="497928"/>
                  </a:lnTo>
                  <a:lnTo>
                    <a:pt x="220370" y="496722"/>
                  </a:lnTo>
                  <a:lnTo>
                    <a:pt x="251129" y="496722"/>
                  </a:lnTo>
                  <a:lnTo>
                    <a:pt x="254622" y="497954"/>
                  </a:lnTo>
                  <a:lnTo>
                    <a:pt x="257022" y="500405"/>
                  </a:lnTo>
                  <a:lnTo>
                    <a:pt x="259473" y="502856"/>
                  </a:lnTo>
                  <a:lnTo>
                    <a:pt x="260705" y="506349"/>
                  </a:lnTo>
                  <a:lnTo>
                    <a:pt x="260705" y="632879"/>
                  </a:lnTo>
                  <a:lnTo>
                    <a:pt x="301205" y="632879"/>
                  </a:lnTo>
                  <a:lnTo>
                    <a:pt x="301205" y="517296"/>
                  </a:lnTo>
                  <a:close/>
                </a:path>
                <a:path extrusionOk="0" h="687704" w="11022330">
                  <a:moveTo>
                    <a:pt x="471652" y="515734"/>
                  </a:moveTo>
                  <a:lnTo>
                    <a:pt x="458050" y="474116"/>
                  </a:lnTo>
                  <a:lnTo>
                    <a:pt x="431774" y="460578"/>
                  </a:lnTo>
                  <a:lnTo>
                    <a:pt x="431774" y="505561"/>
                  </a:lnTo>
                  <a:lnTo>
                    <a:pt x="431774" y="526681"/>
                  </a:lnTo>
                  <a:lnTo>
                    <a:pt x="386410" y="526681"/>
                  </a:lnTo>
                  <a:lnTo>
                    <a:pt x="386448" y="505561"/>
                  </a:lnTo>
                  <a:lnTo>
                    <a:pt x="387350" y="502069"/>
                  </a:lnTo>
                  <a:lnTo>
                    <a:pt x="391109" y="497801"/>
                  </a:lnTo>
                  <a:lnTo>
                    <a:pt x="394881" y="496722"/>
                  </a:lnTo>
                  <a:lnTo>
                    <a:pt x="422884" y="496722"/>
                  </a:lnTo>
                  <a:lnTo>
                    <a:pt x="425907" y="497903"/>
                  </a:lnTo>
                  <a:lnTo>
                    <a:pt x="430593" y="502539"/>
                  </a:lnTo>
                  <a:lnTo>
                    <a:pt x="431774" y="505561"/>
                  </a:lnTo>
                  <a:lnTo>
                    <a:pt x="431774" y="460578"/>
                  </a:lnTo>
                  <a:lnTo>
                    <a:pt x="430936" y="460349"/>
                  </a:lnTo>
                  <a:lnTo>
                    <a:pt x="418871" y="459422"/>
                  </a:lnTo>
                  <a:lnTo>
                    <a:pt x="403771" y="459422"/>
                  </a:lnTo>
                  <a:lnTo>
                    <a:pt x="359664" y="473265"/>
                  </a:lnTo>
                  <a:lnTo>
                    <a:pt x="345998" y="515734"/>
                  </a:lnTo>
                  <a:lnTo>
                    <a:pt x="345909" y="575005"/>
                  </a:lnTo>
                  <a:lnTo>
                    <a:pt x="346849" y="589064"/>
                  </a:lnTo>
                  <a:lnTo>
                    <a:pt x="369633" y="625106"/>
                  </a:lnTo>
                  <a:lnTo>
                    <a:pt x="406984" y="632879"/>
                  </a:lnTo>
                  <a:lnTo>
                    <a:pt x="461416" y="632879"/>
                  </a:lnTo>
                  <a:lnTo>
                    <a:pt x="461416" y="595579"/>
                  </a:lnTo>
                  <a:lnTo>
                    <a:pt x="397573" y="595579"/>
                  </a:lnTo>
                  <a:lnTo>
                    <a:pt x="393115" y="594372"/>
                  </a:lnTo>
                  <a:lnTo>
                    <a:pt x="390398" y="591985"/>
                  </a:lnTo>
                  <a:lnTo>
                    <a:pt x="387743" y="589572"/>
                  </a:lnTo>
                  <a:lnTo>
                    <a:pt x="386410" y="586066"/>
                  </a:lnTo>
                  <a:lnTo>
                    <a:pt x="386410" y="563981"/>
                  </a:lnTo>
                  <a:lnTo>
                    <a:pt x="471652" y="563981"/>
                  </a:lnTo>
                  <a:lnTo>
                    <a:pt x="471652" y="526681"/>
                  </a:lnTo>
                  <a:lnTo>
                    <a:pt x="471652" y="515734"/>
                  </a:lnTo>
                  <a:close/>
                </a:path>
                <a:path extrusionOk="0" h="687704" w="11022330">
                  <a:moveTo>
                    <a:pt x="641705" y="459422"/>
                  </a:moveTo>
                  <a:lnTo>
                    <a:pt x="590435" y="459422"/>
                  </a:lnTo>
                  <a:lnTo>
                    <a:pt x="583234" y="461632"/>
                  </a:lnTo>
                  <a:lnTo>
                    <a:pt x="580478" y="466064"/>
                  </a:lnTo>
                  <a:lnTo>
                    <a:pt x="583057" y="459422"/>
                  </a:lnTo>
                  <a:lnTo>
                    <a:pt x="520801" y="459422"/>
                  </a:lnTo>
                  <a:lnTo>
                    <a:pt x="520801" y="496722"/>
                  </a:lnTo>
                  <a:lnTo>
                    <a:pt x="544182" y="496722"/>
                  </a:lnTo>
                  <a:lnTo>
                    <a:pt x="544182" y="595579"/>
                  </a:lnTo>
                  <a:lnTo>
                    <a:pt x="520801" y="595579"/>
                  </a:lnTo>
                  <a:lnTo>
                    <a:pt x="520801" y="632879"/>
                  </a:lnTo>
                  <a:lnTo>
                    <a:pt x="619582" y="632879"/>
                  </a:lnTo>
                  <a:lnTo>
                    <a:pt x="619582" y="595579"/>
                  </a:lnTo>
                  <a:lnTo>
                    <a:pt x="584695" y="595579"/>
                  </a:lnTo>
                  <a:lnTo>
                    <a:pt x="584695" y="511746"/>
                  </a:lnTo>
                  <a:lnTo>
                    <a:pt x="594220" y="498360"/>
                  </a:lnTo>
                  <a:lnTo>
                    <a:pt x="641705" y="498360"/>
                  </a:lnTo>
                  <a:lnTo>
                    <a:pt x="641705" y="466064"/>
                  </a:lnTo>
                  <a:lnTo>
                    <a:pt x="641705" y="459422"/>
                  </a:lnTo>
                  <a:close/>
                </a:path>
                <a:path extrusionOk="0" h="687704" w="11022330">
                  <a:moveTo>
                    <a:pt x="824598" y="633577"/>
                  </a:moveTo>
                  <a:lnTo>
                    <a:pt x="809498" y="596201"/>
                  </a:lnTo>
                  <a:lnTo>
                    <a:pt x="764451" y="583692"/>
                  </a:lnTo>
                  <a:lnTo>
                    <a:pt x="746074" y="583692"/>
                  </a:lnTo>
                  <a:lnTo>
                    <a:pt x="746074" y="583222"/>
                  </a:lnTo>
                  <a:lnTo>
                    <a:pt x="765073" y="583222"/>
                  </a:lnTo>
                  <a:lnTo>
                    <a:pt x="776782" y="582256"/>
                  </a:lnTo>
                  <a:lnTo>
                    <a:pt x="811288" y="559155"/>
                  </a:lnTo>
                  <a:lnTo>
                    <a:pt x="819746" y="525348"/>
                  </a:lnTo>
                  <a:lnTo>
                    <a:pt x="819746" y="496722"/>
                  </a:lnTo>
                  <a:lnTo>
                    <a:pt x="819746" y="459422"/>
                  </a:lnTo>
                  <a:lnTo>
                    <a:pt x="779233" y="459422"/>
                  </a:lnTo>
                  <a:lnTo>
                    <a:pt x="779233" y="496722"/>
                  </a:lnTo>
                  <a:lnTo>
                    <a:pt x="779233" y="532384"/>
                  </a:lnTo>
                  <a:lnTo>
                    <a:pt x="778979" y="535571"/>
                  </a:lnTo>
                  <a:lnTo>
                    <a:pt x="777671" y="538619"/>
                  </a:lnTo>
                  <a:lnTo>
                    <a:pt x="772972" y="544461"/>
                  </a:lnTo>
                  <a:lnTo>
                    <a:pt x="769569" y="545922"/>
                  </a:lnTo>
                  <a:lnTo>
                    <a:pt x="736434" y="545922"/>
                  </a:lnTo>
                  <a:lnTo>
                    <a:pt x="731977" y="544715"/>
                  </a:lnTo>
                  <a:lnTo>
                    <a:pt x="729259" y="542315"/>
                  </a:lnTo>
                  <a:lnTo>
                    <a:pt x="726605" y="539915"/>
                  </a:lnTo>
                  <a:lnTo>
                    <a:pt x="725271" y="536397"/>
                  </a:lnTo>
                  <a:lnTo>
                    <a:pt x="725271" y="506234"/>
                  </a:lnTo>
                  <a:lnTo>
                    <a:pt x="726605" y="502716"/>
                  </a:lnTo>
                  <a:lnTo>
                    <a:pt x="729259" y="500316"/>
                  </a:lnTo>
                  <a:lnTo>
                    <a:pt x="731977" y="497928"/>
                  </a:lnTo>
                  <a:lnTo>
                    <a:pt x="736434" y="496722"/>
                  </a:lnTo>
                  <a:lnTo>
                    <a:pt x="779233" y="496722"/>
                  </a:lnTo>
                  <a:lnTo>
                    <a:pt x="779233" y="459422"/>
                  </a:lnTo>
                  <a:lnTo>
                    <a:pt x="745845" y="459422"/>
                  </a:lnTo>
                  <a:lnTo>
                    <a:pt x="731570" y="460311"/>
                  </a:lnTo>
                  <a:lnTo>
                    <a:pt x="693381" y="481495"/>
                  </a:lnTo>
                  <a:lnTo>
                    <a:pt x="684758" y="517296"/>
                  </a:lnTo>
                  <a:lnTo>
                    <a:pt x="684758" y="525348"/>
                  </a:lnTo>
                  <a:lnTo>
                    <a:pt x="694588" y="564972"/>
                  </a:lnTo>
                  <a:lnTo>
                    <a:pt x="705573" y="574065"/>
                  </a:lnTo>
                  <a:lnTo>
                    <a:pt x="705573" y="620991"/>
                  </a:lnTo>
                  <a:lnTo>
                    <a:pt x="773861" y="620991"/>
                  </a:lnTo>
                  <a:lnTo>
                    <a:pt x="778154" y="621919"/>
                  </a:lnTo>
                  <a:lnTo>
                    <a:pt x="780491" y="623735"/>
                  </a:lnTo>
                  <a:lnTo>
                    <a:pt x="782878" y="625500"/>
                  </a:lnTo>
                  <a:lnTo>
                    <a:pt x="784085" y="627722"/>
                  </a:lnTo>
                  <a:lnTo>
                    <a:pt x="784085" y="643128"/>
                  </a:lnTo>
                  <a:lnTo>
                    <a:pt x="782878" y="645312"/>
                  </a:lnTo>
                  <a:lnTo>
                    <a:pt x="778090" y="649071"/>
                  </a:lnTo>
                  <a:lnTo>
                    <a:pt x="773811" y="650011"/>
                  </a:lnTo>
                  <a:lnTo>
                    <a:pt x="691172" y="650011"/>
                  </a:lnTo>
                  <a:lnTo>
                    <a:pt x="691172" y="687311"/>
                  </a:lnTo>
                  <a:lnTo>
                    <a:pt x="764451" y="687311"/>
                  </a:lnTo>
                  <a:lnTo>
                    <a:pt x="778497" y="686536"/>
                  </a:lnTo>
                  <a:lnTo>
                    <a:pt x="816089" y="667804"/>
                  </a:lnTo>
                  <a:lnTo>
                    <a:pt x="824598" y="637413"/>
                  </a:lnTo>
                  <a:lnTo>
                    <a:pt x="824598" y="633577"/>
                  </a:lnTo>
                  <a:close/>
                </a:path>
                <a:path extrusionOk="0" h="687704" w="11022330">
                  <a:moveTo>
                    <a:pt x="988555" y="390525"/>
                  </a:moveTo>
                  <a:lnTo>
                    <a:pt x="937006" y="390525"/>
                  </a:lnTo>
                  <a:lnTo>
                    <a:pt x="893457" y="447065"/>
                  </a:lnTo>
                  <a:lnTo>
                    <a:pt x="937475" y="447065"/>
                  </a:lnTo>
                  <a:lnTo>
                    <a:pt x="988555" y="390525"/>
                  </a:lnTo>
                  <a:close/>
                </a:path>
                <a:path extrusionOk="0" h="687704" w="11022330">
                  <a:moveTo>
                    <a:pt x="995273" y="595579"/>
                  </a:moveTo>
                  <a:lnTo>
                    <a:pt x="947889" y="595579"/>
                  </a:lnTo>
                  <a:lnTo>
                    <a:pt x="947889" y="459422"/>
                  </a:lnTo>
                  <a:lnTo>
                    <a:pt x="860298" y="459422"/>
                  </a:lnTo>
                  <a:lnTo>
                    <a:pt x="860298" y="496722"/>
                  </a:lnTo>
                  <a:lnTo>
                    <a:pt x="907376" y="496722"/>
                  </a:lnTo>
                  <a:lnTo>
                    <a:pt x="907376" y="632879"/>
                  </a:lnTo>
                  <a:lnTo>
                    <a:pt x="995273" y="632879"/>
                  </a:lnTo>
                  <a:lnTo>
                    <a:pt x="995273" y="595579"/>
                  </a:lnTo>
                  <a:close/>
                </a:path>
                <a:path extrusionOk="0" h="687704" w="11022330">
                  <a:moveTo>
                    <a:pt x="1172057" y="597141"/>
                  </a:moveTo>
                  <a:lnTo>
                    <a:pt x="1163193" y="597141"/>
                  </a:lnTo>
                  <a:lnTo>
                    <a:pt x="1158316" y="596849"/>
                  </a:lnTo>
                  <a:lnTo>
                    <a:pt x="1156550" y="595706"/>
                  </a:lnTo>
                  <a:lnTo>
                    <a:pt x="1156462" y="595579"/>
                  </a:lnTo>
                  <a:lnTo>
                    <a:pt x="1156106" y="594995"/>
                  </a:lnTo>
                  <a:lnTo>
                    <a:pt x="1156106" y="557568"/>
                  </a:lnTo>
                  <a:lnTo>
                    <a:pt x="1156106" y="517296"/>
                  </a:lnTo>
                  <a:lnTo>
                    <a:pt x="1140777" y="473494"/>
                  </a:lnTo>
                  <a:lnTo>
                    <a:pt x="1094943" y="459422"/>
                  </a:lnTo>
                  <a:lnTo>
                    <a:pt x="1041844" y="459422"/>
                  </a:lnTo>
                  <a:lnTo>
                    <a:pt x="1041844" y="496722"/>
                  </a:lnTo>
                  <a:lnTo>
                    <a:pt x="1104353" y="496722"/>
                  </a:lnTo>
                  <a:lnTo>
                    <a:pt x="1108786" y="497928"/>
                  </a:lnTo>
                  <a:lnTo>
                    <a:pt x="1114158" y="502716"/>
                  </a:lnTo>
                  <a:lnTo>
                    <a:pt x="1115517" y="506234"/>
                  </a:lnTo>
                  <a:lnTo>
                    <a:pt x="1115517" y="520268"/>
                  </a:lnTo>
                  <a:lnTo>
                    <a:pt x="1115517" y="557568"/>
                  </a:lnTo>
                  <a:lnTo>
                    <a:pt x="1115491" y="589889"/>
                  </a:lnTo>
                  <a:lnTo>
                    <a:pt x="1115123" y="592188"/>
                  </a:lnTo>
                  <a:lnTo>
                    <a:pt x="1113561" y="594893"/>
                  </a:lnTo>
                  <a:lnTo>
                    <a:pt x="1111262" y="595579"/>
                  </a:lnTo>
                  <a:lnTo>
                    <a:pt x="1075207" y="595579"/>
                  </a:lnTo>
                  <a:lnTo>
                    <a:pt x="1072730" y="594956"/>
                  </a:lnTo>
                  <a:lnTo>
                    <a:pt x="1071486" y="593699"/>
                  </a:lnTo>
                  <a:lnTo>
                    <a:pt x="1070241" y="592391"/>
                  </a:lnTo>
                  <a:lnTo>
                    <a:pt x="1069606" y="589889"/>
                  </a:lnTo>
                  <a:lnTo>
                    <a:pt x="1069606" y="566458"/>
                  </a:lnTo>
                  <a:lnTo>
                    <a:pt x="1070762" y="563435"/>
                  </a:lnTo>
                  <a:lnTo>
                    <a:pt x="1073048" y="561086"/>
                  </a:lnTo>
                  <a:lnTo>
                    <a:pt x="1075397" y="558736"/>
                  </a:lnTo>
                  <a:lnTo>
                    <a:pt x="1078420" y="557568"/>
                  </a:lnTo>
                  <a:lnTo>
                    <a:pt x="1115517" y="557568"/>
                  </a:lnTo>
                  <a:lnTo>
                    <a:pt x="1115517" y="520268"/>
                  </a:lnTo>
                  <a:lnTo>
                    <a:pt x="1082433" y="520268"/>
                  </a:lnTo>
                  <a:lnTo>
                    <a:pt x="1059053" y="523798"/>
                  </a:lnTo>
                  <a:lnTo>
                    <a:pt x="1042365" y="534352"/>
                  </a:lnTo>
                  <a:lnTo>
                    <a:pt x="1032344" y="551942"/>
                  </a:lnTo>
                  <a:lnTo>
                    <a:pt x="1029017" y="576567"/>
                  </a:lnTo>
                  <a:lnTo>
                    <a:pt x="1029017" y="582980"/>
                  </a:lnTo>
                  <a:lnTo>
                    <a:pt x="1042162" y="621309"/>
                  </a:lnTo>
                  <a:lnTo>
                    <a:pt x="1082128" y="632879"/>
                  </a:lnTo>
                  <a:lnTo>
                    <a:pt x="1120990" y="632879"/>
                  </a:lnTo>
                  <a:lnTo>
                    <a:pt x="1127531" y="629856"/>
                  </a:lnTo>
                  <a:lnTo>
                    <a:pt x="1130287" y="623811"/>
                  </a:lnTo>
                  <a:lnTo>
                    <a:pt x="1129728" y="625475"/>
                  </a:lnTo>
                  <a:lnTo>
                    <a:pt x="1131519" y="627405"/>
                  </a:lnTo>
                  <a:lnTo>
                    <a:pt x="1139913" y="631786"/>
                  </a:lnTo>
                  <a:lnTo>
                    <a:pt x="1143952" y="632879"/>
                  </a:lnTo>
                  <a:lnTo>
                    <a:pt x="1172057" y="632879"/>
                  </a:lnTo>
                  <a:lnTo>
                    <a:pt x="1172057" y="623811"/>
                  </a:lnTo>
                  <a:lnTo>
                    <a:pt x="1172057" y="597141"/>
                  </a:lnTo>
                  <a:close/>
                </a:path>
                <a:path extrusionOk="0" h="687704" w="11022330">
                  <a:moveTo>
                    <a:pt x="3922331" y="68897"/>
                  </a:moveTo>
                  <a:lnTo>
                    <a:pt x="3874389" y="68897"/>
                  </a:lnTo>
                  <a:lnTo>
                    <a:pt x="3860076" y="69786"/>
                  </a:lnTo>
                  <a:lnTo>
                    <a:pt x="3821887" y="90970"/>
                  </a:lnTo>
                  <a:lnTo>
                    <a:pt x="3813314" y="126771"/>
                  </a:lnTo>
                  <a:lnTo>
                    <a:pt x="3813314" y="184480"/>
                  </a:lnTo>
                  <a:lnTo>
                    <a:pt x="3828402" y="228511"/>
                  </a:lnTo>
                  <a:lnTo>
                    <a:pt x="3874389" y="242354"/>
                  </a:lnTo>
                  <a:lnTo>
                    <a:pt x="3922331" y="242354"/>
                  </a:lnTo>
                  <a:lnTo>
                    <a:pt x="3922331" y="205054"/>
                  </a:lnTo>
                  <a:lnTo>
                    <a:pt x="3864978" y="205054"/>
                  </a:lnTo>
                  <a:lnTo>
                    <a:pt x="3860520" y="203847"/>
                  </a:lnTo>
                  <a:lnTo>
                    <a:pt x="3857802" y="201460"/>
                  </a:lnTo>
                  <a:lnTo>
                    <a:pt x="3855148" y="199047"/>
                  </a:lnTo>
                  <a:lnTo>
                    <a:pt x="3853815" y="195541"/>
                  </a:lnTo>
                  <a:lnTo>
                    <a:pt x="3853815" y="115709"/>
                  </a:lnTo>
                  <a:lnTo>
                    <a:pt x="3855148" y="112191"/>
                  </a:lnTo>
                  <a:lnTo>
                    <a:pt x="3857802" y="109791"/>
                  </a:lnTo>
                  <a:lnTo>
                    <a:pt x="3860520" y="107403"/>
                  </a:lnTo>
                  <a:lnTo>
                    <a:pt x="3864978" y="106197"/>
                  </a:lnTo>
                  <a:lnTo>
                    <a:pt x="3922331" y="106197"/>
                  </a:lnTo>
                  <a:lnTo>
                    <a:pt x="3922331" y="68897"/>
                  </a:lnTo>
                  <a:close/>
                </a:path>
                <a:path extrusionOk="0" h="687704" w="11022330">
                  <a:moveTo>
                    <a:pt x="4107167" y="126771"/>
                  </a:moveTo>
                  <a:lnTo>
                    <a:pt x="4091838" y="82969"/>
                  </a:lnTo>
                  <a:lnTo>
                    <a:pt x="4066654" y="71145"/>
                  </a:lnTo>
                  <a:lnTo>
                    <a:pt x="4066654" y="115709"/>
                  </a:lnTo>
                  <a:lnTo>
                    <a:pt x="4066654" y="195541"/>
                  </a:lnTo>
                  <a:lnTo>
                    <a:pt x="4065295" y="199047"/>
                  </a:lnTo>
                  <a:lnTo>
                    <a:pt x="4059936" y="203847"/>
                  </a:lnTo>
                  <a:lnTo>
                    <a:pt x="4055465" y="205054"/>
                  </a:lnTo>
                  <a:lnTo>
                    <a:pt x="4026039" y="205054"/>
                  </a:lnTo>
                  <a:lnTo>
                    <a:pt x="4021582" y="203847"/>
                  </a:lnTo>
                  <a:lnTo>
                    <a:pt x="4018877" y="201460"/>
                  </a:lnTo>
                  <a:lnTo>
                    <a:pt x="4016210" y="199047"/>
                  </a:lnTo>
                  <a:lnTo>
                    <a:pt x="4014889" y="195541"/>
                  </a:lnTo>
                  <a:lnTo>
                    <a:pt x="4014889" y="115709"/>
                  </a:lnTo>
                  <a:lnTo>
                    <a:pt x="4016210" y="112191"/>
                  </a:lnTo>
                  <a:lnTo>
                    <a:pt x="4018877" y="109791"/>
                  </a:lnTo>
                  <a:lnTo>
                    <a:pt x="4021582" y="107403"/>
                  </a:lnTo>
                  <a:lnTo>
                    <a:pt x="4026039" y="106197"/>
                  </a:lnTo>
                  <a:lnTo>
                    <a:pt x="4055465" y="106197"/>
                  </a:lnTo>
                  <a:lnTo>
                    <a:pt x="4059936" y="107403"/>
                  </a:lnTo>
                  <a:lnTo>
                    <a:pt x="4065295" y="112191"/>
                  </a:lnTo>
                  <a:lnTo>
                    <a:pt x="4066654" y="115709"/>
                  </a:lnTo>
                  <a:lnTo>
                    <a:pt x="4066654" y="71145"/>
                  </a:lnTo>
                  <a:lnTo>
                    <a:pt x="4060304" y="69786"/>
                  </a:lnTo>
                  <a:lnTo>
                    <a:pt x="4046004" y="68897"/>
                  </a:lnTo>
                  <a:lnTo>
                    <a:pt x="4035450" y="68897"/>
                  </a:lnTo>
                  <a:lnTo>
                    <a:pt x="3989705" y="82969"/>
                  </a:lnTo>
                  <a:lnTo>
                    <a:pt x="3974376" y="126771"/>
                  </a:lnTo>
                  <a:lnTo>
                    <a:pt x="3974376" y="184480"/>
                  </a:lnTo>
                  <a:lnTo>
                    <a:pt x="3989705" y="228358"/>
                  </a:lnTo>
                  <a:lnTo>
                    <a:pt x="4035450" y="242354"/>
                  </a:lnTo>
                  <a:lnTo>
                    <a:pt x="4046004" y="242354"/>
                  </a:lnTo>
                  <a:lnTo>
                    <a:pt x="4091838" y="228358"/>
                  </a:lnTo>
                  <a:lnTo>
                    <a:pt x="4104602" y="205054"/>
                  </a:lnTo>
                  <a:lnTo>
                    <a:pt x="4106202" y="198399"/>
                  </a:lnTo>
                  <a:lnTo>
                    <a:pt x="4107167" y="184480"/>
                  </a:lnTo>
                  <a:lnTo>
                    <a:pt x="4107167" y="126771"/>
                  </a:lnTo>
                  <a:close/>
                </a:path>
                <a:path extrusionOk="0" h="687704" w="11022330">
                  <a:moveTo>
                    <a:pt x="4293247" y="120738"/>
                  </a:moveTo>
                  <a:lnTo>
                    <a:pt x="4292549" y="107759"/>
                  </a:lnTo>
                  <a:lnTo>
                    <a:pt x="4291749" y="103619"/>
                  </a:lnTo>
                  <a:lnTo>
                    <a:pt x="4290453" y="96786"/>
                  </a:lnTo>
                  <a:lnTo>
                    <a:pt x="4258957" y="69646"/>
                  </a:lnTo>
                  <a:lnTo>
                    <a:pt x="4248442" y="68897"/>
                  </a:lnTo>
                  <a:lnTo>
                    <a:pt x="4246562" y="68897"/>
                  </a:lnTo>
                  <a:lnTo>
                    <a:pt x="4237190" y="69443"/>
                  </a:lnTo>
                  <a:lnTo>
                    <a:pt x="4229468" y="71056"/>
                  </a:lnTo>
                  <a:lnTo>
                    <a:pt x="4223423" y="73736"/>
                  </a:lnTo>
                  <a:lnTo>
                    <a:pt x="4219041" y="77495"/>
                  </a:lnTo>
                  <a:lnTo>
                    <a:pt x="4216781" y="75539"/>
                  </a:lnTo>
                  <a:lnTo>
                    <a:pt x="4214711" y="73736"/>
                  </a:lnTo>
                  <a:lnTo>
                    <a:pt x="4207929" y="71056"/>
                  </a:lnTo>
                  <a:lnTo>
                    <a:pt x="4198683" y="69443"/>
                  </a:lnTo>
                  <a:lnTo>
                    <a:pt x="4186974" y="68897"/>
                  </a:lnTo>
                  <a:lnTo>
                    <a:pt x="4175683" y="68897"/>
                  </a:lnTo>
                  <a:lnTo>
                    <a:pt x="4170832" y="70853"/>
                  </a:lnTo>
                  <a:lnTo>
                    <a:pt x="4171797" y="68897"/>
                  </a:lnTo>
                  <a:lnTo>
                    <a:pt x="4134497" y="68897"/>
                  </a:lnTo>
                  <a:lnTo>
                    <a:pt x="4134497" y="242354"/>
                  </a:lnTo>
                  <a:lnTo>
                    <a:pt x="4173436" y="242354"/>
                  </a:lnTo>
                  <a:lnTo>
                    <a:pt x="4173499" y="114096"/>
                  </a:lnTo>
                  <a:lnTo>
                    <a:pt x="4173601" y="112090"/>
                  </a:lnTo>
                  <a:lnTo>
                    <a:pt x="4174439" y="109308"/>
                  </a:lnTo>
                  <a:lnTo>
                    <a:pt x="4177512" y="104762"/>
                  </a:lnTo>
                  <a:lnTo>
                    <a:pt x="4180332" y="103619"/>
                  </a:lnTo>
                  <a:lnTo>
                    <a:pt x="4189476" y="103619"/>
                  </a:lnTo>
                  <a:lnTo>
                    <a:pt x="4191584" y="104508"/>
                  </a:lnTo>
                  <a:lnTo>
                    <a:pt x="4192676" y="106273"/>
                  </a:lnTo>
                  <a:lnTo>
                    <a:pt x="4193832" y="108000"/>
                  </a:lnTo>
                  <a:lnTo>
                    <a:pt x="4194327" y="112090"/>
                  </a:lnTo>
                  <a:lnTo>
                    <a:pt x="4194403" y="242354"/>
                  </a:lnTo>
                  <a:lnTo>
                    <a:pt x="4233354" y="242354"/>
                  </a:lnTo>
                  <a:lnTo>
                    <a:pt x="4233456" y="115430"/>
                  </a:lnTo>
                  <a:lnTo>
                    <a:pt x="4240174" y="103619"/>
                  </a:lnTo>
                  <a:lnTo>
                    <a:pt x="4249636" y="103619"/>
                  </a:lnTo>
                  <a:lnTo>
                    <a:pt x="4251960" y="104508"/>
                  </a:lnTo>
                  <a:lnTo>
                    <a:pt x="4253839" y="108051"/>
                  </a:lnTo>
                  <a:lnTo>
                    <a:pt x="4254233" y="112090"/>
                  </a:lnTo>
                  <a:lnTo>
                    <a:pt x="4254309" y="242354"/>
                  </a:lnTo>
                  <a:lnTo>
                    <a:pt x="4293247" y="242354"/>
                  </a:lnTo>
                  <a:lnTo>
                    <a:pt x="4293247" y="120738"/>
                  </a:lnTo>
                  <a:close/>
                </a:path>
                <a:path extrusionOk="0" h="687704" w="11022330">
                  <a:moveTo>
                    <a:pt x="4452048" y="126771"/>
                  </a:moveTo>
                  <a:lnTo>
                    <a:pt x="4436872" y="82816"/>
                  </a:lnTo>
                  <a:lnTo>
                    <a:pt x="4411535" y="71069"/>
                  </a:lnTo>
                  <a:lnTo>
                    <a:pt x="4411535" y="115709"/>
                  </a:lnTo>
                  <a:lnTo>
                    <a:pt x="4411535" y="195541"/>
                  </a:lnTo>
                  <a:lnTo>
                    <a:pt x="4410176" y="199047"/>
                  </a:lnTo>
                  <a:lnTo>
                    <a:pt x="4404804" y="203847"/>
                  </a:lnTo>
                  <a:lnTo>
                    <a:pt x="4400385" y="205054"/>
                  </a:lnTo>
                  <a:lnTo>
                    <a:pt x="4362107" y="205054"/>
                  </a:lnTo>
                  <a:lnTo>
                    <a:pt x="4362107" y="114642"/>
                  </a:lnTo>
                  <a:lnTo>
                    <a:pt x="4363212" y="112191"/>
                  </a:lnTo>
                  <a:lnTo>
                    <a:pt x="4367593" y="107403"/>
                  </a:lnTo>
                  <a:lnTo>
                    <a:pt x="4371213" y="106197"/>
                  </a:lnTo>
                  <a:lnTo>
                    <a:pt x="4400385" y="106197"/>
                  </a:lnTo>
                  <a:lnTo>
                    <a:pt x="4404804" y="107403"/>
                  </a:lnTo>
                  <a:lnTo>
                    <a:pt x="4410176" y="112191"/>
                  </a:lnTo>
                  <a:lnTo>
                    <a:pt x="4411535" y="115709"/>
                  </a:lnTo>
                  <a:lnTo>
                    <a:pt x="4411535" y="71069"/>
                  </a:lnTo>
                  <a:lnTo>
                    <a:pt x="4405388" y="69773"/>
                  </a:lnTo>
                  <a:lnTo>
                    <a:pt x="4390974" y="68897"/>
                  </a:lnTo>
                  <a:lnTo>
                    <a:pt x="4367479" y="68897"/>
                  </a:lnTo>
                  <a:lnTo>
                    <a:pt x="4360176" y="71107"/>
                  </a:lnTo>
                  <a:lnTo>
                    <a:pt x="4357573" y="75539"/>
                  </a:lnTo>
                  <a:lnTo>
                    <a:pt x="4360469" y="68897"/>
                  </a:lnTo>
                  <a:lnTo>
                    <a:pt x="4321530" y="68897"/>
                  </a:lnTo>
                  <a:lnTo>
                    <a:pt x="4321530" y="296786"/>
                  </a:lnTo>
                  <a:lnTo>
                    <a:pt x="4362107" y="296786"/>
                  </a:lnTo>
                  <a:lnTo>
                    <a:pt x="4362107" y="242354"/>
                  </a:lnTo>
                  <a:lnTo>
                    <a:pt x="4390974" y="242354"/>
                  </a:lnTo>
                  <a:lnTo>
                    <a:pt x="4436719" y="228358"/>
                  </a:lnTo>
                  <a:lnTo>
                    <a:pt x="4449483" y="205054"/>
                  </a:lnTo>
                  <a:lnTo>
                    <a:pt x="4451083" y="198399"/>
                  </a:lnTo>
                  <a:lnTo>
                    <a:pt x="4452048" y="184480"/>
                  </a:lnTo>
                  <a:lnTo>
                    <a:pt x="4452048" y="126771"/>
                  </a:lnTo>
                  <a:close/>
                </a:path>
                <a:path extrusionOk="0" h="687704" w="11022330">
                  <a:moveTo>
                    <a:pt x="4630471" y="205054"/>
                  </a:moveTo>
                  <a:lnTo>
                    <a:pt x="4578858" y="205054"/>
                  </a:lnTo>
                  <a:lnTo>
                    <a:pt x="4577499" y="204927"/>
                  </a:lnTo>
                  <a:lnTo>
                    <a:pt x="4577143" y="204660"/>
                  </a:lnTo>
                  <a:lnTo>
                    <a:pt x="4576826" y="204343"/>
                  </a:lnTo>
                  <a:lnTo>
                    <a:pt x="4576686" y="203644"/>
                  </a:lnTo>
                  <a:lnTo>
                    <a:pt x="4576661" y="4851"/>
                  </a:lnTo>
                  <a:lnTo>
                    <a:pt x="4489081" y="4851"/>
                  </a:lnTo>
                  <a:lnTo>
                    <a:pt x="4489081" y="42151"/>
                  </a:lnTo>
                  <a:lnTo>
                    <a:pt x="4536160" y="42151"/>
                  </a:lnTo>
                  <a:lnTo>
                    <a:pt x="4536249" y="205054"/>
                  </a:lnTo>
                  <a:lnTo>
                    <a:pt x="4557331" y="239966"/>
                  </a:lnTo>
                  <a:lnTo>
                    <a:pt x="4570019" y="242354"/>
                  </a:lnTo>
                  <a:lnTo>
                    <a:pt x="4630471" y="242354"/>
                  </a:lnTo>
                  <a:lnTo>
                    <a:pt x="4630471" y="205054"/>
                  </a:lnTo>
                  <a:close/>
                </a:path>
                <a:path extrusionOk="0" h="687704" w="11022330">
                  <a:moveTo>
                    <a:pt x="4795444" y="125209"/>
                  </a:moveTo>
                  <a:lnTo>
                    <a:pt x="4781842" y="83591"/>
                  </a:lnTo>
                  <a:lnTo>
                    <a:pt x="4755553" y="70053"/>
                  </a:lnTo>
                  <a:lnTo>
                    <a:pt x="4755553" y="115036"/>
                  </a:lnTo>
                  <a:lnTo>
                    <a:pt x="4755553" y="136156"/>
                  </a:lnTo>
                  <a:lnTo>
                    <a:pt x="4710201" y="136156"/>
                  </a:lnTo>
                  <a:lnTo>
                    <a:pt x="4710239" y="115036"/>
                  </a:lnTo>
                  <a:lnTo>
                    <a:pt x="4711141" y="111544"/>
                  </a:lnTo>
                  <a:lnTo>
                    <a:pt x="4714887" y="107276"/>
                  </a:lnTo>
                  <a:lnTo>
                    <a:pt x="4718672" y="106197"/>
                  </a:lnTo>
                  <a:lnTo>
                    <a:pt x="4746676" y="106197"/>
                  </a:lnTo>
                  <a:lnTo>
                    <a:pt x="4749698" y="107378"/>
                  </a:lnTo>
                  <a:lnTo>
                    <a:pt x="4752035" y="109715"/>
                  </a:lnTo>
                  <a:lnTo>
                    <a:pt x="4754384" y="112014"/>
                  </a:lnTo>
                  <a:lnTo>
                    <a:pt x="4755553" y="115036"/>
                  </a:lnTo>
                  <a:lnTo>
                    <a:pt x="4755553" y="70053"/>
                  </a:lnTo>
                  <a:lnTo>
                    <a:pt x="4754715" y="69824"/>
                  </a:lnTo>
                  <a:lnTo>
                    <a:pt x="4742650" y="68897"/>
                  </a:lnTo>
                  <a:lnTo>
                    <a:pt x="4727562" y="68897"/>
                  </a:lnTo>
                  <a:lnTo>
                    <a:pt x="4683455" y="82740"/>
                  </a:lnTo>
                  <a:lnTo>
                    <a:pt x="4669777" y="125209"/>
                  </a:lnTo>
                  <a:lnTo>
                    <a:pt x="4669688" y="184480"/>
                  </a:lnTo>
                  <a:lnTo>
                    <a:pt x="4670628" y="198539"/>
                  </a:lnTo>
                  <a:lnTo>
                    <a:pt x="4693412" y="234581"/>
                  </a:lnTo>
                  <a:lnTo>
                    <a:pt x="4730762" y="242354"/>
                  </a:lnTo>
                  <a:lnTo>
                    <a:pt x="4785195" y="242354"/>
                  </a:lnTo>
                  <a:lnTo>
                    <a:pt x="4785195" y="205054"/>
                  </a:lnTo>
                  <a:lnTo>
                    <a:pt x="4721352" y="205054"/>
                  </a:lnTo>
                  <a:lnTo>
                    <a:pt x="4716907" y="203847"/>
                  </a:lnTo>
                  <a:lnTo>
                    <a:pt x="4714189" y="201460"/>
                  </a:lnTo>
                  <a:lnTo>
                    <a:pt x="4711535" y="199047"/>
                  </a:lnTo>
                  <a:lnTo>
                    <a:pt x="4710201" y="195541"/>
                  </a:lnTo>
                  <a:lnTo>
                    <a:pt x="4710201" y="173456"/>
                  </a:lnTo>
                  <a:lnTo>
                    <a:pt x="4795444" y="173456"/>
                  </a:lnTo>
                  <a:lnTo>
                    <a:pt x="4795444" y="136156"/>
                  </a:lnTo>
                  <a:lnTo>
                    <a:pt x="4795444" y="125209"/>
                  </a:lnTo>
                  <a:close/>
                </a:path>
                <a:path extrusionOk="0" h="687704" w="11022330">
                  <a:moveTo>
                    <a:pt x="4953305" y="68897"/>
                  </a:moveTo>
                  <a:lnTo>
                    <a:pt x="4865713" y="68897"/>
                  </a:lnTo>
                  <a:lnTo>
                    <a:pt x="4865713" y="106197"/>
                  </a:lnTo>
                  <a:lnTo>
                    <a:pt x="4912792" y="106197"/>
                  </a:lnTo>
                  <a:lnTo>
                    <a:pt x="4912792" y="257289"/>
                  </a:lnTo>
                  <a:lnTo>
                    <a:pt x="4912449" y="257975"/>
                  </a:lnTo>
                  <a:lnTo>
                    <a:pt x="4911776" y="258546"/>
                  </a:lnTo>
                  <a:lnTo>
                    <a:pt x="4911102" y="259168"/>
                  </a:lnTo>
                  <a:lnTo>
                    <a:pt x="4909921" y="259486"/>
                  </a:lnTo>
                  <a:lnTo>
                    <a:pt x="4856404" y="259486"/>
                  </a:lnTo>
                  <a:lnTo>
                    <a:pt x="4856404" y="296786"/>
                  </a:lnTo>
                  <a:lnTo>
                    <a:pt x="4913338" y="296786"/>
                  </a:lnTo>
                  <a:lnTo>
                    <a:pt x="4921732" y="296075"/>
                  </a:lnTo>
                  <a:lnTo>
                    <a:pt x="4952593" y="264007"/>
                  </a:lnTo>
                  <a:lnTo>
                    <a:pt x="4953305" y="254939"/>
                  </a:lnTo>
                  <a:lnTo>
                    <a:pt x="4953305" y="68897"/>
                  </a:lnTo>
                  <a:close/>
                </a:path>
                <a:path extrusionOk="0" h="687704" w="11022330">
                  <a:moveTo>
                    <a:pt x="4954625" y="4851"/>
                  </a:moveTo>
                  <a:lnTo>
                    <a:pt x="4910836" y="4851"/>
                  </a:lnTo>
                  <a:lnTo>
                    <a:pt x="4910836" y="46926"/>
                  </a:lnTo>
                  <a:lnTo>
                    <a:pt x="4954625" y="46926"/>
                  </a:lnTo>
                  <a:lnTo>
                    <a:pt x="4954625" y="4851"/>
                  </a:lnTo>
                  <a:close/>
                </a:path>
                <a:path extrusionOk="0" h="687704" w="11022330">
                  <a:moveTo>
                    <a:pt x="5100282" y="4851"/>
                  </a:moveTo>
                  <a:lnTo>
                    <a:pt x="5056568" y="4851"/>
                  </a:lnTo>
                  <a:lnTo>
                    <a:pt x="5056568" y="46926"/>
                  </a:lnTo>
                  <a:lnTo>
                    <a:pt x="5100282" y="46926"/>
                  </a:lnTo>
                  <a:lnTo>
                    <a:pt x="5100282" y="4851"/>
                  </a:lnTo>
                  <a:close/>
                </a:path>
                <a:path extrusionOk="0" h="687704" w="11022330">
                  <a:moveTo>
                    <a:pt x="5146116" y="205054"/>
                  </a:moveTo>
                  <a:lnTo>
                    <a:pt x="5098720" y="205054"/>
                  </a:lnTo>
                  <a:lnTo>
                    <a:pt x="5098720" y="68897"/>
                  </a:lnTo>
                  <a:lnTo>
                    <a:pt x="5011128" y="68897"/>
                  </a:lnTo>
                  <a:lnTo>
                    <a:pt x="5011128" y="106197"/>
                  </a:lnTo>
                  <a:lnTo>
                    <a:pt x="5058207" y="106197"/>
                  </a:lnTo>
                  <a:lnTo>
                    <a:pt x="5058207" y="242354"/>
                  </a:lnTo>
                  <a:lnTo>
                    <a:pt x="5146116" y="242354"/>
                  </a:lnTo>
                  <a:lnTo>
                    <a:pt x="5146116" y="205054"/>
                  </a:lnTo>
                  <a:close/>
                </a:path>
                <a:path extrusionOk="0" h="687704" w="11022330">
                  <a:moveTo>
                    <a:pt x="5317502" y="4851"/>
                  </a:moveTo>
                  <a:lnTo>
                    <a:pt x="5276989" y="4851"/>
                  </a:lnTo>
                  <a:lnTo>
                    <a:pt x="5276989" y="68897"/>
                  </a:lnTo>
                  <a:lnTo>
                    <a:pt x="5276989" y="106197"/>
                  </a:lnTo>
                  <a:lnTo>
                    <a:pt x="5276989" y="196608"/>
                  </a:lnTo>
                  <a:lnTo>
                    <a:pt x="5275897" y="199047"/>
                  </a:lnTo>
                  <a:lnTo>
                    <a:pt x="5271516" y="203847"/>
                  </a:lnTo>
                  <a:lnTo>
                    <a:pt x="5267858" y="205054"/>
                  </a:lnTo>
                  <a:lnTo>
                    <a:pt x="5236997" y="205054"/>
                  </a:lnTo>
                  <a:lnTo>
                    <a:pt x="5232539" y="203847"/>
                  </a:lnTo>
                  <a:lnTo>
                    <a:pt x="5229834" y="201460"/>
                  </a:lnTo>
                  <a:lnTo>
                    <a:pt x="5227180" y="199047"/>
                  </a:lnTo>
                  <a:lnTo>
                    <a:pt x="5225847" y="195541"/>
                  </a:lnTo>
                  <a:lnTo>
                    <a:pt x="5225847" y="115709"/>
                  </a:lnTo>
                  <a:lnTo>
                    <a:pt x="5227180" y="112191"/>
                  </a:lnTo>
                  <a:lnTo>
                    <a:pt x="5229834" y="109791"/>
                  </a:lnTo>
                  <a:lnTo>
                    <a:pt x="5232539" y="107403"/>
                  </a:lnTo>
                  <a:lnTo>
                    <a:pt x="5236997" y="106197"/>
                  </a:lnTo>
                  <a:lnTo>
                    <a:pt x="5276989" y="106197"/>
                  </a:lnTo>
                  <a:lnTo>
                    <a:pt x="5276989" y="68897"/>
                  </a:lnTo>
                  <a:lnTo>
                    <a:pt x="5246408" y="68897"/>
                  </a:lnTo>
                  <a:lnTo>
                    <a:pt x="5232146" y="69786"/>
                  </a:lnTo>
                  <a:lnTo>
                    <a:pt x="5193944" y="90970"/>
                  </a:lnTo>
                  <a:lnTo>
                    <a:pt x="5185334" y="126771"/>
                  </a:lnTo>
                  <a:lnTo>
                    <a:pt x="5185334" y="184480"/>
                  </a:lnTo>
                  <a:lnTo>
                    <a:pt x="5200510" y="228511"/>
                  </a:lnTo>
                  <a:lnTo>
                    <a:pt x="5246408" y="242354"/>
                  </a:lnTo>
                  <a:lnTo>
                    <a:pt x="5271020" y="242354"/>
                  </a:lnTo>
                  <a:lnTo>
                    <a:pt x="5278298" y="240144"/>
                  </a:lnTo>
                  <a:lnTo>
                    <a:pt x="5281371" y="235712"/>
                  </a:lnTo>
                  <a:lnTo>
                    <a:pt x="5278552" y="242354"/>
                  </a:lnTo>
                  <a:lnTo>
                    <a:pt x="5317502" y="242354"/>
                  </a:lnTo>
                  <a:lnTo>
                    <a:pt x="5317502" y="235712"/>
                  </a:lnTo>
                  <a:lnTo>
                    <a:pt x="5317502" y="205054"/>
                  </a:lnTo>
                  <a:lnTo>
                    <a:pt x="5317502" y="106197"/>
                  </a:lnTo>
                  <a:lnTo>
                    <a:pt x="5317502" y="4851"/>
                  </a:lnTo>
                  <a:close/>
                </a:path>
                <a:path extrusionOk="0" h="687704" w="11022330">
                  <a:moveTo>
                    <a:pt x="5495849" y="206616"/>
                  </a:moveTo>
                  <a:lnTo>
                    <a:pt x="5486984" y="206616"/>
                  </a:lnTo>
                  <a:lnTo>
                    <a:pt x="5482107" y="206324"/>
                  </a:lnTo>
                  <a:lnTo>
                    <a:pt x="5480342" y="205181"/>
                  </a:lnTo>
                  <a:lnTo>
                    <a:pt x="5480253" y="205054"/>
                  </a:lnTo>
                  <a:lnTo>
                    <a:pt x="5479885" y="204470"/>
                  </a:lnTo>
                  <a:lnTo>
                    <a:pt x="5479885" y="167043"/>
                  </a:lnTo>
                  <a:lnTo>
                    <a:pt x="5479885" y="126771"/>
                  </a:lnTo>
                  <a:lnTo>
                    <a:pt x="5464568" y="82969"/>
                  </a:lnTo>
                  <a:lnTo>
                    <a:pt x="5418734" y="68897"/>
                  </a:lnTo>
                  <a:lnTo>
                    <a:pt x="5365635" y="68897"/>
                  </a:lnTo>
                  <a:lnTo>
                    <a:pt x="5365635" y="106197"/>
                  </a:lnTo>
                  <a:lnTo>
                    <a:pt x="5428145" y="106197"/>
                  </a:lnTo>
                  <a:lnTo>
                    <a:pt x="5432577" y="107403"/>
                  </a:lnTo>
                  <a:lnTo>
                    <a:pt x="5435231" y="109791"/>
                  </a:lnTo>
                  <a:lnTo>
                    <a:pt x="5437949" y="112191"/>
                  </a:lnTo>
                  <a:lnTo>
                    <a:pt x="5439308" y="115709"/>
                  </a:lnTo>
                  <a:lnTo>
                    <a:pt x="5439308" y="129743"/>
                  </a:lnTo>
                  <a:lnTo>
                    <a:pt x="5439308" y="167043"/>
                  </a:lnTo>
                  <a:lnTo>
                    <a:pt x="5439283" y="199364"/>
                  </a:lnTo>
                  <a:lnTo>
                    <a:pt x="5438914" y="201663"/>
                  </a:lnTo>
                  <a:lnTo>
                    <a:pt x="5437352" y="204368"/>
                  </a:lnTo>
                  <a:lnTo>
                    <a:pt x="5435054" y="205054"/>
                  </a:lnTo>
                  <a:lnTo>
                    <a:pt x="5398998" y="205054"/>
                  </a:lnTo>
                  <a:lnTo>
                    <a:pt x="5396522" y="204431"/>
                  </a:lnTo>
                  <a:lnTo>
                    <a:pt x="5395277" y="203174"/>
                  </a:lnTo>
                  <a:lnTo>
                    <a:pt x="5394020" y="201866"/>
                  </a:lnTo>
                  <a:lnTo>
                    <a:pt x="5393398" y="199364"/>
                  </a:lnTo>
                  <a:lnTo>
                    <a:pt x="5393398" y="175933"/>
                  </a:lnTo>
                  <a:lnTo>
                    <a:pt x="5394541" y="172910"/>
                  </a:lnTo>
                  <a:lnTo>
                    <a:pt x="5396839" y="170561"/>
                  </a:lnTo>
                  <a:lnTo>
                    <a:pt x="5399189" y="168211"/>
                  </a:lnTo>
                  <a:lnTo>
                    <a:pt x="5402211" y="167043"/>
                  </a:lnTo>
                  <a:lnTo>
                    <a:pt x="5439308" y="167043"/>
                  </a:lnTo>
                  <a:lnTo>
                    <a:pt x="5439308" y="129743"/>
                  </a:lnTo>
                  <a:lnTo>
                    <a:pt x="5406225" y="129743"/>
                  </a:lnTo>
                  <a:lnTo>
                    <a:pt x="5382844" y="133273"/>
                  </a:lnTo>
                  <a:lnTo>
                    <a:pt x="5366156" y="143827"/>
                  </a:lnTo>
                  <a:lnTo>
                    <a:pt x="5356136" y="161417"/>
                  </a:lnTo>
                  <a:lnTo>
                    <a:pt x="5352808" y="186042"/>
                  </a:lnTo>
                  <a:lnTo>
                    <a:pt x="5352808" y="192455"/>
                  </a:lnTo>
                  <a:lnTo>
                    <a:pt x="5365953" y="230784"/>
                  </a:lnTo>
                  <a:lnTo>
                    <a:pt x="5405907" y="242354"/>
                  </a:lnTo>
                  <a:lnTo>
                    <a:pt x="5444782" y="242354"/>
                  </a:lnTo>
                  <a:lnTo>
                    <a:pt x="5451322" y="239331"/>
                  </a:lnTo>
                  <a:lnTo>
                    <a:pt x="5454078" y="233286"/>
                  </a:lnTo>
                  <a:lnTo>
                    <a:pt x="5453507" y="234950"/>
                  </a:lnTo>
                  <a:lnTo>
                    <a:pt x="5455310" y="236880"/>
                  </a:lnTo>
                  <a:lnTo>
                    <a:pt x="5463705" y="241261"/>
                  </a:lnTo>
                  <a:lnTo>
                    <a:pt x="5467743" y="242354"/>
                  </a:lnTo>
                  <a:lnTo>
                    <a:pt x="5495849" y="242354"/>
                  </a:lnTo>
                  <a:lnTo>
                    <a:pt x="5495849" y="233286"/>
                  </a:lnTo>
                  <a:lnTo>
                    <a:pt x="5495849" y="206616"/>
                  </a:lnTo>
                  <a:close/>
                </a:path>
                <a:path extrusionOk="0" h="687704" w="11022330">
                  <a:moveTo>
                    <a:pt x="5663400" y="4851"/>
                  </a:moveTo>
                  <a:lnTo>
                    <a:pt x="5622887" y="4851"/>
                  </a:lnTo>
                  <a:lnTo>
                    <a:pt x="5622887" y="68897"/>
                  </a:lnTo>
                  <a:lnTo>
                    <a:pt x="5622887" y="106197"/>
                  </a:lnTo>
                  <a:lnTo>
                    <a:pt x="5622887" y="196608"/>
                  </a:lnTo>
                  <a:lnTo>
                    <a:pt x="5621794" y="199047"/>
                  </a:lnTo>
                  <a:lnTo>
                    <a:pt x="5619610" y="201460"/>
                  </a:lnTo>
                  <a:lnTo>
                    <a:pt x="5617413" y="203847"/>
                  </a:lnTo>
                  <a:lnTo>
                    <a:pt x="5613768" y="205054"/>
                  </a:lnTo>
                  <a:lnTo>
                    <a:pt x="5582894" y="205054"/>
                  </a:lnTo>
                  <a:lnTo>
                    <a:pt x="5578449" y="203847"/>
                  </a:lnTo>
                  <a:lnTo>
                    <a:pt x="5575732" y="201460"/>
                  </a:lnTo>
                  <a:lnTo>
                    <a:pt x="5573065" y="199047"/>
                  </a:lnTo>
                  <a:lnTo>
                    <a:pt x="5571744" y="195541"/>
                  </a:lnTo>
                  <a:lnTo>
                    <a:pt x="5571744" y="115709"/>
                  </a:lnTo>
                  <a:lnTo>
                    <a:pt x="5573065" y="112191"/>
                  </a:lnTo>
                  <a:lnTo>
                    <a:pt x="5575732" y="109791"/>
                  </a:lnTo>
                  <a:lnTo>
                    <a:pt x="5578449" y="107403"/>
                  </a:lnTo>
                  <a:lnTo>
                    <a:pt x="5582894" y="106197"/>
                  </a:lnTo>
                  <a:lnTo>
                    <a:pt x="5622887" y="106197"/>
                  </a:lnTo>
                  <a:lnTo>
                    <a:pt x="5622887" y="68897"/>
                  </a:lnTo>
                  <a:lnTo>
                    <a:pt x="5592305" y="68897"/>
                  </a:lnTo>
                  <a:lnTo>
                    <a:pt x="5578030" y="69786"/>
                  </a:lnTo>
                  <a:lnTo>
                    <a:pt x="5539854" y="90970"/>
                  </a:lnTo>
                  <a:lnTo>
                    <a:pt x="5531231" y="126771"/>
                  </a:lnTo>
                  <a:lnTo>
                    <a:pt x="5531231" y="184480"/>
                  </a:lnTo>
                  <a:lnTo>
                    <a:pt x="5546407" y="228511"/>
                  </a:lnTo>
                  <a:lnTo>
                    <a:pt x="5592305" y="242354"/>
                  </a:lnTo>
                  <a:lnTo>
                    <a:pt x="5616918" y="242354"/>
                  </a:lnTo>
                  <a:lnTo>
                    <a:pt x="5624195" y="240144"/>
                  </a:lnTo>
                  <a:lnTo>
                    <a:pt x="5627268" y="235712"/>
                  </a:lnTo>
                  <a:lnTo>
                    <a:pt x="5624449" y="242354"/>
                  </a:lnTo>
                  <a:lnTo>
                    <a:pt x="5663400" y="242354"/>
                  </a:lnTo>
                  <a:lnTo>
                    <a:pt x="5663400" y="235712"/>
                  </a:lnTo>
                  <a:lnTo>
                    <a:pt x="5663400" y="205054"/>
                  </a:lnTo>
                  <a:lnTo>
                    <a:pt x="5663400" y="106197"/>
                  </a:lnTo>
                  <a:lnTo>
                    <a:pt x="5663400" y="4851"/>
                  </a:lnTo>
                  <a:close/>
                </a:path>
                <a:path extrusionOk="0" h="687704" w="11022330">
                  <a:moveTo>
                    <a:pt x="9472206" y="243052"/>
                  </a:moveTo>
                  <a:lnTo>
                    <a:pt x="9457118" y="205676"/>
                  </a:lnTo>
                  <a:lnTo>
                    <a:pt x="9412072" y="193167"/>
                  </a:lnTo>
                  <a:lnTo>
                    <a:pt x="9393682" y="193167"/>
                  </a:lnTo>
                  <a:lnTo>
                    <a:pt x="9393682" y="192697"/>
                  </a:lnTo>
                  <a:lnTo>
                    <a:pt x="9412694" y="192697"/>
                  </a:lnTo>
                  <a:lnTo>
                    <a:pt x="9424403" y="191731"/>
                  </a:lnTo>
                  <a:lnTo>
                    <a:pt x="9458909" y="168630"/>
                  </a:lnTo>
                  <a:lnTo>
                    <a:pt x="9467355" y="134823"/>
                  </a:lnTo>
                  <a:lnTo>
                    <a:pt x="9467355" y="106197"/>
                  </a:lnTo>
                  <a:lnTo>
                    <a:pt x="9467355" y="68897"/>
                  </a:lnTo>
                  <a:lnTo>
                    <a:pt x="9426842" y="68897"/>
                  </a:lnTo>
                  <a:lnTo>
                    <a:pt x="9426842" y="106197"/>
                  </a:lnTo>
                  <a:lnTo>
                    <a:pt x="9426842" y="141859"/>
                  </a:lnTo>
                  <a:lnTo>
                    <a:pt x="9426588" y="145046"/>
                  </a:lnTo>
                  <a:lnTo>
                    <a:pt x="9425280" y="148094"/>
                  </a:lnTo>
                  <a:lnTo>
                    <a:pt x="9420593" y="153936"/>
                  </a:lnTo>
                  <a:lnTo>
                    <a:pt x="9417177" y="155397"/>
                  </a:lnTo>
                  <a:lnTo>
                    <a:pt x="9384043" y="155397"/>
                  </a:lnTo>
                  <a:lnTo>
                    <a:pt x="9379585" y="154190"/>
                  </a:lnTo>
                  <a:lnTo>
                    <a:pt x="9374213" y="149390"/>
                  </a:lnTo>
                  <a:lnTo>
                    <a:pt x="9372892" y="145872"/>
                  </a:lnTo>
                  <a:lnTo>
                    <a:pt x="9372892" y="115709"/>
                  </a:lnTo>
                  <a:lnTo>
                    <a:pt x="9374213" y="112191"/>
                  </a:lnTo>
                  <a:lnTo>
                    <a:pt x="9376880" y="109791"/>
                  </a:lnTo>
                  <a:lnTo>
                    <a:pt x="9379585" y="107403"/>
                  </a:lnTo>
                  <a:lnTo>
                    <a:pt x="9384043" y="106197"/>
                  </a:lnTo>
                  <a:lnTo>
                    <a:pt x="9426842" y="106197"/>
                  </a:lnTo>
                  <a:lnTo>
                    <a:pt x="9426842" y="68897"/>
                  </a:lnTo>
                  <a:lnTo>
                    <a:pt x="9393453" y="68897"/>
                  </a:lnTo>
                  <a:lnTo>
                    <a:pt x="9379179" y="69786"/>
                  </a:lnTo>
                  <a:lnTo>
                    <a:pt x="9340990" y="90970"/>
                  </a:lnTo>
                  <a:lnTo>
                    <a:pt x="9332379" y="126771"/>
                  </a:lnTo>
                  <a:lnTo>
                    <a:pt x="9332379" y="134823"/>
                  </a:lnTo>
                  <a:lnTo>
                    <a:pt x="9342209" y="174447"/>
                  </a:lnTo>
                  <a:lnTo>
                    <a:pt x="9353182" y="183540"/>
                  </a:lnTo>
                  <a:lnTo>
                    <a:pt x="9353182" y="230466"/>
                  </a:lnTo>
                  <a:lnTo>
                    <a:pt x="9421482" y="230466"/>
                  </a:lnTo>
                  <a:lnTo>
                    <a:pt x="9425762" y="231394"/>
                  </a:lnTo>
                  <a:lnTo>
                    <a:pt x="9428099" y="233210"/>
                  </a:lnTo>
                  <a:lnTo>
                    <a:pt x="9430499" y="234975"/>
                  </a:lnTo>
                  <a:lnTo>
                    <a:pt x="9431693" y="237197"/>
                  </a:lnTo>
                  <a:lnTo>
                    <a:pt x="9431693" y="252603"/>
                  </a:lnTo>
                  <a:lnTo>
                    <a:pt x="9430499" y="254787"/>
                  </a:lnTo>
                  <a:lnTo>
                    <a:pt x="9425699" y="258546"/>
                  </a:lnTo>
                  <a:lnTo>
                    <a:pt x="9421419" y="259486"/>
                  </a:lnTo>
                  <a:lnTo>
                    <a:pt x="9338793" y="259486"/>
                  </a:lnTo>
                  <a:lnTo>
                    <a:pt x="9338793" y="296786"/>
                  </a:lnTo>
                  <a:lnTo>
                    <a:pt x="9412072" y="296786"/>
                  </a:lnTo>
                  <a:lnTo>
                    <a:pt x="9426105" y="296011"/>
                  </a:lnTo>
                  <a:lnTo>
                    <a:pt x="9463710" y="277279"/>
                  </a:lnTo>
                  <a:lnTo>
                    <a:pt x="9472206" y="246888"/>
                  </a:lnTo>
                  <a:lnTo>
                    <a:pt x="9472206" y="243052"/>
                  </a:lnTo>
                  <a:close/>
                </a:path>
                <a:path extrusionOk="0" h="687704" w="11022330">
                  <a:moveTo>
                    <a:pt x="9638119" y="125209"/>
                  </a:moveTo>
                  <a:lnTo>
                    <a:pt x="9624504" y="83591"/>
                  </a:lnTo>
                  <a:lnTo>
                    <a:pt x="9598228" y="70053"/>
                  </a:lnTo>
                  <a:lnTo>
                    <a:pt x="9598228" y="115036"/>
                  </a:lnTo>
                  <a:lnTo>
                    <a:pt x="9598228" y="136156"/>
                  </a:lnTo>
                  <a:lnTo>
                    <a:pt x="9552876" y="136156"/>
                  </a:lnTo>
                  <a:lnTo>
                    <a:pt x="9552915" y="115036"/>
                  </a:lnTo>
                  <a:lnTo>
                    <a:pt x="9553816" y="111544"/>
                  </a:lnTo>
                  <a:lnTo>
                    <a:pt x="9557563" y="107276"/>
                  </a:lnTo>
                  <a:lnTo>
                    <a:pt x="9561347" y="106197"/>
                  </a:lnTo>
                  <a:lnTo>
                    <a:pt x="9589338" y="106197"/>
                  </a:lnTo>
                  <a:lnTo>
                    <a:pt x="9592373" y="107378"/>
                  </a:lnTo>
                  <a:lnTo>
                    <a:pt x="9594710" y="109715"/>
                  </a:lnTo>
                  <a:lnTo>
                    <a:pt x="9597060" y="112014"/>
                  </a:lnTo>
                  <a:lnTo>
                    <a:pt x="9598228" y="115036"/>
                  </a:lnTo>
                  <a:lnTo>
                    <a:pt x="9598228" y="70053"/>
                  </a:lnTo>
                  <a:lnTo>
                    <a:pt x="9597390" y="69824"/>
                  </a:lnTo>
                  <a:lnTo>
                    <a:pt x="9585325" y="68897"/>
                  </a:lnTo>
                  <a:lnTo>
                    <a:pt x="9570237" y="68897"/>
                  </a:lnTo>
                  <a:lnTo>
                    <a:pt x="9526130" y="82740"/>
                  </a:lnTo>
                  <a:lnTo>
                    <a:pt x="9512452" y="125209"/>
                  </a:lnTo>
                  <a:lnTo>
                    <a:pt x="9512363" y="184480"/>
                  </a:lnTo>
                  <a:lnTo>
                    <a:pt x="9513303" y="198539"/>
                  </a:lnTo>
                  <a:lnTo>
                    <a:pt x="9536087" y="234581"/>
                  </a:lnTo>
                  <a:lnTo>
                    <a:pt x="9573438" y="242354"/>
                  </a:lnTo>
                  <a:lnTo>
                    <a:pt x="9627870" y="242354"/>
                  </a:lnTo>
                  <a:lnTo>
                    <a:pt x="9627870" y="205054"/>
                  </a:lnTo>
                  <a:lnTo>
                    <a:pt x="9564027" y="205054"/>
                  </a:lnTo>
                  <a:lnTo>
                    <a:pt x="9559582" y="203847"/>
                  </a:lnTo>
                  <a:lnTo>
                    <a:pt x="9556864" y="201460"/>
                  </a:lnTo>
                  <a:lnTo>
                    <a:pt x="9554197" y="199047"/>
                  </a:lnTo>
                  <a:lnTo>
                    <a:pt x="9552876" y="195541"/>
                  </a:lnTo>
                  <a:lnTo>
                    <a:pt x="9552876" y="173456"/>
                  </a:lnTo>
                  <a:lnTo>
                    <a:pt x="9638119" y="173456"/>
                  </a:lnTo>
                  <a:lnTo>
                    <a:pt x="9638119" y="136156"/>
                  </a:lnTo>
                  <a:lnTo>
                    <a:pt x="9638119" y="125209"/>
                  </a:lnTo>
                  <a:close/>
                </a:path>
                <a:path extrusionOk="0" h="687704" w="11022330">
                  <a:moveTo>
                    <a:pt x="9803714" y="181279"/>
                  </a:moveTo>
                  <a:lnTo>
                    <a:pt x="9783127" y="140220"/>
                  </a:lnTo>
                  <a:lnTo>
                    <a:pt x="9753117" y="133261"/>
                  </a:lnTo>
                  <a:lnTo>
                    <a:pt x="9739325" y="133261"/>
                  </a:lnTo>
                  <a:lnTo>
                    <a:pt x="9737141" y="132664"/>
                  </a:lnTo>
                  <a:lnTo>
                    <a:pt x="9734220" y="130263"/>
                  </a:lnTo>
                  <a:lnTo>
                    <a:pt x="9733483" y="128282"/>
                  </a:lnTo>
                  <a:lnTo>
                    <a:pt x="9733483" y="111467"/>
                  </a:lnTo>
                  <a:lnTo>
                    <a:pt x="9734347" y="109537"/>
                  </a:lnTo>
                  <a:lnTo>
                    <a:pt x="9737839" y="106883"/>
                  </a:lnTo>
                  <a:lnTo>
                    <a:pt x="9740659" y="106197"/>
                  </a:lnTo>
                  <a:lnTo>
                    <a:pt x="9797301" y="106197"/>
                  </a:lnTo>
                  <a:lnTo>
                    <a:pt x="9797301" y="68897"/>
                  </a:lnTo>
                  <a:lnTo>
                    <a:pt x="9747720" y="68897"/>
                  </a:lnTo>
                  <a:lnTo>
                    <a:pt x="9735452" y="69596"/>
                  </a:lnTo>
                  <a:lnTo>
                    <a:pt x="9701060" y="86487"/>
                  </a:lnTo>
                  <a:lnTo>
                    <a:pt x="9692970" y="115900"/>
                  </a:lnTo>
                  <a:lnTo>
                    <a:pt x="9692970" y="125209"/>
                  </a:lnTo>
                  <a:lnTo>
                    <a:pt x="9713417" y="166014"/>
                  </a:lnTo>
                  <a:lnTo>
                    <a:pt x="9744202" y="172516"/>
                  </a:lnTo>
                  <a:lnTo>
                    <a:pt x="9760763" y="172516"/>
                  </a:lnTo>
                  <a:lnTo>
                    <a:pt x="9763125" y="175094"/>
                  </a:lnTo>
                  <a:lnTo>
                    <a:pt x="9763125" y="199885"/>
                  </a:lnTo>
                  <a:lnTo>
                    <a:pt x="9762350" y="201866"/>
                  </a:lnTo>
                  <a:lnTo>
                    <a:pt x="9760788" y="203174"/>
                  </a:lnTo>
                  <a:lnTo>
                    <a:pt x="9759213" y="204431"/>
                  </a:lnTo>
                  <a:lnTo>
                    <a:pt x="9756356" y="205054"/>
                  </a:lnTo>
                  <a:lnTo>
                    <a:pt x="9694621" y="205054"/>
                  </a:lnTo>
                  <a:lnTo>
                    <a:pt x="9694621" y="242354"/>
                  </a:lnTo>
                  <a:lnTo>
                    <a:pt x="9748964" y="242354"/>
                  </a:lnTo>
                  <a:lnTo>
                    <a:pt x="9761118" y="241630"/>
                  </a:lnTo>
                  <a:lnTo>
                    <a:pt x="9795523" y="224155"/>
                  </a:lnTo>
                  <a:lnTo>
                    <a:pt x="9803714" y="195668"/>
                  </a:lnTo>
                  <a:lnTo>
                    <a:pt x="9803714" y="181279"/>
                  </a:lnTo>
                  <a:close/>
                </a:path>
                <a:path extrusionOk="0" h="687704" w="11022330">
                  <a:moveTo>
                    <a:pt x="9980181" y="68897"/>
                  </a:moveTo>
                  <a:lnTo>
                    <a:pt x="9933419" y="68897"/>
                  </a:lnTo>
                  <a:lnTo>
                    <a:pt x="9933419" y="30416"/>
                  </a:lnTo>
                  <a:lnTo>
                    <a:pt x="9892830" y="30416"/>
                  </a:lnTo>
                  <a:lnTo>
                    <a:pt x="9892830" y="68897"/>
                  </a:lnTo>
                  <a:lnTo>
                    <a:pt x="9862401" y="68897"/>
                  </a:lnTo>
                  <a:lnTo>
                    <a:pt x="9862401" y="106197"/>
                  </a:lnTo>
                  <a:lnTo>
                    <a:pt x="9892830" y="106197"/>
                  </a:lnTo>
                  <a:lnTo>
                    <a:pt x="9892830" y="197231"/>
                  </a:lnTo>
                  <a:lnTo>
                    <a:pt x="9893478" y="206654"/>
                  </a:lnTo>
                  <a:lnTo>
                    <a:pt x="9915931" y="239191"/>
                  </a:lnTo>
                  <a:lnTo>
                    <a:pt x="9933102" y="242354"/>
                  </a:lnTo>
                  <a:lnTo>
                    <a:pt x="9980181" y="242354"/>
                  </a:lnTo>
                  <a:lnTo>
                    <a:pt x="9980181" y="205054"/>
                  </a:lnTo>
                  <a:lnTo>
                    <a:pt x="9937826" y="205054"/>
                  </a:lnTo>
                  <a:lnTo>
                    <a:pt x="9935680" y="204685"/>
                  </a:lnTo>
                  <a:lnTo>
                    <a:pt x="9934753" y="203949"/>
                  </a:lnTo>
                  <a:lnTo>
                    <a:pt x="9933864" y="203174"/>
                  </a:lnTo>
                  <a:lnTo>
                    <a:pt x="9933419" y="201472"/>
                  </a:lnTo>
                  <a:lnTo>
                    <a:pt x="9933419" y="106197"/>
                  </a:lnTo>
                  <a:lnTo>
                    <a:pt x="9980181" y="106197"/>
                  </a:lnTo>
                  <a:lnTo>
                    <a:pt x="9980181" y="68897"/>
                  </a:lnTo>
                  <a:close/>
                </a:path>
                <a:path extrusionOk="0" h="687704" w="11022330">
                  <a:moveTo>
                    <a:pt x="10115906" y="4851"/>
                  </a:moveTo>
                  <a:lnTo>
                    <a:pt x="10072192" y="4851"/>
                  </a:lnTo>
                  <a:lnTo>
                    <a:pt x="10072192" y="46926"/>
                  </a:lnTo>
                  <a:lnTo>
                    <a:pt x="10115906" y="46926"/>
                  </a:lnTo>
                  <a:lnTo>
                    <a:pt x="10115906" y="4851"/>
                  </a:lnTo>
                  <a:close/>
                </a:path>
                <a:path extrusionOk="0" h="687704" w="11022330">
                  <a:moveTo>
                    <a:pt x="10161740" y="205054"/>
                  </a:moveTo>
                  <a:lnTo>
                    <a:pt x="10114343" y="205054"/>
                  </a:lnTo>
                  <a:lnTo>
                    <a:pt x="10114343" y="68897"/>
                  </a:lnTo>
                  <a:lnTo>
                    <a:pt x="10026752" y="68897"/>
                  </a:lnTo>
                  <a:lnTo>
                    <a:pt x="10026752" y="106197"/>
                  </a:lnTo>
                  <a:lnTo>
                    <a:pt x="10073843" y="106197"/>
                  </a:lnTo>
                  <a:lnTo>
                    <a:pt x="10073843" y="242354"/>
                  </a:lnTo>
                  <a:lnTo>
                    <a:pt x="10161740" y="242354"/>
                  </a:lnTo>
                  <a:lnTo>
                    <a:pt x="10161740" y="205054"/>
                  </a:lnTo>
                  <a:close/>
                </a:path>
                <a:path extrusionOk="0" h="687704" w="11022330">
                  <a:moveTo>
                    <a:pt x="10316388" y="0"/>
                  </a:moveTo>
                  <a:lnTo>
                    <a:pt x="10264851" y="0"/>
                  </a:lnTo>
                  <a:lnTo>
                    <a:pt x="10221290" y="56540"/>
                  </a:lnTo>
                  <a:lnTo>
                    <a:pt x="10265321" y="56540"/>
                  </a:lnTo>
                  <a:lnTo>
                    <a:pt x="10316388" y="0"/>
                  </a:lnTo>
                  <a:close/>
                </a:path>
                <a:path extrusionOk="0" h="687704" w="11022330">
                  <a:moveTo>
                    <a:pt x="10333431" y="126771"/>
                  </a:moveTo>
                  <a:lnTo>
                    <a:pt x="10318102" y="82969"/>
                  </a:lnTo>
                  <a:lnTo>
                    <a:pt x="10292931" y="71145"/>
                  </a:lnTo>
                  <a:lnTo>
                    <a:pt x="10292931" y="115709"/>
                  </a:lnTo>
                  <a:lnTo>
                    <a:pt x="10292931" y="195541"/>
                  </a:lnTo>
                  <a:lnTo>
                    <a:pt x="10291572" y="199047"/>
                  </a:lnTo>
                  <a:lnTo>
                    <a:pt x="10286200" y="203847"/>
                  </a:lnTo>
                  <a:lnTo>
                    <a:pt x="10281742" y="205054"/>
                  </a:lnTo>
                  <a:lnTo>
                    <a:pt x="10252316" y="205054"/>
                  </a:lnTo>
                  <a:lnTo>
                    <a:pt x="10247846" y="203847"/>
                  </a:lnTo>
                  <a:lnTo>
                    <a:pt x="10245141" y="201460"/>
                  </a:lnTo>
                  <a:lnTo>
                    <a:pt x="10242486" y="199047"/>
                  </a:lnTo>
                  <a:lnTo>
                    <a:pt x="10241153" y="195541"/>
                  </a:lnTo>
                  <a:lnTo>
                    <a:pt x="10241153" y="115709"/>
                  </a:lnTo>
                  <a:lnTo>
                    <a:pt x="10242486" y="112191"/>
                  </a:lnTo>
                  <a:lnTo>
                    <a:pt x="10245141" y="109791"/>
                  </a:lnTo>
                  <a:lnTo>
                    <a:pt x="10247846" y="107403"/>
                  </a:lnTo>
                  <a:lnTo>
                    <a:pt x="10252316" y="106197"/>
                  </a:lnTo>
                  <a:lnTo>
                    <a:pt x="10281742" y="106197"/>
                  </a:lnTo>
                  <a:lnTo>
                    <a:pt x="10286200" y="107403"/>
                  </a:lnTo>
                  <a:lnTo>
                    <a:pt x="10288854" y="109791"/>
                  </a:lnTo>
                  <a:lnTo>
                    <a:pt x="10291572" y="112191"/>
                  </a:lnTo>
                  <a:lnTo>
                    <a:pt x="10292931" y="115709"/>
                  </a:lnTo>
                  <a:lnTo>
                    <a:pt x="10292931" y="71145"/>
                  </a:lnTo>
                  <a:lnTo>
                    <a:pt x="10286581" y="69786"/>
                  </a:lnTo>
                  <a:lnTo>
                    <a:pt x="10272281" y="68897"/>
                  </a:lnTo>
                  <a:lnTo>
                    <a:pt x="10261727" y="68897"/>
                  </a:lnTo>
                  <a:lnTo>
                    <a:pt x="10215969" y="82969"/>
                  </a:lnTo>
                  <a:lnTo>
                    <a:pt x="10200640" y="126771"/>
                  </a:lnTo>
                  <a:lnTo>
                    <a:pt x="10200640" y="184480"/>
                  </a:lnTo>
                  <a:lnTo>
                    <a:pt x="10215969" y="228358"/>
                  </a:lnTo>
                  <a:lnTo>
                    <a:pt x="10261727" y="242354"/>
                  </a:lnTo>
                  <a:lnTo>
                    <a:pt x="10272281" y="242354"/>
                  </a:lnTo>
                  <a:lnTo>
                    <a:pt x="10318102" y="228358"/>
                  </a:lnTo>
                  <a:lnTo>
                    <a:pt x="10330866" y="205054"/>
                  </a:lnTo>
                  <a:lnTo>
                    <a:pt x="10332466" y="198399"/>
                  </a:lnTo>
                  <a:lnTo>
                    <a:pt x="10333431" y="184480"/>
                  </a:lnTo>
                  <a:lnTo>
                    <a:pt x="10333431" y="126771"/>
                  </a:lnTo>
                  <a:close/>
                </a:path>
                <a:path extrusionOk="0" h="687704" w="11022330">
                  <a:moveTo>
                    <a:pt x="10505364" y="126771"/>
                  </a:moveTo>
                  <a:lnTo>
                    <a:pt x="10504449" y="112890"/>
                  </a:lnTo>
                  <a:lnTo>
                    <a:pt x="10502900" y="106197"/>
                  </a:lnTo>
                  <a:lnTo>
                    <a:pt x="10501706" y="100965"/>
                  </a:lnTo>
                  <a:lnTo>
                    <a:pt x="10472610" y="72428"/>
                  </a:lnTo>
                  <a:lnTo>
                    <a:pt x="10447490" y="68897"/>
                  </a:lnTo>
                  <a:lnTo>
                    <a:pt x="10420794" y="68897"/>
                  </a:lnTo>
                  <a:lnTo>
                    <a:pt x="10413505" y="71107"/>
                  </a:lnTo>
                  <a:lnTo>
                    <a:pt x="10410888" y="75539"/>
                  </a:lnTo>
                  <a:lnTo>
                    <a:pt x="10413784" y="68897"/>
                  </a:lnTo>
                  <a:lnTo>
                    <a:pt x="10374846" y="68897"/>
                  </a:lnTo>
                  <a:lnTo>
                    <a:pt x="10374846" y="242354"/>
                  </a:lnTo>
                  <a:lnTo>
                    <a:pt x="10415435" y="242354"/>
                  </a:lnTo>
                  <a:lnTo>
                    <a:pt x="10415435" y="114642"/>
                  </a:lnTo>
                  <a:lnTo>
                    <a:pt x="10416527" y="112191"/>
                  </a:lnTo>
                  <a:lnTo>
                    <a:pt x="10420909" y="107403"/>
                  </a:lnTo>
                  <a:lnTo>
                    <a:pt x="10424528" y="106197"/>
                  </a:lnTo>
                  <a:lnTo>
                    <a:pt x="10455288" y="106197"/>
                  </a:lnTo>
                  <a:lnTo>
                    <a:pt x="10458780" y="107429"/>
                  </a:lnTo>
                  <a:lnTo>
                    <a:pt x="10461180" y="109880"/>
                  </a:lnTo>
                  <a:lnTo>
                    <a:pt x="10463632" y="112331"/>
                  </a:lnTo>
                  <a:lnTo>
                    <a:pt x="10464863" y="115824"/>
                  </a:lnTo>
                  <a:lnTo>
                    <a:pt x="10464863" y="242354"/>
                  </a:lnTo>
                  <a:lnTo>
                    <a:pt x="10505364" y="242354"/>
                  </a:lnTo>
                  <a:lnTo>
                    <a:pt x="10505364" y="126771"/>
                  </a:lnTo>
                  <a:close/>
                </a:path>
                <a:path extrusionOk="0" h="687704" w="11022330">
                  <a:moveTo>
                    <a:pt x="10851972" y="4851"/>
                  </a:moveTo>
                  <a:lnTo>
                    <a:pt x="10811459" y="4851"/>
                  </a:lnTo>
                  <a:lnTo>
                    <a:pt x="10811459" y="68897"/>
                  </a:lnTo>
                  <a:lnTo>
                    <a:pt x="10811459" y="106197"/>
                  </a:lnTo>
                  <a:lnTo>
                    <a:pt x="10811459" y="196608"/>
                  </a:lnTo>
                  <a:lnTo>
                    <a:pt x="10810367" y="199047"/>
                  </a:lnTo>
                  <a:lnTo>
                    <a:pt x="10805986" y="203847"/>
                  </a:lnTo>
                  <a:lnTo>
                    <a:pt x="10802341" y="205054"/>
                  </a:lnTo>
                  <a:lnTo>
                    <a:pt x="10771480" y="205054"/>
                  </a:lnTo>
                  <a:lnTo>
                    <a:pt x="10767009" y="203847"/>
                  </a:lnTo>
                  <a:lnTo>
                    <a:pt x="10764304" y="201460"/>
                  </a:lnTo>
                  <a:lnTo>
                    <a:pt x="10761650" y="199047"/>
                  </a:lnTo>
                  <a:lnTo>
                    <a:pt x="10760316" y="195541"/>
                  </a:lnTo>
                  <a:lnTo>
                    <a:pt x="10760316" y="115709"/>
                  </a:lnTo>
                  <a:lnTo>
                    <a:pt x="10761650" y="112191"/>
                  </a:lnTo>
                  <a:lnTo>
                    <a:pt x="10764304" y="109791"/>
                  </a:lnTo>
                  <a:lnTo>
                    <a:pt x="10767009" y="107403"/>
                  </a:lnTo>
                  <a:lnTo>
                    <a:pt x="10771480" y="106197"/>
                  </a:lnTo>
                  <a:lnTo>
                    <a:pt x="10811459" y="106197"/>
                  </a:lnTo>
                  <a:lnTo>
                    <a:pt x="10811459" y="68897"/>
                  </a:lnTo>
                  <a:lnTo>
                    <a:pt x="10780890" y="68897"/>
                  </a:lnTo>
                  <a:lnTo>
                    <a:pt x="10766616" y="69786"/>
                  </a:lnTo>
                  <a:lnTo>
                    <a:pt x="10728427" y="90970"/>
                  </a:lnTo>
                  <a:lnTo>
                    <a:pt x="10719803" y="126771"/>
                  </a:lnTo>
                  <a:lnTo>
                    <a:pt x="10719803" y="184480"/>
                  </a:lnTo>
                  <a:lnTo>
                    <a:pt x="10734980" y="228511"/>
                  </a:lnTo>
                  <a:lnTo>
                    <a:pt x="10780890" y="242354"/>
                  </a:lnTo>
                  <a:lnTo>
                    <a:pt x="10805490" y="242354"/>
                  </a:lnTo>
                  <a:lnTo>
                    <a:pt x="10812767" y="240144"/>
                  </a:lnTo>
                  <a:lnTo>
                    <a:pt x="10815841" y="235712"/>
                  </a:lnTo>
                  <a:lnTo>
                    <a:pt x="10813021" y="242354"/>
                  </a:lnTo>
                  <a:lnTo>
                    <a:pt x="10851972" y="242354"/>
                  </a:lnTo>
                  <a:lnTo>
                    <a:pt x="10851972" y="235712"/>
                  </a:lnTo>
                  <a:lnTo>
                    <a:pt x="10851972" y="205054"/>
                  </a:lnTo>
                  <a:lnTo>
                    <a:pt x="10851972" y="106197"/>
                  </a:lnTo>
                  <a:lnTo>
                    <a:pt x="10851972" y="4851"/>
                  </a:lnTo>
                  <a:close/>
                </a:path>
                <a:path extrusionOk="0" h="687704" w="11022330">
                  <a:moveTo>
                    <a:pt x="11021708" y="125209"/>
                  </a:moveTo>
                  <a:lnTo>
                    <a:pt x="11008106" y="83591"/>
                  </a:lnTo>
                  <a:lnTo>
                    <a:pt x="10981830" y="70053"/>
                  </a:lnTo>
                  <a:lnTo>
                    <a:pt x="10981830" y="115036"/>
                  </a:lnTo>
                  <a:lnTo>
                    <a:pt x="10981830" y="136156"/>
                  </a:lnTo>
                  <a:lnTo>
                    <a:pt x="10936465" y="136156"/>
                  </a:lnTo>
                  <a:lnTo>
                    <a:pt x="10936503" y="115036"/>
                  </a:lnTo>
                  <a:lnTo>
                    <a:pt x="10937418" y="111544"/>
                  </a:lnTo>
                  <a:lnTo>
                    <a:pt x="10941164" y="107276"/>
                  </a:lnTo>
                  <a:lnTo>
                    <a:pt x="10944949" y="106197"/>
                  </a:lnTo>
                  <a:lnTo>
                    <a:pt x="10972940" y="106197"/>
                  </a:lnTo>
                  <a:lnTo>
                    <a:pt x="10975962" y="107378"/>
                  </a:lnTo>
                  <a:lnTo>
                    <a:pt x="10978312" y="109715"/>
                  </a:lnTo>
                  <a:lnTo>
                    <a:pt x="10980661" y="112014"/>
                  </a:lnTo>
                  <a:lnTo>
                    <a:pt x="10981830" y="115036"/>
                  </a:lnTo>
                  <a:lnTo>
                    <a:pt x="10981830" y="70053"/>
                  </a:lnTo>
                  <a:lnTo>
                    <a:pt x="10980992" y="69824"/>
                  </a:lnTo>
                  <a:lnTo>
                    <a:pt x="10968927" y="68897"/>
                  </a:lnTo>
                  <a:lnTo>
                    <a:pt x="10953839" y="68897"/>
                  </a:lnTo>
                  <a:lnTo>
                    <a:pt x="10909719" y="82740"/>
                  </a:lnTo>
                  <a:lnTo>
                    <a:pt x="10896054" y="125209"/>
                  </a:lnTo>
                  <a:lnTo>
                    <a:pt x="10895965" y="184480"/>
                  </a:lnTo>
                  <a:lnTo>
                    <a:pt x="10896905" y="198539"/>
                  </a:lnTo>
                  <a:lnTo>
                    <a:pt x="10919689" y="234581"/>
                  </a:lnTo>
                  <a:lnTo>
                    <a:pt x="10957039" y="242354"/>
                  </a:lnTo>
                  <a:lnTo>
                    <a:pt x="11011472" y="242354"/>
                  </a:lnTo>
                  <a:lnTo>
                    <a:pt x="11011472" y="205054"/>
                  </a:lnTo>
                  <a:lnTo>
                    <a:pt x="10947629" y="205054"/>
                  </a:lnTo>
                  <a:lnTo>
                    <a:pt x="10943171" y="203847"/>
                  </a:lnTo>
                  <a:lnTo>
                    <a:pt x="10940453" y="201460"/>
                  </a:lnTo>
                  <a:lnTo>
                    <a:pt x="10937799" y="199047"/>
                  </a:lnTo>
                  <a:lnTo>
                    <a:pt x="10936465" y="195541"/>
                  </a:lnTo>
                  <a:lnTo>
                    <a:pt x="10936465" y="173456"/>
                  </a:lnTo>
                  <a:lnTo>
                    <a:pt x="11021708" y="173456"/>
                  </a:lnTo>
                  <a:lnTo>
                    <a:pt x="11021708" y="136156"/>
                  </a:lnTo>
                  <a:lnTo>
                    <a:pt x="11021708" y="12520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8" name="Google Shape;248;p10"/>
          <p:cNvSpPr txBox="1"/>
          <p:nvPr/>
        </p:nvSpPr>
        <p:spPr>
          <a:xfrm>
            <a:off x="1166507" y="5962250"/>
            <a:ext cx="11094720" cy="194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 pesar de los avances, la		enfrenta varios retos, como la	de los diseños y la</a:t>
            </a:r>
            <a:endParaRPr sz="2500">
              <a:latin typeface="Consolas"/>
              <a:ea typeface="Consolas"/>
              <a:cs typeface="Consolas"/>
              <a:sym typeface="Consolas"/>
            </a:endParaRPr>
          </a:p>
          <a:p>
            <a:pPr indent="1210310" lvl="0" marL="12700" marR="508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 A medida que los procesadores se vuelven más complejos, es vital encontrar un equilibrio entre rendimiento y eficiencia energética.</a:t>
            </a:r>
            <a:endParaRPr sz="25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49" name="Google Shape;249;p10"/>
          <p:cNvGrpSpPr/>
          <p:nvPr/>
        </p:nvGrpSpPr>
        <p:grpSpPr>
          <a:xfrm>
            <a:off x="1179261" y="1329740"/>
            <a:ext cx="16584228" cy="5067592"/>
            <a:chOff x="1179261" y="1329740"/>
            <a:chExt cx="16584228" cy="5067592"/>
          </a:xfrm>
        </p:grpSpPr>
        <p:pic>
          <p:nvPicPr>
            <p:cNvPr id="250" name="Google Shape;250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79261" y="1329740"/>
              <a:ext cx="15811498" cy="2933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" name="Google Shape;251;p10"/>
            <p:cNvSpPr/>
            <p:nvPr/>
          </p:nvSpPr>
          <p:spPr>
            <a:xfrm>
              <a:off x="13346938" y="3924427"/>
              <a:ext cx="4408170" cy="2465070"/>
            </a:xfrm>
            <a:custGeom>
              <a:rect b="b" l="l" r="r" t="t"/>
              <a:pathLst>
                <a:path extrusionOk="0" h="2465070" w="4408169">
                  <a:moveTo>
                    <a:pt x="4407662" y="0"/>
                  </a:moveTo>
                  <a:lnTo>
                    <a:pt x="0" y="0"/>
                  </a:lnTo>
                  <a:lnTo>
                    <a:pt x="0" y="2464485"/>
                  </a:lnTo>
                  <a:lnTo>
                    <a:pt x="2203831" y="2464485"/>
                  </a:lnTo>
                  <a:lnTo>
                    <a:pt x="4407662" y="2464485"/>
                  </a:lnTo>
                  <a:lnTo>
                    <a:pt x="4407662" y="0"/>
                  </a:lnTo>
                  <a:close/>
                </a:path>
              </a:pathLst>
            </a:custGeom>
            <a:solidFill>
              <a:srgbClr val="2F3B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0"/>
            <p:cNvSpPr/>
            <p:nvPr/>
          </p:nvSpPr>
          <p:spPr>
            <a:xfrm>
              <a:off x="13346811" y="3924427"/>
              <a:ext cx="4408170" cy="2465070"/>
            </a:xfrm>
            <a:custGeom>
              <a:rect b="b" l="l" r="r" t="t"/>
              <a:pathLst>
                <a:path extrusionOk="0" h="2465070" w="4408169">
                  <a:moveTo>
                    <a:pt x="2203958" y="2464480"/>
                  </a:moveTo>
                  <a:lnTo>
                    <a:pt x="0" y="2464480"/>
                  </a:lnTo>
                  <a:lnTo>
                    <a:pt x="0" y="0"/>
                  </a:lnTo>
                  <a:lnTo>
                    <a:pt x="4407789" y="0"/>
                  </a:lnTo>
                  <a:lnTo>
                    <a:pt x="4407789" y="2464480"/>
                  </a:lnTo>
                  <a:lnTo>
                    <a:pt x="2203958" y="2464480"/>
                  </a:lnTo>
                  <a:close/>
                </a:path>
                <a:path extrusionOk="0" h="2465070" w="4408169">
                  <a:moveTo>
                    <a:pt x="2203958" y="742300"/>
                  </a:moveTo>
                  <a:lnTo>
                    <a:pt x="0" y="742300"/>
                  </a:lnTo>
                  <a:lnTo>
                    <a:pt x="0" y="0"/>
                  </a:lnTo>
                  <a:lnTo>
                    <a:pt x="4407789" y="0"/>
                  </a:lnTo>
                  <a:lnTo>
                    <a:pt x="4407789" y="742300"/>
                  </a:lnTo>
                  <a:lnTo>
                    <a:pt x="2203958" y="742300"/>
                  </a:lnTo>
                  <a:close/>
                </a:path>
                <a:path extrusionOk="0" h="2465070" w="4408169">
                  <a:moveTo>
                    <a:pt x="3883660" y="225361"/>
                  </a:moveTo>
                  <a:lnTo>
                    <a:pt x="4108958" y="450709"/>
                  </a:lnTo>
                </a:path>
                <a:path extrusionOk="0" h="2465070" w="4408169">
                  <a:moveTo>
                    <a:pt x="4108323" y="225361"/>
                  </a:moveTo>
                  <a:lnTo>
                    <a:pt x="3882898" y="450709"/>
                  </a:lnTo>
                </a:path>
                <a:path extrusionOk="0" h="2465070" w="4408169">
                  <a:moveTo>
                    <a:pt x="2812288" y="336955"/>
                  </a:moveTo>
                  <a:lnTo>
                    <a:pt x="3131947" y="338390"/>
                  </a:lnTo>
                </a:path>
                <a:path extrusionOk="0" h="2465070" w="4408169">
                  <a:moveTo>
                    <a:pt x="3507740" y="449985"/>
                  </a:moveTo>
                  <a:lnTo>
                    <a:pt x="3395472" y="449985"/>
                  </a:lnTo>
                  <a:lnTo>
                    <a:pt x="3395472" y="225361"/>
                  </a:lnTo>
                  <a:lnTo>
                    <a:pt x="3620135" y="225361"/>
                  </a:lnTo>
                  <a:lnTo>
                    <a:pt x="3620135" y="449985"/>
                  </a:lnTo>
                  <a:lnTo>
                    <a:pt x="3507740" y="449985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3" name="Google Shape;253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889736" y="5053584"/>
              <a:ext cx="518159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743175" y="5053584"/>
              <a:ext cx="460248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5438119" y="5053584"/>
              <a:ext cx="890015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6824960" y="5050536"/>
              <a:ext cx="557784" cy="954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3353414" y="3912895"/>
              <a:ext cx="4410075" cy="24844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11"/>
          <p:cNvGrpSpPr/>
          <p:nvPr/>
        </p:nvGrpSpPr>
        <p:grpSpPr>
          <a:xfrm>
            <a:off x="1431361" y="1074230"/>
            <a:ext cx="16416615" cy="8136913"/>
            <a:chOff x="1431361" y="1074230"/>
            <a:chExt cx="16416615" cy="8136913"/>
          </a:xfrm>
        </p:grpSpPr>
        <p:sp>
          <p:nvSpPr>
            <p:cNvPr id="264" name="Google Shape;264;p11"/>
            <p:cNvSpPr/>
            <p:nvPr/>
          </p:nvSpPr>
          <p:spPr>
            <a:xfrm>
              <a:off x="1431367" y="1074253"/>
              <a:ext cx="15423515" cy="8136890"/>
            </a:xfrm>
            <a:custGeom>
              <a:rect b="b" l="l" r="r" t="t"/>
              <a:pathLst>
                <a:path extrusionOk="0" h="8136890" w="15423515">
                  <a:moveTo>
                    <a:pt x="7711961" y="8136598"/>
                  </a:moveTo>
                  <a:lnTo>
                    <a:pt x="0" y="8136598"/>
                  </a:lnTo>
                  <a:lnTo>
                    <a:pt x="0" y="0"/>
                  </a:lnTo>
                  <a:lnTo>
                    <a:pt x="15423097" y="0"/>
                  </a:lnTo>
                  <a:lnTo>
                    <a:pt x="15423097" y="8136598"/>
                  </a:lnTo>
                  <a:lnTo>
                    <a:pt x="7711961" y="8136598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1431361" y="1074230"/>
              <a:ext cx="15423515" cy="742315"/>
            </a:xfrm>
            <a:custGeom>
              <a:rect b="b" l="l" r="r" t="t"/>
              <a:pathLst>
                <a:path extrusionOk="0" h="742314" w="15423515">
                  <a:moveTo>
                    <a:pt x="7711863" y="742251"/>
                  </a:moveTo>
                  <a:lnTo>
                    <a:pt x="0" y="742251"/>
                  </a:lnTo>
                  <a:lnTo>
                    <a:pt x="0" y="0"/>
                  </a:lnTo>
                  <a:lnTo>
                    <a:pt x="15423016" y="0"/>
                  </a:lnTo>
                  <a:lnTo>
                    <a:pt x="15423016" y="742251"/>
                  </a:lnTo>
                  <a:lnTo>
                    <a:pt x="7711863" y="742251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16330369" y="1298954"/>
              <a:ext cx="226060" cy="225425"/>
            </a:xfrm>
            <a:custGeom>
              <a:rect b="b" l="l" r="r" t="t"/>
              <a:pathLst>
                <a:path extrusionOk="0" h="225425" w="226059">
                  <a:moveTo>
                    <a:pt x="761" y="0"/>
                  </a:moveTo>
                  <a:lnTo>
                    <a:pt x="226003" y="225354"/>
                  </a:lnTo>
                </a:path>
                <a:path extrusionOk="0" h="225425" w="226059">
                  <a:moveTo>
                    <a:pt x="225241" y="0"/>
                  </a:moveTo>
                  <a:lnTo>
                    <a:pt x="0" y="225354"/>
                  </a:lnTo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15259545" y="1411211"/>
              <a:ext cx="320040" cy="20320"/>
            </a:xfrm>
            <a:custGeom>
              <a:rect b="b" l="l" r="r" t="t"/>
              <a:pathLst>
                <a:path extrusionOk="0" h="20319" w="320040">
                  <a:moveTo>
                    <a:pt x="319786" y="1435"/>
                  </a:moveTo>
                  <a:lnTo>
                    <a:pt x="127" y="0"/>
                  </a:lnTo>
                  <a:lnTo>
                    <a:pt x="0" y="18719"/>
                  </a:lnTo>
                  <a:lnTo>
                    <a:pt x="319659" y="20167"/>
                  </a:lnTo>
                  <a:lnTo>
                    <a:pt x="319786" y="14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15842869" y="1298879"/>
              <a:ext cx="224790" cy="224790"/>
            </a:xfrm>
            <a:custGeom>
              <a:rect b="b" l="l" r="r" t="t"/>
              <a:pathLst>
                <a:path extrusionOk="0" h="224790" w="224790">
                  <a:moveTo>
                    <a:pt x="112268" y="224612"/>
                  </a:moveTo>
                  <a:lnTo>
                    <a:pt x="0" y="224612"/>
                  </a:lnTo>
                  <a:lnTo>
                    <a:pt x="0" y="0"/>
                  </a:lnTo>
                  <a:lnTo>
                    <a:pt x="224663" y="0"/>
                  </a:lnTo>
                  <a:lnTo>
                    <a:pt x="224663" y="224612"/>
                  </a:lnTo>
                  <a:lnTo>
                    <a:pt x="112268" y="224612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14307312" y="6100711"/>
              <a:ext cx="3540125" cy="2298700"/>
            </a:xfrm>
            <a:custGeom>
              <a:rect b="b" l="l" r="r" t="t"/>
              <a:pathLst>
                <a:path extrusionOk="0" h="2298700" w="3540125">
                  <a:moveTo>
                    <a:pt x="3540125" y="0"/>
                  </a:moveTo>
                  <a:lnTo>
                    <a:pt x="0" y="0"/>
                  </a:lnTo>
                  <a:lnTo>
                    <a:pt x="0" y="2298115"/>
                  </a:lnTo>
                  <a:lnTo>
                    <a:pt x="1770380" y="2298115"/>
                  </a:lnTo>
                  <a:lnTo>
                    <a:pt x="3540125" y="2298115"/>
                  </a:lnTo>
                  <a:lnTo>
                    <a:pt x="3540125" y="0"/>
                  </a:lnTo>
                  <a:close/>
                </a:path>
              </a:pathLst>
            </a:custGeom>
            <a:solidFill>
              <a:srgbClr val="2F3B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14307216" y="6100004"/>
              <a:ext cx="3540760" cy="2299335"/>
            </a:xfrm>
            <a:custGeom>
              <a:rect b="b" l="l" r="r" t="t"/>
              <a:pathLst>
                <a:path extrusionOk="0" h="2299334" w="3540759">
                  <a:moveTo>
                    <a:pt x="1770415" y="2298814"/>
                  </a:moveTo>
                  <a:lnTo>
                    <a:pt x="0" y="2298814"/>
                  </a:lnTo>
                  <a:lnTo>
                    <a:pt x="0" y="698"/>
                  </a:lnTo>
                  <a:lnTo>
                    <a:pt x="3540195" y="698"/>
                  </a:lnTo>
                  <a:lnTo>
                    <a:pt x="3540195" y="2298814"/>
                  </a:lnTo>
                  <a:lnTo>
                    <a:pt x="1770415" y="2298814"/>
                  </a:lnTo>
                  <a:close/>
                </a:path>
                <a:path extrusionOk="0" h="2299334" w="3540759">
                  <a:moveTo>
                    <a:pt x="1770415" y="753779"/>
                  </a:moveTo>
                  <a:lnTo>
                    <a:pt x="0" y="753779"/>
                  </a:lnTo>
                  <a:lnTo>
                    <a:pt x="0" y="0"/>
                  </a:lnTo>
                  <a:lnTo>
                    <a:pt x="3540195" y="0"/>
                  </a:lnTo>
                  <a:lnTo>
                    <a:pt x="3540195" y="753779"/>
                  </a:lnTo>
                  <a:lnTo>
                    <a:pt x="1770415" y="753779"/>
                  </a:lnTo>
                  <a:close/>
                </a:path>
                <a:path extrusionOk="0" h="2299334" w="3540759">
                  <a:moveTo>
                    <a:pt x="3008817" y="228213"/>
                  </a:moveTo>
                  <a:lnTo>
                    <a:pt x="3237040" y="456440"/>
                  </a:lnTo>
                </a:path>
                <a:path extrusionOk="0" h="2299334" w="3540759">
                  <a:moveTo>
                    <a:pt x="3236405" y="228213"/>
                  </a:moveTo>
                  <a:lnTo>
                    <a:pt x="3008182" y="456440"/>
                  </a:lnTo>
                </a:path>
                <a:path extrusionOk="0" h="2299334" w="3540759">
                  <a:moveTo>
                    <a:pt x="1921675" y="341965"/>
                  </a:moveTo>
                  <a:lnTo>
                    <a:pt x="2245658" y="343400"/>
                  </a:lnTo>
                </a:path>
                <a:path extrusionOk="0" h="2299334" w="3540759">
                  <a:moveTo>
                    <a:pt x="2627301" y="455716"/>
                  </a:moveTo>
                  <a:lnTo>
                    <a:pt x="2513507" y="455716"/>
                  </a:lnTo>
                  <a:lnTo>
                    <a:pt x="2513507" y="228213"/>
                  </a:lnTo>
                  <a:lnTo>
                    <a:pt x="2740968" y="228213"/>
                  </a:lnTo>
                  <a:lnTo>
                    <a:pt x="2740968" y="455716"/>
                  </a:lnTo>
                  <a:lnTo>
                    <a:pt x="2627301" y="455716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1" name="Google Shape;271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910816" y="7126224"/>
              <a:ext cx="487680" cy="944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928848" y="7126224"/>
              <a:ext cx="460248" cy="944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6675607" y="7126224"/>
              <a:ext cx="649223" cy="944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4298421" y="6093815"/>
              <a:ext cx="3543300" cy="231165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5" name="Google Shape;275;p11"/>
          <p:cNvSpPr txBox="1"/>
          <p:nvPr>
            <p:ph type="title"/>
          </p:nvPr>
        </p:nvSpPr>
        <p:spPr>
          <a:xfrm>
            <a:off x="1869876" y="2124250"/>
            <a:ext cx="48384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Conclusión</a:t>
            </a:r>
            <a:endParaRPr sz="6000"/>
          </a:p>
        </p:txBody>
      </p:sp>
      <p:sp>
        <p:nvSpPr>
          <p:cNvPr id="276" name="Google Shape;276;p11"/>
          <p:cNvSpPr txBox="1"/>
          <p:nvPr/>
        </p:nvSpPr>
        <p:spPr>
          <a:xfrm>
            <a:off x="1869871" y="3751394"/>
            <a:ext cx="371475" cy="410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La</a:t>
            </a:r>
            <a:endParaRPr sz="25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77" name="Google Shape;277;p11"/>
          <p:cNvGrpSpPr/>
          <p:nvPr/>
        </p:nvGrpSpPr>
        <p:grpSpPr>
          <a:xfrm>
            <a:off x="1910410" y="3842067"/>
            <a:ext cx="10324834" cy="677786"/>
            <a:chOff x="1910410" y="3842067"/>
            <a:chExt cx="10324834" cy="677786"/>
          </a:xfrm>
        </p:grpSpPr>
        <p:pic>
          <p:nvPicPr>
            <p:cNvPr id="278" name="Google Shape;278;p1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428125" y="3842067"/>
              <a:ext cx="4802428" cy="2967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1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910410" y="4223067"/>
              <a:ext cx="5837859" cy="2967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814461" y="4227918"/>
              <a:ext cx="3420783" cy="2919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1" name="Google Shape;281;p11"/>
          <p:cNvSpPr txBox="1"/>
          <p:nvPr/>
        </p:nvSpPr>
        <p:spPr>
          <a:xfrm>
            <a:off x="7404498" y="3751396"/>
            <a:ext cx="5387340" cy="791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en procesadores a través del</a:t>
            </a:r>
            <a:endParaRPr sz="2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308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 el	es</a:t>
            </a:r>
            <a:endParaRPr sz="25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" name="Google Shape;282;p11"/>
          <p:cNvSpPr txBox="1"/>
          <p:nvPr/>
        </p:nvSpPr>
        <p:spPr>
          <a:xfrm>
            <a:off x="1869871" y="4522921"/>
            <a:ext cx="11613515" cy="1172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esencial para el desarrollo de sistemas computacionales eficientes. La comprensión y aplicación de estas técnicas son clave para enfrentar los desafíos futuros en la arquitectura de procesadores.</a:t>
            </a:r>
            <a:endParaRPr sz="25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"/>
          <p:cNvSpPr txBox="1"/>
          <p:nvPr>
            <p:ph type="title"/>
          </p:nvPr>
        </p:nvSpPr>
        <p:spPr>
          <a:xfrm>
            <a:off x="5427549" y="1607850"/>
            <a:ext cx="7955400" cy="1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/>
              <a:t>¡Gracias!</a:t>
            </a:r>
            <a:endParaRPr sz="12000"/>
          </a:p>
        </p:txBody>
      </p:sp>
      <p:grpSp>
        <p:nvGrpSpPr>
          <p:cNvPr id="288" name="Google Shape;288;p12"/>
          <p:cNvGrpSpPr/>
          <p:nvPr/>
        </p:nvGrpSpPr>
        <p:grpSpPr>
          <a:xfrm>
            <a:off x="838793" y="1572768"/>
            <a:ext cx="16865029" cy="6107557"/>
            <a:chOff x="838793" y="1572768"/>
            <a:chExt cx="16865029" cy="6107557"/>
          </a:xfrm>
        </p:grpSpPr>
        <p:sp>
          <p:nvSpPr>
            <p:cNvPr id="289" name="Google Shape;289;p12"/>
            <p:cNvSpPr/>
            <p:nvPr/>
          </p:nvSpPr>
          <p:spPr>
            <a:xfrm>
              <a:off x="6909841" y="6162484"/>
              <a:ext cx="941069" cy="941069"/>
            </a:xfrm>
            <a:custGeom>
              <a:rect b="b" l="l" r="r" t="t"/>
              <a:pathLst>
                <a:path extrusionOk="0" h="941070" w="941070">
                  <a:moveTo>
                    <a:pt x="470814" y="940917"/>
                  </a:moveTo>
                  <a:lnTo>
                    <a:pt x="0" y="940917"/>
                  </a:lnTo>
                  <a:lnTo>
                    <a:pt x="0" y="0"/>
                  </a:lnTo>
                  <a:lnTo>
                    <a:pt x="940917" y="0"/>
                  </a:lnTo>
                  <a:lnTo>
                    <a:pt x="940917" y="940917"/>
                  </a:lnTo>
                  <a:lnTo>
                    <a:pt x="470814" y="940917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2"/>
            <p:cNvSpPr/>
            <p:nvPr/>
          </p:nvSpPr>
          <p:spPr>
            <a:xfrm>
              <a:off x="8084883" y="6162484"/>
              <a:ext cx="941069" cy="941069"/>
            </a:xfrm>
            <a:custGeom>
              <a:rect b="b" l="l" r="r" t="t"/>
              <a:pathLst>
                <a:path extrusionOk="0" h="941070" w="941070">
                  <a:moveTo>
                    <a:pt x="470814" y="940917"/>
                  </a:moveTo>
                  <a:lnTo>
                    <a:pt x="0" y="940917"/>
                  </a:lnTo>
                  <a:lnTo>
                    <a:pt x="0" y="0"/>
                  </a:lnTo>
                  <a:lnTo>
                    <a:pt x="940917" y="0"/>
                  </a:lnTo>
                  <a:lnTo>
                    <a:pt x="940917" y="940917"/>
                  </a:lnTo>
                  <a:lnTo>
                    <a:pt x="470814" y="940917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2"/>
            <p:cNvSpPr/>
            <p:nvPr/>
          </p:nvSpPr>
          <p:spPr>
            <a:xfrm>
              <a:off x="9259912" y="6162484"/>
              <a:ext cx="941069" cy="941069"/>
            </a:xfrm>
            <a:custGeom>
              <a:rect b="b" l="l" r="r" t="t"/>
              <a:pathLst>
                <a:path extrusionOk="0" h="941070" w="941070">
                  <a:moveTo>
                    <a:pt x="470827" y="940917"/>
                  </a:moveTo>
                  <a:lnTo>
                    <a:pt x="0" y="940917"/>
                  </a:lnTo>
                  <a:lnTo>
                    <a:pt x="0" y="0"/>
                  </a:lnTo>
                  <a:lnTo>
                    <a:pt x="940930" y="0"/>
                  </a:lnTo>
                  <a:lnTo>
                    <a:pt x="940930" y="940917"/>
                  </a:lnTo>
                  <a:lnTo>
                    <a:pt x="470827" y="940917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2"/>
            <p:cNvSpPr/>
            <p:nvPr/>
          </p:nvSpPr>
          <p:spPr>
            <a:xfrm>
              <a:off x="10434955" y="6162484"/>
              <a:ext cx="941069" cy="941069"/>
            </a:xfrm>
            <a:custGeom>
              <a:rect b="b" l="l" r="r" t="t"/>
              <a:pathLst>
                <a:path extrusionOk="0" h="941070" w="941070">
                  <a:moveTo>
                    <a:pt x="470827" y="940917"/>
                  </a:moveTo>
                  <a:lnTo>
                    <a:pt x="0" y="940917"/>
                  </a:lnTo>
                  <a:lnTo>
                    <a:pt x="0" y="0"/>
                  </a:lnTo>
                  <a:lnTo>
                    <a:pt x="940930" y="0"/>
                  </a:lnTo>
                  <a:lnTo>
                    <a:pt x="940930" y="940917"/>
                  </a:lnTo>
                  <a:lnTo>
                    <a:pt x="470827" y="940917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3" name="Google Shape;293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645639" y="1572768"/>
              <a:ext cx="984503" cy="13746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" name="Google Shape;294;p12"/>
            <p:cNvSpPr/>
            <p:nvPr/>
          </p:nvSpPr>
          <p:spPr>
            <a:xfrm>
              <a:off x="838795" y="2925356"/>
              <a:ext cx="3540760" cy="2298700"/>
            </a:xfrm>
            <a:custGeom>
              <a:rect b="b" l="l" r="r" t="t"/>
              <a:pathLst>
                <a:path extrusionOk="0" h="2298700" w="3540760">
                  <a:moveTo>
                    <a:pt x="3540215" y="0"/>
                  </a:moveTo>
                  <a:lnTo>
                    <a:pt x="0" y="0"/>
                  </a:lnTo>
                  <a:lnTo>
                    <a:pt x="0" y="2298115"/>
                  </a:lnTo>
                  <a:lnTo>
                    <a:pt x="1770470" y="2298115"/>
                  </a:lnTo>
                  <a:lnTo>
                    <a:pt x="3540215" y="2298115"/>
                  </a:lnTo>
                  <a:lnTo>
                    <a:pt x="3540215" y="0"/>
                  </a:lnTo>
                  <a:close/>
                </a:path>
              </a:pathLst>
            </a:custGeom>
            <a:solidFill>
              <a:srgbClr val="2F3B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2"/>
            <p:cNvSpPr/>
            <p:nvPr/>
          </p:nvSpPr>
          <p:spPr>
            <a:xfrm>
              <a:off x="838793" y="2924642"/>
              <a:ext cx="3540760" cy="2299335"/>
            </a:xfrm>
            <a:custGeom>
              <a:rect b="b" l="l" r="r" t="t"/>
              <a:pathLst>
                <a:path extrusionOk="0" h="2299335" w="3540760">
                  <a:moveTo>
                    <a:pt x="1770461" y="2298840"/>
                  </a:moveTo>
                  <a:lnTo>
                    <a:pt x="0" y="2298840"/>
                  </a:lnTo>
                  <a:lnTo>
                    <a:pt x="0" y="723"/>
                  </a:lnTo>
                  <a:lnTo>
                    <a:pt x="3540190" y="723"/>
                  </a:lnTo>
                  <a:lnTo>
                    <a:pt x="3540190" y="2298840"/>
                  </a:lnTo>
                  <a:lnTo>
                    <a:pt x="1770461" y="2298840"/>
                  </a:lnTo>
                  <a:close/>
                </a:path>
                <a:path extrusionOk="0" h="2299335" w="3540760">
                  <a:moveTo>
                    <a:pt x="1770461" y="753791"/>
                  </a:moveTo>
                  <a:lnTo>
                    <a:pt x="0" y="753791"/>
                  </a:lnTo>
                  <a:lnTo>
                    <a:pt x="0" y="0"/>
                  </a:lnTo>
                  <a:lnTo>
                    <a:pt x="3540190" y="0"/>
                  </a:lnTo>
                  <a:lnTo>
                    <a:pt x="3540190" y="753791"/>
                  </a:lnTo>
                  <a:lnTo>
                    <a:pt x="1770461" y="753791"/>
                  </a:lnTo>
                  <a:close/>
                </a:path>
                <a:path extrusionOk="0" h="2299335" w="3540760">
                  <a:moveTo>
                    <a:pt x="3008837" y="228226"/>
                  </a:moveTo>
                  <a:lnTo>
                    <a:pt x="3237086" y="456453"/>
                  </a:lnTo>
                </a:path>
                <a:path extrusionOk="0" h="2299335" w="3540760">
                  <a:moveTo>
                    <a:pt x="3236362" y="228226"/>
                  </a:moveTo>
                  <a:lnTo>
                    <a:pt x="3008113" y="456453"/>
                  </a:lnTo>
                </a:path>
                <a:path extrusionOk="0" h="2299335" w="3540760">
                  <a:moveTo>
                    <a:pt x="1921657" y="341978"/>
                  </a:moveTo>
                  <a:lnTo>
                    <a:pt x="2245653" y="343425"/>
                  </a:lnTo>
                </a:path>
                <a:path extrusionOk="0" h="2299335" w="3540760">
                  <a:moveTo>
                    <a:pt x="2627245" y="455729"/>
                  </a:moveTo>
                  <a:lnTo>
                    <a:pt x="2513489" y="455729"/>
                  </a:lnTo>
                  <a:lnTo>
                    <a:pt x="2513489" y="228226"/>
                  </a:lnTo>
                  <a:lnTo>
                    <a:pt x="2741014" y="228226"/>
                  </a:lnTo>
                  <a:lnTo>
                    <a:pt x="2741014" y="455729"/>
                  </a:lnTo>
                  <a:lnTo>
                    <a:pt x="2627245" y="455729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6" name="Google Shape;29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34439" y="3980688"/>
              <a:ext cx="850392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37815" y="3980688"/>
              <a:ext cx="460248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243072" y="3980688"/>
              <a:ext cx="633984" cy="947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45551" y="2929166"/>
              <a:ext cx="3524250" cy="2314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p12"/>
            <p:cNvSpPr/>
            <p:nvPr/>
          </p:nvSpPr>
          <p:spPr>
            <a:xfrm>
              <a:off x="14954377" y="5376240"/>
              <a:ext cx="2748915" cy="2298700"/>
            </a:xfrm>
            <a:custGeom>
              <a:rect b="b" l="l" r="r" t="t"/>
              <a:pathLst>
                <a:path extrusionOk="0" h="2298700" w="2748915">
                  <a:moveTo>
                    <a:pt x="2748915" y="0"/>
                  </a:moveTo>
                  <a:lnTo>
                    <a:pt x="0" y="0"/>
                  </a:lnTo>
                  <a:lnTo>
                    <a:pt x="0" y="2298115"/>
                  </a:lnTo>
                  <a:lnTo>
                    <a:pt x="1374521" y="2298115"/>
                  </a:lnTo>
                  <a:lnTo>
                    <a:pt x="2748915" y="2298115"/>
                  </a:lnTo>
                  <a:lnTo>
                    <a:pt x="2748915" y="0"/>
                  </a:lnTo>
                  <a:close/>
                </a:path>
              </a:pathLst>
            </a:custGeom>
            <a:solidFill>
              <a:srgbClr val="2F3B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2"/>
            <p:cNvSpPr/>
            <p:nvPr/>
          </p:nvSpPr>
          <p:spPr>
            <a:xfrm>
              <a:off x="14954272" y="5375529"/>
              <a:ext cx="2749550" cy="2299335"/>
            </a:xfrm>
            <a:custGeom>
              <a:rect b="b" l="l" r="r" t="t"/>
              <a:pathLst>
                <a:path extrusionOk="0" h="2299334" w="2749550">
                  <a:moveTo>
                    <a:pt x="1374534" y="2298822"/>
                  </a:moveTo>
                  <a:lnTo>
                    <a:pt x="0" y="2298822"/>
                  </a:lnTo>
                  <a:lnTo>
                    <a:pt x="0" y="711"/>
                  </a:lnTo>
                  <a:lnTo>
                    <a:pt x="2748942" y="711"/>
                  </a:lnTo>
                  <a:lnTo>
                    <a:pt x="2748942" y="2298822"/>
                  </a:lnTo>
                  <a:lnTo>
                    <a:pt x="1374534" y="2298822"/>
                  </a:lnTo>
                  <a:close/>
                </a:path>
                <a:path extrusionOk="0" h="2299334" w="2749550">
                  <a:moveTo>
                    <a:pt x="1374534" y="753798"/>
                  </a:moveTo>
                  <a:lnTo>
                    <a:pt x="0" y="753798"/>
                  </a:lnTo>
                  <a:lnTo>
                    <a:pt x="0" y="0"/>
                  </a:lnTo>
                  <a:lnTo>
                    <a:pt x="2748942" y="0"/>
                  </a:lnTo>
                  <a:lnTo>
                    <a:pt x="2748942" y="753798"/>
                  </a:lnTo>
                  <a:lnTo>
                    <a:pt x="1374534" y="753798"/>
                  </a:lnTo>
                  <a:close/>
                </a:path>
                <a:path extrusionOk="0" h="2299334" w="2749550">
                  <a:moveTo>
                    <a:pt x="2330600" y="264943"/>
                  </a:moveTo>
                  <a:lnTo>
                    <a:pt x="2558821" y="493172"/>
                  </a:lnTo>
                </a:path>
                <a:path extrusionOk="0" h="2299334" w="2749550">
                  <a:moveTo>
                    <a:pt x="2558186" y="264943"/>
                  </a:moveTo>
                  <a:lnTo>
                    <a:pt x="2329965" y="493172"/>
                  </a:lnTo>
                </a:path>
                <a:path extrusionOk="0" h="2299334" w="2749550">
                  <a:moveTo>
                    <a:pt x="1243469" y="378696"/>
                  </a:moveTo>
                  <a:lnTo>
                    <a:pt x="1567449" y="380131"/>
                  </a:lnTo>
                </a:path>
                <a:path extrusionOk="0" h="2299334" w="2749550">
                  <a:moveTo>
                    <a:pt x="1949088" y="492448"/>
                  </a:moveTo>
                  <a:lnTo>
                    <a:pt x="1835295" y="492448"/>
                  </a:lnTo>
                  <a:lnTo>
                    <a:pt x="1835295" y="264220"/>
                  </a:lnTo>
                  <a:lnTo>
                    <a:pt x="2062754" y="264220"/>
                  </a:lnTo>
                  <a:lnTo>
                    <a:pt x="2062754" y="492448"/>
                  </a:lnTo>
                  <a:lnTo>
                    <a:pt x="1949088" y="492448"/>
                  </a:lnTo>
                  <a:close/>
                </a:path>
              </a:pathLst>
            </a:custGeom>
            <a:noFill/>
            <a:ln cap="flat" cmpd="sng" w="18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2" name="Google Shape;302;p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5691103" y="6416040"/>
              <a:ext cx="490728" cy="944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1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6492727" y="6416040"/>
              <a:ext cx="460248" cy="944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1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4946376" y="5365750"/>
              <a:ext cx="2752725" cy="23145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2024-11-05T05:13:02Z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2024-11-05T00:00:00Z</vt:filetime>
  </property>
  <property fmtid="{D5CDD505-2E9C-101B-9397-08002B2CF9AE}" pid="3" name="Creator">
    <vt:lpwstr>Chromium</vt:lpwstr>
  </property>
  <property fmtid="{D5CDD505-2E9C-101B-9397-08002B2CF9AE}" pid="4" name="LastSaved">
    <vt:filetime>2024-11-05T00:00:00Z</vt:filetime>
  </property>
  <property fmtid="{D5CDD505-2E9C-101B-9397-08002B2CF9AE}" pid="5" name="Producer">
    <vt:lpwstr>GPL Ghostscript 9.26</vt:lpwstr>
  </property>
</Properties>
</file>