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RiyCVJ+tlItU/4S2P2v5Wzm0S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610" y="2402443"/>
            <a:ext cx="4869180" cy="342471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>
            <a:off x="863798" y="2406848"/>
            <a:ext cx="7416403" cy="1935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50"/>
              <a:buFont typeface="Montserrat"/>
              <a:buNone/>
            </a:pPr>
            <a:r>
              <a:rPr b="1" i="0" lang="en-US" sz="6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Registros Digitales</a:t>
            </a:r>
            <a:endParaRPr b="0" i="0" sz="6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863798" y="4712256"/>
            <a:ext cx="7416403" cy="17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Una pieza fundamental en el diseño de sistemas electrónicos modernos. Exploraremos los conceptos básicos, los diferentes tipos de registros y cómo se utilizan para almacenar y transferir datos de manera eficiente.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819864" y="644128"/>
            <a:ext cx="7504271" cy="1331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Montserrat"/>
              <a:buNone/>
            </a:pPr>
            <a:r>
              <a:rPr b="1" i="0" lang="en-US" sz="4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Conceptos Básicos de los Registros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19864" y="2326600"/>
            <a:ext cx="3635097" cy="3030617"/>
          </a:xfrm>
          <a:prstGeom prst="roundRect">
            <a:avLst>
              <a:gd fmla="val 1159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54060" y="2560796"/>
            <a:ext cx="3166705" cy="66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¿Qué son los Registros?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054060" y="3366849"/>
            <a:ext cx="3166705" cy="1756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digitales son circuitos que almacenan datos temporalmente para su posterior procesamiento o transmisión.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689158" y="2326600"/>
            <a:ext cx="3635097" cy="3030617"/>
          </a:xfrm>
          <a:prstGeom prst="roundRect">
            <a:avLst>
              <a:gd fmla="val 1159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923353" y="2560796"/>
            <a:ext cx="2661880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Funciones Clave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23353" y="3034070"/>
            <a:ext cx="3166705" cy="140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Almacenamiento, transferencia y sincronización de datos son las principales funciones de los registros digitales.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19864" y="5591413"/>
            <a:ext cx="7504271" cy="1995368"/>
          </a:xfrm>
          <a:prstGeom prst="roundRect">
            <a:avLst>
              <a:gd fmla="val 176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54060" y="5825609"/>
            <a:ext cx="2661880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Aplicaciones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54060" y="6298882"/>
            <a:ext cx="7035879" cy="1053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Encontramos registros digitales en computadoras, sistemas de control, procesadores de señales y una amplia gama de dispositivos electrónicos.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a 1.1. Registros - Sistemas digitales II - Instituto Consorcio Clavijero" id="72" name="Google Shape;7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0841" y="3177715"/>
            <a:ext cx="4792717" cy="21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863798" y="2490668"/>
            <a:ext cx="5793581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 Paralelo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63798" y="4310203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3800" y="4929395"/>
            <a:ext cx="38988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un registro en paralelo, los bits de datos se transfieren tanto para lectura como para escritura simultáneamente a través de sus múltiples líneas.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372639" y="4310228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72501" y="4929409"/>
            <a:ext cx="3898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Mayor velocidad de transferencia, ya que todos los bits se mueven al mismo tiempo.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881504" y="4310203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Desventajas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881204" y="4929459"/>
            <a:ext cx="3898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Requiere más líneas de transmisión, lo que aumenta la complejidad y el costo del sistema.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863798" y="2490668"/>
            <a:ext cx="560974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 Serie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63798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63798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un registro en serie, los bits de datos se transfieren uno a uno a través de una sola línea.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72576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72576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Menor complejidad y costo del sistema, ya que se requieren menos líneas de transmisión.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881354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Desventajas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881354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Menor velocidad de transferencia en comparación con el registro  paralelo.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630" y="2181582"/>
            <a:ext cx="4925139" cy="386631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6271974" y="721281"/>
            <a:ext cx="7572851" cy="127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Diferencias entre Registro  Paralelo y  Serie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593324" y="2333030"/>
            <a:ext cx="30480" cy="5175171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830556" y="2822615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356092" y="2585442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550045" y="2684859"/>
            <a:ext cx="116919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843004" y="2557463"/>
            <a:ext cx="3013710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Transferencia de Datos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843004" y="3280178"/>
            <a:ext cx="60018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Todos los bits se transfieren simultáneamente. Serie: Un bit a la vez.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30556" y="4622483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356092" y="4385310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519803" y="4484727"/>
            <a:ext cx="177522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843004" y="4357330"/>
            <a:ext cx="2550557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Velocidad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843004" y="4810720"/>
            <a:ext cx="6001822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Mayor velocidad de transferencia. </a:t>
            </a:r>
            <a:endParaRPr b="0" i="0" sz="1750" u="none" cap="none" strike="noStrike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Serie: Menor velocidad de transferencia.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830556" y="6422350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356092" y="6185178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519446" y="6284595"/>
            <a:ext cx="178118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843004" y="6157198"/>
            <a:ext cx="2550557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Complejidad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843004" y="6610588"/>
            <a:ext cx="6001822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Mayor complejidad y costo. </a:t>
            </a:r>
            <a:endParaRPr b="0" i="0" sz="1750" u="none" cap="none" strike="noStrike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Serie: Menor complejidad y costo.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" y="2530197"/>
            <a:ext cx="4869180" cy="31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6350198" y="817126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Registros de Almacenamiento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350198" y="2589848"/>
            <a:ext cx="3584853" cy="2843093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597015" y="283666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Tipos de Registros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597015" y="3335298"/>
            <a:ext cx="3091220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Registros de propósito general, registros de control, registros de desplazamiento y registros de contador.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0181868" y="2589848"/>
            <a:ext cx="3584853" cy="2843093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428684" y="283666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Aplicaciones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428684" y="3335298"/>
            <a:ext cx="3091220" cy="185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Almacenamiento temporal de datos, control de flujo de instrucciones y desplazamiento de datos en sistemas digitales.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350198" y="5679758"/>
            <a:ext cx="7416403" cy="1732598"/>
          </a:xfrm>
          <a:prstGeom prst="roundRect">
            <a:avLst>
              <a:gd fmla="val 213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597015" y="592657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Arquitectura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597015" y="6425208"/>
            <a:ext cx="6922770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Diseño de registros basado en flip-flops, latch y otros circuitos de almacenamiento.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491" y="1680091"/>
            <a:ext cx="4869418" cy="486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863798" y="1125617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Transferencia de Datos en Registros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798" y="2898338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863798" y="376213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Carga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63798" y="4260771"/>
            <a:ext cx="3523059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Escribir datos en un registro.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7023" y="2898338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4757023" y="376213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Desplazamiento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57023" y="4260771"/>
            <a:ext cx="3523178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Mover datos dentro del registro.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798" y="5371386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863798" y="623518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Lectura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63798" y="6733818"/>
            <a:ext cx="3523059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Transferir datos desde un registro.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7023" y="5371386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757023" y="623518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Habilitación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7023" y="6733818"/>
            <a:ext cx="3523178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Controlar el acceso que se hace sobre el  registro.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491" y="2288738"/>
            <a:ext cx="4869299" cy="3652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350198" y="1383744"/>
            <a:ext cx="560974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Memoria RAM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350198" y="2732842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563558" y="2842141"/>
            <a:ext cx="12858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152323" y="2732842"/>
            <a:ext cx="278272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152323" y="3231475"/>
            <a:ext cx="2782729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La memoria RAM son dispositivo de alamcenamiento de informaciónde tipo volatil, fundamentadas en flip-fl</a:t>
            </a:r>
            <a:r>
              <a:rPr lang="en-US" sz="1900">
                <a:solidFill>
                  <a:srgbClr val="E2E6E9"/>
                </a:solidFill>
              </a:rPr>
              <a:t>op´s</a:t>
            </a: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 y  donde el acceso a sus datos es de tipo  aleatorio.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181868" y="2732842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361890" y="2842141"/>
            <a:ext cx="19526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983992" y="2732842"/>
            <a:ext cx="278272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983992" y="3231475"/>
            <a:ext cx="2782729" cy="185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Lectura y escritura rápidas, volatilidad (datos se pierden al apagar) y uso en computadoras y dispositivos programables.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350148" y="7200522"/>
            <a:ext cx="555300" cy="555300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529864" y="5716072"/>
            <a:ext cx="19585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t/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141186" y="6849822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Tipos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152336" y="7200531"/>
            <a:ext cx="6614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SRAM, DRAM, SDRAM, DDR SDRAM y otras variantes de memoria RAM.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1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814864" y="3550444"/>
            <a:ext cx="10479643" cy="661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Montserrat"/>
              <a:buNone/>
            </a:pPr>
            <a:r>
              <a:rPr b="1" i="0" lang="en-US" sz="4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Aplicaciones de  Registros Digitales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864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047631" y="5841444"/>
            <a:ext cx="3339584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Procesamiento de Datos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47606" y="6625066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almacenan y transfieren datos en CPUs, DSPs y microcontroladores.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8382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5381149" y="5841444"/>
            <a:ext cx="2721769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Sistemas de Control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381099" y="6625079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controlan y sincronizan el flujo de instrucciones y señales en sistemas de automatización.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1899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9714667" y="5841444"/>
            <a:ext cx="3543776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Comunicaciones Digitales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714592" y="6625079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manejan la transmisión y recepción de datos en redes y dispositivos de comunicación.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DAD NACIONAL DE INGENIERIA.FACULTAD DE ELECTROTECNIA Y  COMPUTACION.Electrónica Digital II.U" id="194" name="Google Shape;19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9712" y="341959"/>
            <a:ext cx="7051099" cy="221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6350198" y="2488049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Conclusiones y Preguntas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50198" y="4260771"/>
            <a:ext cx="7416403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resumen, los registros digitales son componentes esenciales en el diseño de sistemas electrónicos modernos. Se han explorado sus conceptos básicos, los diferentes tipos de registros y sus aplicaciones en diversas áreas. ¿Dudas?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2024-11-04T15:00:26Z</dcterms:created>
  <dc:creator>PptxGenJS</dc:creator>
</cp:coreProperties>
</file>