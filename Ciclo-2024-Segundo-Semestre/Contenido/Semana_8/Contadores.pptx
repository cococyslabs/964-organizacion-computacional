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10299700" cx="18300700"/>
  <p:notesSz cx="18300700" cy="102997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 uri="GoogleSlidesCustomDataVersion2">
      <go:slidesCustomData xmlns:go="http://customooxmlschemas.google.com/" r:id="rId18" roundtripDataSignature="AMtx7mgT8VCh2lb3LllOOhP4+exRg+OB8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050725" y="772475"/>
            <a:ext cx="12201075" cy="38623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830050" y="4892350"/>
            <a:ext cx="14640550" cy="463485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1:notes"/>
          <p:cNvSpPr txBox="1"/>
          <p:nvPr>
            <p:ph idx="1" type="body"/>
          </p:nvPr>
        </p:nvSpPr>
        <p:spPr>
          <a:xfrm>
            <a:off x="1830050" y="4892350"/>
            <a:ext cx="14640550" cy="46348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1:notes"/>
          <p:cNvSpPr/>
          <p:nvPr>
            <p:ph idx="2" type="sldImg"/>
          </p:nvPr>
        </p:nvSpPr>
        <p:spPr>
          <a:xfrm>
            <a:off x="3050725" y="772475"/>
            <a:ext cx="12201075" cy="38623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2:notes"/>
          <p:cNvSpPr txBox="1"/>
          <p:nvPr>
            <p:ph idx="1" type="body"/>
          </p:nvPr>
        </p:nvSpPr>
        <p:spPr>
          <a:xfrm>
            <a:off x="1830050" y="4892350"/>
            <a:ext cx="14640550" cy="46348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notes"/>
          <p:cNvSpPr/>
          <p:nvPr>
            <p:ph idx="2" type="sldImg"/>
          </p:nvPr>
        </p:nvSpPr>
        <p:spPr>
          <a:xfrm>
            <a:off x="3050725" y="772475"/>
            <a:ext cx="12201075" cy="38623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3:notes"/>
          <p:cNvSpPr txBox="1"/>
          <p:nvPr>
            <p:ph idx="1" type="body"/>
          </p:nvPr>
        </p:nvSpPr>
        <p:spPr>
          <a:xfrm>
            <a:off x="1830050" y="4892350"/>
            <a:ext cx="14640550" cy="46348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3:notes"/>
          <p:cNvSpPr/>
          <p:nvPr>
            <p:ph idx="2" type="sldImg"/>
          </p:nvPr>
        </p:nvSpPr>
        <p:spPr>
          <a:xfrm>
            <a:off x="3050725" y="772475"/>
            <a:ext cx="12201075" cy="38623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4:notes"/>
          <p:cNvSpPr txBox="1"/>
          <p:nvPr>
            <p:ph idx="1" type="body"/>
          </p:nvPr>
        </p:nvSpPr>
        <p:spPr>
          <a:xfrm>
            <a:off x="1830050" y="4892350"/>
            <a:ext cx="14640550" cy="46348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4:notes"/>
          <p:cNvSpPr/>
          <p:nvPr>
            <p:ph idx="2" type="sldImg"/>
          </p:nvPr>
        </p:nvSpPr>
        <p:spPr>
          <a:xfrm>
            <a:off x="3050725" y="772475"/>
            <a:ext cx="12201075" cy="38623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5:notes"/>
          <p:cNvSpPr txBox="1"/>
          <p:nvPr>
            <p:ph idx="1" type="body"/>
          </p:nvPr>
        </p:nvSpPr>
        <p:spPr>
          <a:xfrm>
            <a:off x="1830050" y="4892350"/>
            <a:ext cx="14640550" cy="46348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5:notes"/>
          <p:cNvSpPr/>
          <p:nvPr>
            <p:ph idx="2" type="sldImg"/>
          </p:nvPr>
        </p:nvSpPr>
        <p:spPr>
          <a:xfrm>
            <a:off x="3050725" y="772475"/>
            <a:ext cx="12201075" cy="38623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6:notes"/>
          <p:cNvSpPr txBox="1"/>
          <p:nvPr>
            <p:ph idx="1" type="body"/>
          </p:nvPr>
        </p:nvSpPr>
        <p:spPr>
          <a:xfrm>
            <a:off x="1830050" y="4892350"/>
            <a:ext cx="14640550" cy="46348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6:notes"/>
          <p:cNvSpPr/>
          <p:nvPr>
            <p:ph idx="2" type="sldImg"/>
          </p:nvPr>
        </p:nvSpPr>
        <p:spPr>
          <a:xfrm>
            <a:off x="3050725" y="772475"/>
            <a:ext cx="12201075" cy="38623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7:notes"/>
          <p:cNvSpPr txBox="1"/>
          <p:nvPr>
            <p:ph idx="1" type="body"/>
          </p:nvPr>
        </p:nvSpPr>
        <p:spPr>
          <a:xfrm>
            <a:off x="1830050" y="4892350"/>
            <a:ext cx="14640550" cy="46348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7:notes"/>
          <p:cNvSpPr/>
          <p:nvPr>
            <p:ph idx="2" type="sldImg"/>
          </p:nvPr>
        </p:nvSpPr>
        <p:spPr>
          <a:xfrm>
            <a:off x="3050725" y="772475"/>
            <a:ext cx="12201075" cy="38623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8:notes"/>
          <p:cNvSpPr txBox="1"/>
          <p:nvPr>
            <p:ph idx="1" type="body"/>
          </p:nvPr>
        </p:nvSpPr>
        <p:spPr>
          <a:xfrm>
            <a:off x="1830050" y="4892350"/>
            <a:ext cx="14640550" cy="46348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8:notes"/>
          <p:cNvSpPr/>
          <p:nvPr>
            <p:ph idx="2" type="sldImg"/>
          </p:nvPr>
        </p:nvSpPr>
        <p:spPr>
          <a:xfrm>
            <a:off x="3050725" y="772475"/>
            <a:ext cx="12201075" cy="38623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9:notes"/>
          <p:cNvSpPr txBox="1"/>
          <p:nvPr>
            <p:ph idx="1" type="body"/>
          </p:nvPr>
        </p:nvSpPr>
        <p:spPr>
          <a:xfrm>
            <a:off x="1830050" y="4892350"/>
            <a:ext cx="14640550" cy="46348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9:notes"/>
          <p:cNvSpPr/>
          <p:nvPr>
            <p:ph idx="2" type="sldImg"/>
          </p:nvPr>
        </p:nvSpPr>
        <p:spPr>
          <a:xfrm>
            <a:off x="3050725" y="772475"/>
            <a:ext cx="12201075" cy="38623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0:notes"/>
          <p:cNvSpPr txBox="1"/>
          <p:nvPr>
            <p:ph idx="1" type="body"/>
          </p:nvPr>
        </p:nvSpPr>
        <p:spPr>
          <a:xfrm>
            <a:off x="1830050" y="4892350"/>
            <a:ext cx="14640550" cy="46348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0:notes"/>
          <p:cNvSpPr/>
          <p:nvPr>
            <p:ph idx="2" type="sldImg"/>
          </p:nvPr>
        </p:nvSpPr>
        <p:spPr>
          <a:xfrm>
            <a:off x="3050725" y="772475"/>
            <a:ext cx="12201075" cy="38623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1:notes"/>
          <p:cNvSpPr txBox="1"/>
          <p:nvPr>
            <p:ph idx="1" type="body"/>
          </p:nvPr>
        </p:nvSpPr>
        <p:spPr>
          <a:xfrm>
            <a:off x="1830050" y="4892350"/>
            <a:ext cx="14640550" cy="46348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1:notes"/>
          <p:cNvSpPr/>
          <p:nvPr>
            <p:ph idx="2" type="sldImg"/>
          </p:nvPr>
        </p:nvSpPr>
        <p:spPr>
          <a:xfrm>
            <a:off x="3050725" y="772475"/>
            <a:ext cx="12201075" cy="38623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2:notes"/>
          <p:cNvSpPr txBox="1"/>
          <p:nvPr>
            <p:ph idx="1" type="body"/>
          </p:nvPr>
        </p:nvSpPr>
        <p:spPr>
          <a:xfrm>
            <a:off x="1830050" y="4892350"/>
            <a:ext cx="14640550" cy="46348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2:notes"/>
          <p:cNvSpPr/>
          <p:nvPr>
            <p:ph idx="2" type="sldImg"/>
          </p:nvPr>
        </p:nvSpPr>
        <p:spPr>
          <a:xfrm>
            <a:off x="3050725" y="772475"/>
            <a:ext cx="12201075" cy="38623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obj">
  <p:cSld name="OBJECT">
    <p:spTree>
      <p:nvGrpSpPr>
        <p:cNvPr id="11" name="Shape 11"/>
        <p:cNvGrpSpPr/>
        <p:nvPr/>
      </p:nvGrpSpPr>
      <p:grpSpPr>
        <a:xfrm>
          <a:off x="0" y="0"/>
          <a:ext cx="0" cy="0"/>
          <a:chOff x="0" y="0"/>
          <a:chExt cx="0" cy="0"/>
        </a:xfrm>
      </p:grpSpPr>
      <p:sp>
        <p:nvSpPr>
          <p:cNvPr id="12" name="Google Shape;12;p14"/>
          <p:cNvSpPr txBox="1"/>
          <p:nvPr>
            <p:ph idx="11" type="ftr"/>
          </p:nvPr>
        </p:nvSpPr>
        <p:spPr>
          <a:xfrm>
            <a:off x="6222238" y="9578721"/>
            <a:ext cx="5856224" cy="51498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4"/>
          <p:cNvSpPr txBox="1"/>
          <p:nvPr>
            <p:ph idx="10" type="dt"/>
          </p:nvPr>
        </p:nvSpPr>
        <p:spPr>
          <a:xfrm>
            <a:off x="915035" y="9578721"/>
            <a:ext cx="4209161" cy="51498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14"/>
          <p:cNvSpPr txBox="1"/>
          <p:nvPr>
            <p:ph idx="12" type="sldNum"/>
          </p:nvPr>
        </p:nvSpPr>
        <p:spPr>
          <a:xfrm>
            <a:off x="13176505" y="9578721"/>
            <a:ext cx="4209161" cy="514985"/>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p:cSld name="Title and Content">
    <p:bg>
      <p:bgPr>
        <a:solidFill>
          <a:schemeClr val="lt1"/>
        </a:solidFill>
      </p:bgPr>
    </p:bg>
    <p:spTree>
      <p:nvGrpSpPr>
        <p:cNvPr id="15" name="Shape 15"/>
        <p:cNvGrpSpPr/>
        <p:nvPr/>
      </p:nvGrpSpPr>
      <p:grpSpPr>
        <a:xfrm>
          <a:off x="0" y="0"/>
          <a:ext cx="0" cy="0"/>
          <a:chOff x="0" y="0"/>
          <a:chExt cx="0" cy="0"/>
        </a:xfrm>
      </p:grpSpPr>
      <p:pic>
        <p:nvPicPr>
          <p:cNvPr id="16" name="Google Shape;16;p15"/>
          <p:cNvPicPr preferRelativeResize="0"/>
          <p:nvPr/>
        </p:nvPicPr>
        <p:blipFill rotWithShape="1">
          <a:blip r:embed="rId2">
            <a:alphaModFix/>
          </a:blip>
          <a:srcRect b="0" l="0" r="0" t="0"/>
          <a:stretch/>
        </p:blipFill>
        <p:spPr>
          <a:xfrm>
            <a:off x="0" y="-1"/>
            <a:ext cx="18288000" cy="10287764"/>
          </a:xfrm>
          <a:prstGeom prst="rect">
            <a:avLst/>
          </a:prstGeom>
          <a:noFill/>
          <a:ln>
            <a:noFill/>
          </a:ln>
        </p:spPr>
      </p:pic>
      <p:sp>
        <p:nvSpPr>
          <p:cNvPr id="17" name="Google Shape;17;p15"/>
          <p:cNvSpPr/>
          <p:nvPr/>
        </p:nvSpPr>
        <p:spPr>
          <a:xfrm>
            <a:off x="452159" y="9469435"/>
            <a:ext cx="454025" cy="454025"/>
          </a:xfrm>
          <a:custGeom>
            <a:rect b="b" l="l" r="r" t="t"/>
            <a:pathLst>
              <a:path extrusionOk="0" h="454025" w="454025">
                <a:moveTo>
                  <a:pt x="226797" y="453513"/>
                </a:moveTo>
                <a:lnTo>
                  <a:pt x="0" y="453513"/>
                </a:lnTo>
                <a:lnTo>
                  <a:pt x="0" y="0"/>
                </a:lnTo>
                <a:lnTo>
                  <a:pt x="453592" y="0"/>
                </a:lnTo>
                <a:lnTo>
                  <a:pt x="453592" y="453513"/>
                </a:lnTo>
                <a:lnTo>
                  <a:pt x="226797" y="453513"/>
                </a:lnTo>
                <a:close/>
              </a:path>
            </a:pathLst>
          </a:custGeom>
          <a:noFill/>
          <a:ln cap="flat" cmpd="sng" w="18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8" name="Google Shape;18;p15"/>
          <p:cNvSpPr/>
          <p:nvPr/>
        </p:nvSpPr>
        <p:spPr>
          <a:xfrm>
            <a:off x="1199513" y="9469435"/>
            <a:ext cx="454025" cy="454025"/>
          </a:xfrm>
          <a:custGeom>
            <a:rect b="b" l="l" r="r" t="t"/>
            <a:pathLst>
              <a:path extrusionOk="0" h="454025" w="454025">
                <a:moveTo>
                  <a:pt x="226799" y="453513"/>
                </a:moveTo>
                <a:lnTo>
                  <a:pt x="0" y="453513"/>
                </a:lnTo>
                <a:lnTo>
                  <a:pt x="0" y="0"/>
                </a:lnTo>
                <a:lnTo>
                  <a:pt x="453603" y="0"/>
                </a:lnTo>
                <a:lnTo>
                  <a:pt x="453603" y="453513"/>
                </a:lnTo>
                <a:lnTo>
                  <a:pt x="226799" y="453513"/>
                </a:lnTo>
                <a:close/>
              </a:path>
            </a:pathLst>
          </a:custGeom>
          <a:noFill/>
          <a:ln cap="flat" cmpd="sng" w="18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9" name="Google Shape;19;p15"/>
          <p:cNvSpPr/>
          <p:nvPr/>
        </p:nvSpPr>
        <p:spPr>
          <a:xfrm>
            <a:off x="1946145" y="9469435"/>
            <a:ext cx="454025" cy="454025"/>
          </a:xfrm>
          <a:custGeom>
            <a:rect b="b" l="l" r="r" t="t"/>
            <a:pathLst>
              <a:path extrusionOk="0" h="454025" w="454025">
                <a:moveTo>
                  <a:pt x="226804" y="453513"/>
                </a:moveTo>
                <a:lnTo>
                  <a:pt x="0" y="453513"/>
                </a:lnTo>
                <a:lnTo>
                  <a:pt x="0" y="0"/>
                </a:lnTo>
                <a:lnTo>
                  <a:pt x="453608" y="0"/>
                </a:lnTo>
                <a:lnTo>
                  <a:pt x="453608" y="453513"/>
                </a:lnTo>
                <a:lnTo>
                  <a:pt x="226804" y="453513"/>
                </a:lnTo>
                <a:close/>
              </a:path>
            </a:pathLst>
          </a:custGeom>
          <a:noFill/>
          <a:ln cap="flat" cmpd="sng" w="18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0" name="Google Shape;20;p15"/>
          <p:cNvSpPr txBox="1"/>
          <p:nvPr>
            <p:ph type="title"/>
          </p:nvPr>
        </p:nvSpPr>
        <p:spPr>
          <a:xfrm>
            <a:off x="1610182" y="1139869"/>
            <a:ext cx="7763243" cy="9580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6000">
                <a:solidFill>
                  <a:schemeClr val="lt1"/>
                </a:solidFill>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15"/>
          <p:cNvSpPr txBox="1"/>
          <p:nvPr>
            <p:ph idx="1" type="body"/>
          </p:nvPr>
        </p:nvSpPr>
        <p:spPr>
          <a:xfrm>
            <a:off x="915035" y="2368931"/>
            <a:ext cx="16470630" cy="6797802"/>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 name="Google Shape;22;p15"/>
          <p:cNvSpPr txBox="1"/>
          <p:nvPr>
            <p:ph idx="11" type="ftr"/>
          </p:nvPr>
        </p:nvSpPr>
        <p:spPr>
          <a:xfrm>
            <a:off x="6222238" y="9578721"/>
            <a:ext cx="5856224" cy="51498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5"/>
          <p:cNvSpPr txBox="1"/>
          <p:nvPr>
            <p:ph idx="10" type="dt"/>
          </p:nvPr>
        </p:nvSpPr>
        <p:spPr>
          <a:xfrm>
            <a:off x="915035" y="9578721"/>
            <a:ext cx="4209161" cy="51498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15"/>
          <p:cNvSpPr txBox="1"/>
          <p:nvPr>
            <p:ph idx="12" type="sldNum"/>
          </p:nvPr>
        </p:nvSpPr>
        <p:spPr>
          <a:xfrm>
            <a:off x="13176505" y="9578721"/>
            <a:ext cx="4209161" cy="514985"/>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5" name="Shape 25"/>
        <p:cNvGrpSpPr/>
        <p:nvPr/>
      </p:nvGrpSpPr>
      <p:grpSpPr>
        <a:xfrm>
          <a:off x="0" y="0"/>
          <a:ext cx="0" cy="0"/>
          <a:chOff x="0" y="0"/>
          <a:chExt cx="0" cy="0"/>
        </a:xfrm>
      </p:grpSpPr>
      <p:sp>
        <p:nvSpPr>
          <p:cNvPr id="26" name="Google Shape;26;p16"/>
          <p:cNvSpPr txBox="1"/>
          <p:nvPr>
            <p:ph type="ctrTitle"/>
          </p:nvPr>
        </p:nvSpPr>
        <p:spPr>
          <a:xfrm>
            <a:off x="1372552" y="3192907"/>
            <a:ext cx="15555595" cy="2162937"/>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6000">
                <a:solidFill>
                  <a:schemeClr val="lt1"/>
                </a:solidFill>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16"/>
          <p:cNvSpPr txBox="1"/>
          <p:nvPr>
            <p:ph idx="1" type="subTitle"/>
          </p:nvPr>
        </p:nvSpPr>
        <p:spPr>
          <a:xfrm>
            <a:off x="2745105" y="5767832"/>
            <a:ext cx="12810490" cy="257492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6"/>
          <p:cNvSpPr txBox="1"/>
          <p:nvPr>
            <p:ph idx="11" type="ftr"/>
          </p:nvPr>
        </p:nvSpPr>
        <p:spPr>
          <a:xfrm>
            <a:off x="6222238" y="9578721"/>
            <a:ext cx="5856224" cy="51498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6"/>
          <p:cNvSpPr txBox="1"/>
          <p:nvPr>
            <p:ph idx="10" type="dt"/>
          </p:nvPr>
        </p:nvSpPr>
        <p:spPr>
          <a:xfrm>
            <a:off x="915035" y="9578721"/>
            <a:ext cx="4209161" cy="51498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16"/>
          <p:cNvSpPr txBox="1"/>
          <p:nvPr>
            <p:ph idx="12" type="sldNum"/>
          </p:nvPr>
        </p:nvSpPr>
        <p:spPr>
          <a:xfrm>
            <a:off x="13176505" y="9578721"/>
            <a:ext cx="4209161" cy="514985"/>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1" name="Shape 31"/>
        <p:cNvGrpSpPr/>
        <p:nvPr/>
      </p:nvGrpSpPr>
      <p:grpSpPr>
        <a:xfrm>
          <a:off x="0" y="0"/>
          <a:ext cx="0" cy="0"/>
          <a:chOff x="0" y="0"/>
          <a:chExt cx="0" cy="0"/>
        </a:xfrm>
      </p:grpSpPr>
      <p:sp>
        <p:nvSpPr>
          <p:cNvPr id="32" name="Google Shape;32;p17"/>
          <p:cNvSpPr txBox="1"/>
          <p:nvPr>
            <p:ph type="title"/>
          </p:nvPr>
        </p:nvSpPr>
        <p:spPr>
          <a:xfrm>
            <a:off x="1610182" y="1139869"/>
            <a:ext cx="7763243" cy="9580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6000">
                <a:solidFill>
                  <a:schemeClr val="lt1"/>
                </a:solidFill>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17"/>
          <p:cNvSpPr txBox="1"/>
          <p:nvPr>
            <p:ph idx="1" type="body"/>
          </p:nvPr>
        </p:nvSpPr>
        <p:spPr>
          <a:xfrm>
            <a:off x="915035" y="2368931"/>
            <a:ext cx="7960804" cy="6797802"/>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4" name="Google Shape;34;p17"/>
          <p:cNvSpPr txBox="1"/>
          <p:nvPr>
            <p:ph idx="2" type="body"/>
          </p:nvPr>
        </p:nvSpPr>
        <p:spPr>
          <a:xfrm>
            <a:off x="9424860" y="2368931"/>
            <a:ext cx="7960804" cy="6797802"/>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5" name="Google Shape;35;p17"/>
          <p:cNvSpPr txBox="1"/>
          <p:nvPr>
            <p:ph idx="11" type="ftr"/>
          </p:nvPr>
        </p:nvSpPr>
        <p:spPr>
          <a:xfrm>
            <a:off x="6222238" y="9578721"/>
            <a:ext cx="5856224" cy="51498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17"/>
          <p:cNvSpPr txBox="1"/>
          <p:nvPr>
            <p:ph idx="10" type="dt"/>
          </p:nvPr>
        </p:nvSpPr>
        <p:spPr>
          <a:xfrm>
            <a:off x="915035" y="9578721"/>
            <a:ext cx="4209161" cy="51498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17"/>
          <p:cNvSpPr txBox="1"/>
          <p:nvPr>
            <p:ph idx="12" type="sldNum"/>
          </p:nvPr>
        </p:nvSpPr>
        <p:spPr>
          <a:xfrm>
            <a:off x="13176505" y="9578721"/>
            <a:ext cx="4209161" cy="514985"/>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8" name="Shape 38"/>
        <p:cNvGrpSpPr/>
        <p:nvPr/>
      </p:nvGrpSpPr>
      <p:grpSpPr>
        <a:xfrm>
          <a:off x="0" y="0"/>
          <a:ext cx="0" cy="0"/>
          <a:chOff x="0" y="0"/>
          <a:chExt cx="0" cy="0"/>
        </a:xfrm>
      </p:grpSpPr>
      <p:sp>
        <p:nvSpPr>
          <p:cNvPr id="39" name="Google Shape;39;p18"/>
          <p:cNvSpPr txBox="1"/>
          <p:nvPr>
            <p:ph type="title"/>
          </p:nvPr>
        </p:nvSpPr>
        <p:spPr>
          <a:xfrm>
            <a:off x="1610182" y="1139869"/>
            <a:ext cx="7763243" cy="9580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6000">
                <a:solidFill>
                  <a:schemeClr val="lt1"/>
                </a:solidFill>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18"/>
          <p:cNvSpPr txBox="1"/>
          <p:nvPr>
            <p:ph idx="11" type="ftr"/>
          </p:nvPr>
        </p:nvSpPr>
        <p:spPr>
          <a:xfrm>
            <a:off x="6222238" y="9578721"/>
            <a:ext cx="5856224" cy="51498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18"/>
          <p:cNvSpPr txBox="1"/>
          <p:nvPr>
            <p:ph idx="10" type="dt"/>
          </p:nvPr>
        </p:nvSpPr>
        <p:spPr>
          <a:xfrm>
            <a:off x="915035" y="9578721"/>
            <a:ext cx="4209161" cy="51498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8"/>
          <p:cNvSpPr txBox="1"/>
          <p:nvPr>
            <p:ph idx="12" type="sldNum"/>
          </p:nvPr>
        </p:nvSpPr>
        <p:spPr>
          <a:xfrm>
            <a:off x="13176505" y="9578721"/>
            <a:ext cx="4209161" cy="514985"/>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1610182" y="1139869"/>
            <a:ext cx="7763243" cy="95805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6000" u="none" cap="none" strike="noStrike">
                <a:solidFill>
                  <a:schemeClr val="lt1"/>
                </a:solidFill>
                <a:latin typeface="Verdana"/>
                <a:ea typeface="Verdana"/>
                <a:cs typeface="Verdana"/>
                <a:sym typeface="Verdan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3"/>
          <p:cNvSpPr txBox="1"/>
          <p:nvPr>
            <p:ph idx="1" type="body"/>
          </p:nvPr>
        </p:nvSpPr>
        <p:spPr>
          <a:xfrm>
            <a:off x="915035" y="2368931"/>
            <a:ext cx="16470630" cy="6797802"/>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800" u="none" cap="none" strike="noStrike">
                <a:latin typeface="Calibri"/>
                <a:ea typeface="Calibri"/>
                <a:cs typeface="Calibri"/>
                <a:sym typeface="Calibri"/>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8" name="Google Shape;8;p13"/>
          <p:cNvSpPr txBox="1"/>
          <p:nvPr>
            <p:ph idx="11" type="ftr"/>
          </p:nvPr>
        </p:nvSpPr>
        <p:spPr>
          <a:xfrm>
            <a:off x="6222238" y="9578721"/>
            <a:ext cx="5856224" cy="51498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13"/>
          <p:cNvSpPr txBox="1"/>
          <p:nvPr>
            <p:ph idx="10" type="dt"/>
          </p:nvPr>
        </p:nvSpPr>
        <p:spPr>
          <a:xfrm>
            <a:off x="915035" y="9578721"/>
            <a:ext cx="4209161" cy="51498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 name="Google Shape;10;p13"/>
          <p:cNvSpPr txBox="1"/>
          <p:nvPr>
            <p:ph idx="12" type="sldNum"/>
          </p:nvPr>
        </p:nvSpPr>
        <p:spPr>
          <a:xfrm>
            <a:off x="13176505" y="9578721"/>
            <a:ext cx="4209161" cy="514985"/>
          </a:xfrm>
          <a:prstGeom prst="rect">
            <a:avLst/>
          </a:prstGeom>
          <a:noFill/>
          <a:ln>
            <a:noFill/>
          </a:ln>
        </p:spPr>
        <p:txBody>
          <a:bodyPr anchorCtr="0" anchor="t" bIns="0" lIns="0" spcFirstLastPara="1" rIns="0" wrap="square" tIns="0">
            <a:spAutoFit/>
          </a:bodyPr>
          <a:lstStyle>
            <a:lvl1pPr indent="0" lvl="0" algn="r">
              <a:spcBef>
                <a:spcPts val="0"/>
              </a:spcBef>
              <a:buNone/>
              <a:defRPr sz="1800">
                <a:solidFill>
                  <a:srgbClr val="888888"/>
                </a:solidFill>
              </a:defRPr>
            </a:lvl1pPr>
            <a:lvl2pPr indent="0" lvl="1" algn="r">
              <a:spcBef>
                <a:spcPts val="0"/>
              </a:spcBef>
              <a:buNone/>
              <a:defRPr sz="1800">
                <a:solidFill>
                  <a:srgbClr val="888888"/>
                </a:solidFill>
              </a:defRPr>
            </a:lvl2pPr>
            <a:lvl3pPr indent="0" lvl="2" algn="r">
              <a:spcBef>
                <a:spcPts val="0"/>
              </a:spcBef>
              <a:buNone/>
              <a:defRPr sz="1800">
                <a:solidFill>
                  <a:srgbClr val="888888"/>
                </a:solidFill>
              </a:defRPr>
            </a:lvl3pPr>
            <a:lvl4pPr indent="0" lvl="3" algn="r">
              <a:spcBef>
                <a:spcPts val="0"/>
              </a:spcBef>
              <a:buNone/>
              <a:defRPr sz="1800">
                <a:solidFill>
                  <a:srgbClr val="888888"/>
                </a:solidFill>
              </a:defRPr>
            </a:lvl4pPr>
            <a:lvl5pPr indent="0" lvl="4" algn="r">
              <a:spcBef>
                <a:spcPts val="0"/>
              </a:spcBef>
              <a:buNone/>
              <a:defRPr sz="1800">
                <a:solidFill>
                  <a:srgbClr val="888888"/>
                </a:solidFill>
              </a:defRPr>
            </a:lvl5pPr>
            <a:lvl6pPr indent="0" lvl="5" algn="r">
              <a:spcBef>
                <a:spcPts val="0"/>
              </a:spcBef>
              <a:buNone/>
              <a:defRPr sz="1800">
                <a:solidFill>
                  <a:srgbClr val="888888"/>
                </a:solidFill>
              </a:defRPr>
            </a:lvl6pPr>
            <a:lvl7pPr indent="0" lvl="6" algn="r">
              <a:spcBef>
                <a:spcPts val="0"/>
              </a:spcBef>
              <a:buNone/>
              <a:defRPr sz="1800">
                <a:solidFill>
                  <a:srgbClr val="888888"/>
                </a:solidFill>
              </a:defRPr>
            </a:lvl7pPr>
            <a:lvl8pPr indent="0" lvl="7" algn="r">
              <a:spcBef>
                <a:spcPts val="0"/>
              </a:spcBef>
              <a:buNone/>
              <a:defRPr sz="1800">
                <a:solidFill>
                  <a:srgbClr val="888888"/>
                </a:solidFill>
              </a:defRPr>
            </a:lvl8pPr>
            <a:lvl9pPr indent="0" lvl="8"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1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1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4.png"/><Relationship Id="rId5" Type="http://schemas.openxmlformats.org/officeDocument/2006/relationships/image" Target="../media/image9.png"/><Relationship Id="rId6" Type="http://schemas.openxmlformats.org/officeDocument/2006/relationships/image" Target="../media/image3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35.png"/><Relationship Id="rId6" Type="http://schemas.openxmlformats.org/officeDocument/2006/relationships/image" Target="../media/image1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8.png"/><Relationship Id="rId5" Type="http://schemas.openxmlformats.org/officeDocument/2006/relationships/image" Target="../media/image10.png"/><Relationship Id="rId6" Type="http://schemas.openxmlformats.org/officeDocument/2006/relationships/image" Target="../media/image2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8.png"/><Relationship Id="rId4" Type="http://schemas.openxmlformats.org/officeDocument/2006/relationships/image" Target="../media/image20.png"/><Relationship Id="rId5" Type="http://schemas.openxmlformats.org/officeDocument/2006/relationships/image" Target="../media/image3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2.png"/><Relationship Id="rId4" Type="http://schemas.openxmlformats.org/officeDocument/2006/relationships/image" Target="../media/image25.png"/><Relationship Id="rId5" Type="http://schemas.openxmlformats.org/officeDocument/2006/relationships/image" Target="../media/image33.png"/><Relationship Id="rId6" Type="http://schemas.openxmlformats.org/officeDocument/2006/relationships/image" Target="../media/image21.png"/><Relationship Id="rId7" Type="http://schemas.openxmlformats.org/officeDocument/2006/relationships/image" Target="../media/image3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7.png"/><Relationship Id="rId5" Type="http://schemas.openxmlformats.org/officeDocument/2006/relationships/hyperlink" Target="mailto:youremail@freepik.com" TargetMode="External"/><Relationship Id="rId6" Type="http://schemas.openxmlformats.org/officeDocument/2006/relationships/image" Target="../media/image32.png"/><Relationship Id="rId7" Type="http://schemas.openxmlformats.org/officeDocument/2006/relationships/image" Target="../media/image28.png"/><Relationship Id="rId8"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6" name="Shape 46"/>
        <p:cNvGrpSpPr/>
        <p:nvPr/>
      </p:nvGrpSpPr>
      <p:grpSpPr>
        <a:xfrm>
          <a:off x="0" y="0"/>
          <a:ext cx="0" cy="0"/>
          <a:chOff x="0" y="0"/>
          <a:chExt cx="0" cy="0"/>
        </a:xfrm>
      </p:grpSpPr>
      <p:pic>
        <p:nvPicPr>
          <p:cNvPr id="47" name="Google Shape;47;p1"/>
          <p:cNvPicPr preferRelativeResize="0"/>
          <p:nvPr/>
        </p:nvPicPr>
        <p:blipFill rotWithShape="1">
          <a:blip r:embed="rId3">
            <a:alphaModFix/>
          </a:blip>
          <a:srcRect b="0" l="0" r="0" t="0"/>
          <a:stretch/>
        </p:blipFill>
        <p:spPr>
          <a:xfrm>
            <a:off x="0" y="-1"/>
            <a:ext cx="18288000" cy="10287764"/>
          </a:xfrm>
          <a:prstGeom prst="rect">
            <a:avLst/>
          </a:prstGeom>
          <a:noFill/>
          <a:ln>
            <a:noFill/>
          </a:ln>
        </p:spPr>
      </p:pic>
      <p:sp>
        <p:nvSpPr>
          <p:cNvPr id="48" name="Google Shape;48;p1"/>
          <p:cNvSpPr/>
          <p:nvPr/>
        </p:nvSpPr>
        <p:spPr>
          <a:xfrm>
            <a:off x="466561" y="506156"/>
            <a:ext cx="17355185" cy="9275445"/>
          </a:xfrm>
          <a:custGeom>
            <a:rect b="b" l="l" r="r" t="t"/>
            <a:pathLst>
              <a:path extrusionOk="0" h="9275445" w="17355185">
                <a:moveTo>
                  <a:pt x="8677413" y="9275004"/>
                </a:moveTo>
                <a:lnTo>
                  <a:pt x="0" y="9275004"/>
                </a:lnTo>
                <a:lnTo>
                  <a:pt x="0" y="0"/>
                </a:lnTo>
                <a:lnTo>
                  <a:pt x="17354841" y="0"/>
                </a:lnTo>
                <a:lnTo>
                  <a:pt x="17354841" y="9275004"/>
                </a:lnTo>
                <a:lnTo>
                  <a:pt x="8677413" y="9275004"/>
                </a:lnTo>
                <a:close/>
              </a:path>
            </a:pathLst>
          </a:custGeom>
          <a:noFill/>
          <a:ln cap="flat" cmpd="sng" w="18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9" name="Google Shape;49;p1"/>
          <p:cNvSpPr txBox="1"/>
          <p:nvPr/>
        </p:nvSpPr>
        <p:spPr>
          <a:xfrm>
            <a:off x="4459833" y="3356051"/>
            <a:ext cx="9368155" cy="3110230"/>
          </a:xfrm>
          <a:prstGeom prst="rect">
            <a:avLst/>
          </a:prstGeom>
          <a:noFill/>
          <a:ln>
            <a:noFill/>
          </a:ln>
        </p:spPr>
        <p:txBody>
          <a:bodyPr anchorCtr="0" anchor="t" bIns="0" lIns="0" spcFirstLastPara="1" rIns="0" wrap="square" tIns="187325">
            <a:spAutoFit/>
          </a:bodyPr>
          <a:lstStyle/>
          <a:p>
            <a:pPr indent="0" lvl="0" marL="12700" marR="5080" rtl="0" algn="ctr">
              <a:lnSpc>
                <a:spcPct val="80900"/>
              </a:lnSpc>
              <a:spcBef>
                <a:spcPts val="0"/>
              </a:spcBef>
              <a:spcAft>
                <a:spcPts val="0"/>
              </a:spcAft>
              <a:buNone/>
            </a:pPr>
            <a:r>
              <a:rPr lang="en-US" sz="5900">
                <a:solidFill>
                  <a:srgbClr val="FFFFFF"/>
                </a:solidFill>
                <a:latin typeface="Verdana"/>
                <a:ea typeface="Verdana"/>
                <a:cs typeface="Verdana"/>
                <a:sym typeface="Verdana"/>
              </a:rPr>
              <a:t>Contadores Sincrónicos y Asincrónicos: Funcionamiento y Aplicaciones de Flip-Flops</a:t>
            </a:r>
            <a:endParaRPr sz="5900">
              <a:latin typeface="Verdana"/>
              <a:ea typeface="Verdana"/>
              <a:cs typeface="Verdana"/>
              <a:sym typeface="Verdana"/>
            </a:endParaRPr>
          </a:p>
        </p:txBody>
      </p:sp>
      <p:grpSp>
        <p:nvGrpSpPr>
          <p:cNvPr id="50" name="Google Shape;50;p1"/>
          <p:cNvGrpSpPr/>
          <p:nvPr/>
        </p:nvGrpSpPr>
        <p:grpSpPr>
          <a:xfrm>
            <a:off x="5025225" y="1781988"/>
            <a:ext cx="8237855" cy="6478104"/>
            <a:chOff x="5025225" y="1781988"/>
            <a:chExt cx="8237855" cy="6478104"/>
          </a:xfrm>
        </p:grpSpPr>
        <p:sp>
          <p:nvSpPr>
            <p:cNvPr id="51" name="Google Shape;51;p1"/>
            <p:cNvSpPr/>
            <p:nvPr/>
          </p:nvSpPr>
          <p:spPr>
            <a:xfrm>
              <a:off x="5025225" y="8239772"/>
              <a:ext cx="8237855" cy="20320"/>
            </a:xfrm>
            <a:custGeom>
              <a:rect b="b" l="l" r="r" t="t"/>
              <a:pathLst>
                <a:path extrusionOk="0" h="20320" w="8237855">
                  <a:moveTo>
                    <a:pt x="8237499" y="1435"/>
                  </a:moveTo>
                  <a:lnTo>
                    <a:pt x="0" y="0"/>
                  </a:lnTo>
                  <a:lnTo>
                    <a:pt x="0" y="18719"/>
                  </a:lnTo>
                  <a:lnTo>
                    <a:pt x="8237499" y="20154"/>
                  </a:lnTo>
                  <a:lnTo>
                    <a:pt x="8237499" y="1435"/>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2" name="Google Shape;52;p1"/>
            <p:cNvSpPr/>
            <p:nvPr/>
          </p:nvSpPr>
          <p:spPr>
            <a:xfrm>
              <a:off x="8169807" y="1781988"/>
              <a:ext cx="1948180" cy="454025"/>
            </a:xfrm>
            <a:custGeom>
              <a:rect b="b" l="l" r="r" t="t"/>
              <a:pathLst>
                <a:path extrusionOk="0" h="454025" w="1948179">
                  <a:moveTo>
                    <a:pt x="226791" y="453526"/>
                  </a:moveTo>
                  <a:lnTo>
                    <a:pt x="0" y="453526"/>
                  </a:lnTo>
                  <a:lnTo>
                    <a:pt x="0" y="0"/>
                  </a:lnTo>
                  <a:lnTo>
                    <a:pt x="453595" y="0"/>
                  </a:lnTo>
                  <a:lnTo>
                    <a:pt x="453595" y="453526"/>
                  </a:lnTo>
                  <a:lnTo>
                    <a:pt x="226791" y="453526"/>
                  </a:lnTo>
                  <a:close/>
                </a:path>
                <a:path extrusionOk="0" h="454025" w="1948179">
                  <a:moveTo>
                    <a:pt x="974152" y="453526"/>
                  </a:moveTo>
                  <a:lnTo>
                    <a:pt x="747360" y="453526"/>
                  </a:lnTo>
                  <a:lnTo>
                    <a:pt x="747360" y="0"/>
                  </a:lnTo>
                  <a:lnTo>
                    <a:pt x="1200956" y="0"/>
                  </a:lnTo>
                  <a:lnTo>
                    <a:pt x="1200956" y="453526"/>
                  </a:lnTo>
                  <a:lnTo>
                    <a:pt x="974152" y="453526"/>
                  </a:lnTo>
                  <a:close/>
                </a:path>
                <a:path extrusionOk="0" h="454025" w="1948179">
                  <a:moveTo>
                    <a:pt x="1720788" y="453526"/>
                  </a:moveTo>
                  <a:lnTo>
                    <a:pt x="1493997" y="453526"/>
                  </a:lnTo>
                  <a:lnTo>
                    <a:pt x="1493997" y="0"/>
                  </a:lnTo>
                  <a:lnTo>
                    <a:pt x="1947593" y="0"/>
                  </a:lnTo>
                  <a:lnTo>
                    <a:pt x="1947593" y="453526"/>
                  </a:lnTo>
                  <a:lnTo>
                    <a:pt x="1720788" y="453526"/>
                  </a:lnTo>
                  <a:close/>
                </a:path>
              </a:pathLst>
            </a:custGeom>
            <a:noFill/>
            <a:ln cap="flat" cmpd="sng" w="18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6" name="Shape 56"/>
        <p:cNvGrpSpPr/>
        <p:nvPr/>
      </p:nvGrpSpPr>
      <p:grpSpPr>
        <a:xfrm>
          <a:off x="0" y="0"/>
          <a:ext cx="0" cy="0"/>
          <a:chOff x="0" y="0"/>
          <a:chExt cx="0" cy="0"/>
        </a:xfrm>
      </p:grpSpPr>
      <p:pic>
        <p:nvPicPr>
          <p:cNvPr id="57" name="Google Shape;57;p2"/>
          <p:cNvPicPr preferRelativeResize="0"/>
          <p:nvPr/>
        </p:nvPicPr>
        <p:blipFill rotWithShape="1">
          <a:blip r:embed="rId3">
            <a:alphaModFix/>
          </a:blip>
          <a:srcRect b="0" l="0" r="0" t="0"/>
          <a:stretch/>
        </p:blipFill>
        <p:spPr>
          <a:xfrm>
            <a:off x="-130700" y="-401"/>
            <a:ext cx="18288000" cy="10287764"/>
          </a:xfrm>
          <a:prstGeom prst="rect">
            <a:avLst/>
          </a:prstGeom>
          <a:noFill/>
          <a:ln>
            <a:noFill/>
          </a:ln>
        </p:spPr>
      </p:pic>
      <p:sp>
        <p:nvSpPr>
          <p:cNvPr id="58" name="Google Shape;58;p2"/>
          <p:cNvSpPr txBox="1"/>
          <p:nvPr>
            <p:ph type="title"/>
          </p:nvPr>
        </p:nvSpPr>
        <p:spPr>
          <a:xfrm>
            <a:off x="1610182" y="1139869"/>
            <a:ext cx="7763243" cy="95805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t>Flip-Flops: Definición</a:t>
            </a:r>
            <a:endParaRPr/>
          </a:p>
        </p:txBody>
      </p:sp>
      <p:sp>
        <p:nvSpPr>
          <p:cNvPr id="59" name="Google Shape;59;p2"/>
          <p:cNvSpPr txBox="1"/>
          <p:nvPr/>
        </p:nvSpPr>
        <p:spPr>
          <a:xfrm>
            <a:off x="1048725" y="3911952"/>
            <a:ext cx="7751400" cy="1713000"/>
          </a:xfrm>
          <a:prstGeom prst="rect">
            <a:avLst/>
          </a:prstGeom>
          <a:noFill/>
          <a:ln>
            <a:noFill/>
          </a:ln>
        </p:spPr>
        <p:txBody>
          <a:bodyPr anchorCtr="0" anchor="t" bIns="0" lIns="0" spcFirstLastPara="1" rIns="0" wrap="square" tIns="27300">
            <a:spAutoFit/>
          </a:bodyPr>
          <a:lstStyle/>
          <a:p>
            <a:pPr indent="0" lvl="0" marL="12700" marR="5080" rtl="0" algn="just">
              <a:lnSpc>
                <a:spcPct val="118750"/>
              </a:lnSpc>
              <a:spcBef>
                <a:spcPts val="0"/>
              </a:spcBef>
              <a:spcAft>
                <a:spcPts val="0"/>
              </a:spcAft>
              <a:buNone/>
            </a:pPr>
            <a:r>
              <a:rPr lang="en-US" sz="2400">
                <a:solidFill>
                  <a:srgbClr val="FFFFFF"/>
                </a:solidFill>
                <a:latin typeface="Trebuchet MS"/>
                <a:ea typeface="Trebuchet MS"/>
                <a:cs typeface="Trebuchet MS"/>
                <a:sym typeface="Trebuchet MS"/>
              </a:rPr>
              <a:t>Los flip flops son dispositivos de almacenamiento  de información que pueden mantener un estado binario. Son la base de los contadores, ya que permiten la memorización de los  estados del contador.</a:t>
            </a:r>
            <a:endParaRPr sz="2400">
              <a:latin typeface="Trebuchet MS"/>
              <a:ea typeface="Trebuchet MS"/>
              <a:cs typeface="Trebuchet MS"/>
              <a:sym typeface="Trebuchet MS"/>
            </a:endParaRPr>
          </a:p>
        </p:txBody>
      </p:sp>
      <p:pic>
        <p:nvPicPr>
          <p:cNvPr id="60" name="Google Shape;60;p2"/>
          <p:cNvPicPr preferRelativeResize="0"/>
          <p:nvPr/>
        </p:nvPicPr>
        <p:blipFill rotWithShape="1">
          <a:blip r:embed="rId4">
            <a:alphaModFix/>
          </a:blip>
          <a:srcRect b="0" l="0" r="0" t="0"/>
          <a:stretch/>
        </p:blipFill>
        <p:spPr>
          <a:xfrm>
            <a:off x="11650383" y="1062037"/>
            <a:ext cx="5610225" cy="8162922"/>
          </a:xfrm>
          <a:prstGeom prst="rect">
            <a:avLst/>
          </a:prstGeom>
          <a:noFill/>
          <a:ln>
            <a:noFill/>
          </a:ln>
        </p:spPr>
      </p:pic>
      <p:sp>
        <p:nvSpPr>
          <p:cNvPr id="61" name="Google Shape;61;p2"/>
          <p:cNvSpPr/>
          <p:nvPr/>
        </p:nvSpPr>
        <p:spPr>
          <a:xfrm>
            <a:off x="1622856" y="9204807"/>
            <a:ext cx="7738109" cy="20320"/>
          </a:xfrm>
          <a:custGeom>
            <a:rect b="b" l="l" r="r" t="t"/>
            <a:pathLst>
              <a:path extrusionOk="0" h="20320" w="7738109">
                <a:moveTo>
                  <a:pt x="7737843" y="1447"/>
                </a:moveTo>
                <a:lnTo>
                  <a:pt x="0" y="0"/>
                </a:lnTo>
                <a:lnTo>
                  <a:pt x="0" y="18719"/>
                </a:lnTo>
                <a:lnTo>
                  <a:pt x="7737843" y="20154"/>
                </a:lnTo>
                <a:lnTo>
                  <a:pt x="7737843" y="1447"/>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3"/>
          <p:cNvSpPr txBox="1"/>
          <p:nvPr>
            <p:ph type="title"/>
          </p:nvPr>
        </p:nvSpPr>
        <p:spPr>
          <a:xfrm>
            <a:off x="1610182" y="1139869"/>
            <a:ext cx="7763243" cy="958050"/>
          </a:xfrm>
          <a:prstGeom prst="rect">
            <a:avLst/>
          </a:prstGeom>
          <a:noFill/>
          <a:ln>
            <a:noFill/>
          </a:ln>
        </p:spPr>
        <p:txBody>
          <a:bodyPr anchorCtr="0" anchor="t" bIns="0" lIns="0" spcFirstLastPara="1" rIns="0" wrap="square" tIns="12050">
            <a:spAutoFit/>
          </a:bodyPr>
          <a:lstStyle/>
          <a:p>
            <a:pPr indent="0" lvl="0" marL="27305" rtl="0" algn="l">
              <a:lnSpc>
                <a:spcPct val="100000"/>
              </a:lnSpc>
              <a:spcBef>
                <a:spcPts val="0"/>
              </a:spcBef>
              <a:spcAft>
                <a:spcPts val="0"/>
              </a:spcAft>
              <a:buNone/>
            </a:pPr>
            <a:r>
              <a:rPr lang="en-US" sz="4350"/>
              <a:t>Funcionamiento de Flip-Flops</a:t>
            </a:r>
            <a:endParaRPr sz="4350"/>
          </a:p>
        </p:txBody>
      </p:sp>
      <p:sp>
        <p:nvSpPr>
          <p:cNvPr id="67" name="Google Shape;67;p3"/>
          <p:cNvSpPr txBox="1"/>
          <p:nvPr/>
        </p:nvSpPr>
        <p:spPr>
          <a:xfrm>
            <a:off x="1390343" y="4039760"/>
            <a:ext cx="8202900" cy="3029100"/>
          </a:xfrm>
          <a:prstGeom prst="rect">
            <a:avLst/>
          </a:prstGeom>
          <a:noFill/>
          <a:ln>
            <a:noFill/>
          </a:ln>
        </p:spPr>
        <p:txBody>
          <a:bodyPr anchorCtr="0" anchor="t" bIns="0" lIns="0" spcFirstLastPara="1" rIns="0" wrap="square" tIns="27300">
            <a:spAutoFit/>
          </a:bodyPr>
          <a:lstStyle/>
          <a:p>
            <a:pPr indent="0" lvl="0" marL="12700" marR="5080" rtl="0" algn="l">
              <a:lnSpc>
                <a:spcPct val="118750"/>
              </a:lnSpc>
              <a:spcBef>
                <a:spcPts val="0"/>
              </a:spcBef>
              <a:spcAft>
                <a:spcPts val="0"/>
              </a:spcAft>
              <a:buNone/>
            </a:pPr>
            <a:r>
              <a:rPr lang="en-US" sz="2400">
                <a:solidFill>
                  <a:srgbClr val="FFFFFF"/>
                </a:solidFill>
                <a:latin typeface="Trebuchet MS"/>
                <a:ea typeface="Trebuchet MS"/>
                <a:cs typeface="Trebuchet MS"/>
                <a:sym typeface="Trebuchet MS"/>
              </a:rPr>
              <a:t>Los ﬂip-ﬂops funcionan mediante la aplicación de señales digitales a sus entradas y permisos de cambio que podrian ser niveles digitales o flancos a sus entradas comunmente conocidas como reloj. Dependiendo del tipo de flip flop, estas podrian ser: S-R, J-K,D o T; las conexiones entre ellas pueden ser variadas de acuerdo al tipo de contador que estos flip flops </a:t>
            </a:r>
            <a:r>
              <a:rPr lang="en-US" sz="2400">
                <a:solidFill>
                  <a:srgbClr val="FFFFFF"/>
                </a:solidFill>
                <a:latin typeface="Trebuchet MS"/>
                <a:ea typeface="Trebuchet MS"/>
                <a:cs typeface="Trebuchet MS"/>
                <a:sym typeface="Trebuchet MS"/>
              </a:rPr>
              <a:t>implementen</a:t>
            </a:r>
            <a:endParaRPr sz="2400">
              <a:latin typeface="Trebuchet MS"/>
              <a:ea typeface="Trebuchet MS"/>
              <a:cs typeface="Trebuchet MS"/>
              <a:sym typeface="Trebuchet MS"/>
            </a:endParaRPr>
          </a:p>
        </p:txBody>
      </p:sp>
      <p:pic>
        <p:nvPicPr>
          <p:cNvPr id="68" name="Google Shape;68;p3"/>
          <p:cNvPicPr preferRelativeResize="0"/>
          <p:nvPr/>
        </p:nvPicPr>
        <p:blipFill rotWithShape="1">
          <a:blip r:embed="rId3">
            <a:alphaModFix/>
          </a:blip>
          <a:srcRect b="0" l="0" r="0" t="0"/>
          <a:stretch/>
        </p:blipFill>
        <p:spPr>
          <a:xfrm>
            <a:off x="11635917" y="1060561"/>
            <a:ext cx="5610224" cy="8162925"/>
          </a:xfrm>
          <a:prstGeom prst="rect">
            <a:avLst/>
          </a:prstGeom>
          <a:noFill/>
          <a:ln>
            <a:noFill/>
          </a:ln>
        </p:spPr>
      </p:pic>
      <p:sp>
        <p:nvSpPr>
          <p:cNvPr id="69" name="Google Shape;69;p3"/>
          <p:cNvSpPr/>
          <p:nvPr/>
        </p:nvSpPr>
        <p:spPr>
          <a:xfrm>
            <a:off x="9756720" y="1326965"/>
            <a:ext cx="454025" cy="454025"/>
          </a:xfrm>
          <a:custGeom>
            <a:rect b="b" l="l" r="r" t="t"/>
            <a:pathLst>
              <a:path extrusionOk="0" h="454025" w="454025">
                <a:moveTo>
                  <a:pt x="226787" y="453510"/>
                </a:moveTo>
                <a:lnTo>
                  <a:pt x="0" y="453510"/>
                </a:lnTo>
                <a:lnTo>
                  <a:pt x="0" y="0"/>
                </a:lnTo>
                <a:lnTo>
                  <a:pt x="453574" y="0"/>
                </a:lnTo>
                <a:lnTo>
                  <a:pt x="453574" y="453510"/>
                </a:lnTo>
                <a:lnTo>
                  <a:pt x="226787" y="453510"/>
                </a:lnTo>
                <a:close/>
              </a:path>
            </a:pathLst>
          </a:custGeom>
          <a:noFill/>
          <a:ln cap="flat" cmpd="sng" w="18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0" name="Google Shape;70;p3"/>
          <p:cNvSpPr/>
          <p:nvPr/>
        </p:nvSpPr>
        <p:spPr>
          <a:xfrm>
            <a:off x="10503330" y="1326965"/>
            <a:ext cx="454025" cy="454025"/>
          </a:xfrm>
          <a:custGeom>
            <a:rect b="b" l="l" r="r" t="t"/>
            <a:pathLst>
              <a:path extrusionOk="0" h="454025" w="454025">
                <a:moveTo>
                  <a:pt x="226787" y="453510"/>
                </a:moveTo>
                <a:lnTo>
                  <a:pt x="0" y="453510"/>
                </a:lnTo>
                <a:lnTo>
                  <a:pt x="0" y="0"/>
                </a:lnTo>
                <a:lnTo>
                  <a:pt x="453574" y="0"/>
                </a:lnTo>
                <a:lnTo>
                  <a:pt x="453574" y="453510"/>
                </a:lnTo>
                <a:lnTo>
                  <a:pt x="226787" y="453510"/>
                </a:lnTo>
                <a:close/>
              </a:path>
            </a:pathLst>
          </a:custGeom>
          <a:noFill/>
          <a:ln cap="flat" cmpd="sng" w="18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4" name="Shape 74"/>
        <p:cNvGrpSpPr/>
        <p:nvPr/>
      </p:nvGrpSpPr>
      <p:grpSpPr>
        <a:xfrm>
          <a:off x="0" y="0"/>
          <a:ext cx="0" cy="0"/>
          <a:chOff x="0" y="0"/>
          <a:chExt cx="0" cy="0"/>
        </a:xfrm>
      </p:grpSpPr>
      <p:pic>
        <p:nvPicPr>
          <p:cNvPr id="75" name="Google Shape;75;p4"/>
          <p:cNvPicPr preferRelativeResize="0"/>
          <p:nvPr/>
        </p:nvPicPr>
        <p:blipFill rotWithShape="1">
          <a:blip r:embed="rId3">
            <a:alphaModFix/>
          </a:blip>
          <a:srcRect b="0" l="0" r="0" t="0"/>
          <a:stretch/>
        </p:blipFill>
        <p:spPr>
          <a:xfrm>
            <a:off x="0" y="-1"/>
            <a:ext cx="18288000" cy="10287764"/>
          </a:xfrm>
          <a:prstGeom prst="rect">
            <a:avLst/>
          </a:prstGeom>
          <a:noFill/>
          <a:ln>
            <a:noFill/>
          </a:ln>
        </p:spPr>
      </p:pic>
      <p:grpSp>
        <p:nvGrpSpPr>
          <p:cNvPr id="76" name="Google Shape;76;p4"/>
          <p:cNvGrpSpPr/>
          <p:nvPr/>
        </p:nvGrpSpPr>
        <p:grpSpPr>
          <a:xfrm>
            <a:off x="466561" y="506156"/>
            <a:ext cx="17355185" cy="9275445"/>
            <a:chOff x="466561" y="506156"/>
            <a:chExt cx="17355185" cy="9275445"/>
          </a:xfrm>
        </p:grpSpPr>
        <p:sp>
          <p:nvSpPr>
            <p:cNvPr id="77" name="Google Shape;77;p4"/>
            <p:cNvSpPr/>
            <p:nvPr/>
          </p:nvSpPr>
          <p:spPr>
            <a:xfrm>
              <a:off x="466561" y="506156"/>
              <a:ext cx="17355185" cy="9275445"/>
            </a:xfrm>
            <a:custGeom>
              <a:rect b="b" l="l" r="r" t="t"/>
              <a:pathLst>
                <a:path extrusionOk="0" h="9275445" w="17355185">
                  <a:moveTo>
                    <a:pt x="8677413" y="9275004"/>
                  </a:moveTo>
                  <a:lnTo>
                    <a:pt x="0" y="9275004"/>
                  </a:lnTo>
                  <a:lnTo>
                    <a:pt x="0" y="0"/>
                  </a:lnTo>
                  <a:lnTo>
                    <a:pt x="17354841" y="0"/>
                  </a:lnTo>
                  <a:lnTo>
                    <a:pt x="17354841" y="9275004"/>
                  </a:lnTo>
                  <a:lnTo>
                    <a:pt x="8677413" y="9275004"/>
                  </a:lnTo>
                  <a:close/>
                </a:path>
              </a:pathLst>
            </a:custGeom>
            <a:noFill/>
            <a:ln cap="flat" cmpd="sng" w="18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8" name="Google Shape;78;p4"/>
            <p:cNvSpPr/>
            <p:nvPr/>
          </p:nvSpPr>
          <p:spPr>
            <a:xfrm>
              <a:off x="15376257" y="8753755"/>
              <a:ext cx="1948180" cy="454025"/>
            </a:xfrm>
            <a:custGeom>
              <a:rect b="b" l="l" r="r" t="t"/>
              <a:pathLst>
                <a:path extrusionOk="0" h="454025" w="1948180">
                  <a:moveTo>
                    <a:pt x="226842" y="453518"/>
                  </a:moveTo>
                  <a:lnTo>
                    <a:pt x="0" y="453518"/>
                  </a:lnTo>
                  <a:lnTo>
                    <a:pt x="0" y="0"/>
                  </a:lnTo>
                  <a:lnTo>
                    <a:pt x="453557" y="0"/>
                  </a:lnTo>
                  <a:lnTo>
                    <a:pt x="453557" y="453518"/>
                  </a:lnTo>
                  <a:lnTo>
                    <a:pt x="226842" y="453518"/>
                  </a:lnTo>
                  <a:close/>
                </a:path>
                <a:path extrusionOk="0" h="454025" w="1948180">
                  <a:moveTo>
                    <a:pt x="973415" y="453518"/>
                  </a:moveTo>
                  <a:lnTo>
                    <a:pt x="746700" y="453518"/>
                  </a:lnTo>
                  <a:lnTo>
                    <a:pt x="746700" y="0"/>
                  </a:lnTo>
                  <a:lnTo>
                    <a:pt x="1200258" y="0"/>
                  </a:lnTo>
                  <a:lnTo>
                    <a:pt x="1200258" y="453518"/>
                  </a:lnTo>
                  <a:lnTo>
                    <a:pt x="973415" y="453518"/>
                  </a:lnTo>
                  <a:close/>
                </a:path>
                <a:path extrusionOk="0" h="454025" w="1948180">
                  <a:moveTo>
                    <a:pt x="1720877" y="453518"/>
                  </a:moveTo>
                  <a:lnTo>
                    <a:pt x="1494035" y="453518"/>
                  </a:lnTo>
                  <a:lnTo>
                    <a:pt x="1494035" y="0"/>
                  </a:lnTo>
                  <a:lnTo>
                    <a:pt x="1947593" y="0"/>
                  </a:lnTo>
                  <a:lnTo>
                    <a:pt x="1947593" y="453518"/>
                  </a:lnTo>
                  <a:lnTo>
                    <a:pt x="1720877" y="453518"/>
                  </a:lnTo>
                  <a:close/>
                </a:path>
              </a:pathLst>
            </a:custGeom>
            <a:noFill/>
            <a:ln cap="flat" cmpd="sng" w="18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79" name="Google Shape;79;p4"/>
            <p:cNvPicPr preferRelativeResize="0"/>
            <p:nvPr/>
          </p:nvPicPr>
          <p:blipFill rotWithShape="1">
            <a:blip r:embed="rId4">
              <a:alphaModFix/>
            </a:blip>
            <a:srcRect b="0" l="0" r="0" t="0"/>
            <a:stretch/>
          </p:blipFill>
          <p:spPr>
            <a:xfrm>
              <a:off x="1038240" y="1060561"/>
              <a:ext cx="5558282" cy="8162925"/>
            </a:xfrm>
            <a:prstGeom prst="rect">
              <a:avLst/>
            </a:prstGeom>
            <a:noFill/>
            <a:ln>
              <a:noFill/>
            </a:ln>
          </p:spPr>
        </p:pic>
      </p:grpSp>
      <p:sp>
        <p:nvSpPr>
          <p:cNvPr id="80" name="Google Shape;80;p4"/>
          <p:cNvSpPr txBox="1"/>
          <p:nvPr>
            <p:ph type="title"/>
          </p:nvPr>
        </p:nvSpPr>
        <p:spPr>
          <a:xfrm>
            <a:off x="8759532" y="2442953"/>
            <a:ext cx="7070725" cy="69977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sz="4400"/>
              <a:t>Introducción a Contadores</a:t>
            </a:r>
            <a:endParaRPr sz="4400"/>
          </a:p>
        </p:txBody>
      </p:sp>
      <p:sp>
        <p:nvSpPr>
          <p:cNvPr id="81" name="Google Shape;81;p4"/>
          <p:cNvSpPr txBox="1"/>
          <p:nvPr/>
        </p:nvSpPr>
        <p:spPr>
          <a:xfrm>
            <a:off x="8728045" y="4571993"/>
            <a:ext cx="7133700" cy="2590500"/>
          </a:xfrm>
          <a:prstGeom prst="rect">
            <a:avLst/>
          </a:prstGeom>
          <a:noFill/>
          <a:ln>
            <a:noFill/>
          </a:ln>
        </p:spPr>
        <p:txBody>
          <a:bodyPr anchorCtr="0" anchor="t" bIns="0" lIns="0" spcFirstLastPara="1" rIns="0" wrap="square" tIns="27300">
            <a:spAutoFit/>
          </a:bodyPr>
          <a:lstStyle/>
          <a:p>
            <a:pPr indent="0" lvl="0" marL="12700" marR="5080" rtl="0" algn="l">
              <a:lnSpc>
                <a:spcPct val="118750"/>
              </a:lnSpc>
              <a:spcBef>
                <a:spcPts val="0"/>
              </a:spcBef>
              <a:spcAft>
                <a:spcPts val="0"/>
              </a:spcAft>
              <a:buNone/>
            </a:pPr>
            <a:r>
              <a:rPr lang="en-US" sz="2400">
                <a:solidFill>
                  <a:srgbClr val="FFFFFF"/>
                </a:solidFill>
                <a:latin typeface="Trebuchet MS"/>
                <a:ea typeface="Trebuchet MS"/>
                <a:cs typeface="Trebuchet MS"/>
                <a:sym typeface="Trebuchet MS"/>
              </a:rPr>
              <a:t>Los contadores digitales son bloques digitales secuenciales de mediana escala de integración diseñados con el objetivo de contar eventos lógicos, </a:t>
            </a:r>
            <a:r>
              <a:rPr lang="en-US" sz="2400">
                <a:solidFill>
                  <a:srgbClr val="FFFFFF"/>
                </a:solidFill>
                <a:latin typeface="Trebuchet MS"/>
                <a:ea typeface="Trebuchet MS"/>
                <a:cs typeface="Trebuchet MS"/>
                <a:sym typeface="Trebuchet MS"/>
              </a:rPr>
              <a:t>comúnmente</a:t>
            </a:r>
            <a:r>
              <a:rPr lang="en-US" sz="2400">
                <a:solidFill>
                  <a:srgbClr val="FFFFFF"/>
                </a:solidFill>
                <a:latin typeface="Trebuchet MS"/>
                <a:ea typeface="Trebuchet MS"/>
                <a:cs typeface="Trebuchet MS"/>
                <a:sym typeface="Trebuchet MS"/>
              </a:rPr>
              <a:t> estos se manifiestan como cambios en un valor de digital, de 0 a 1 flanco de subida, de 1 a 0 flanco de bajada</a:t>
            </a:r>
            <a:endParaRPr sz="2400">
              <a:latin typeface="Trebuchet MS"/>
              <a:ea typeface="Trebuchet MS"/>
              <a:cs typeface="Trebuchet MS"/>
              <a:sym typeface="Trebuchet MS"/>
            </a:endParaRPr>
          </a:p>
        </p:txBody>
      </p:sp>
      <p:sp>
        <p:nvSpPr>
          <p:cNvPr id="82" name="Google Shape;82;p4"/>
          <p:cNvSpPr txBox="1"/>
          <p:nvPr/>
        </p:nvSpPr>
        <p:spPr>
          <a:xfrm>
            <a:off x="15259865" y="5304568"/>
            <a:ext cx="382270" cy="39116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2400">
                <a:solidFill>
                  <a:srgbClr val="FFFFFF"/>
                </a:solidFill>
                <a:latin typeface="Trebuchet MS"/>
                <a:ea typeface="Trebuchet MS"/>
                <a:cs typeface="Trebuchet MS"/>
                <a:sym typeface="Trebuchet MS"/>
              </a:rPr>
              <a:t>en</a:t>
            </a:r>
            <a:endParaRPr sz="2400">
              <a:latin typeface="Trebuchet MS"/>
              <a:ea typeface="Trebuchet MS"/>
              <a:cs typeface="Trebuchet MS"/>
              <a:sym typeface="Trebuchet MS"/>
            </a:endParaRPr>
          </a:p>
        </p:txBody>
      </p:sp>
      <p:sp>
        <p:nvSpPr>
          <p:cNvPr id="83" name="Google Shape;83;p4"/>
          <p:cNvSpPr txBox="1"/>
          <p:nvPr/>
        </p:nvSpPr>
        <p:spPr>
          <a:xfrm>
            <a:off x="8759532" y="6684568"/>
            <a:ext cx="5018400" cy="381600"/>
          </a:xfrm>
          <a:prstGeom prst="rect">
            <a:avLst/>
          </a:prstGeom>
          <a:noFill/>
          <a:ln>
            <a:noFill/>
          </a:ln>
        </p:spPr>
        <p:txBody>
          <a:bodyPr anchorCtr="0" anchor="t" bIns="0" lIns="0" spcFirstLastPara="1" rIns="0" wrap="square" tIns="12050">
            <a:spAutoFit/>
          </a:bodyPr>
          <a:lstStyle/>
          <a:p>
            <a:pPr indent="0" lvl="0" marL="0" rtl="0" algn="l">
              <a:lnSpc>
                <a:spcPct val="100000"/>
              </a:lnSpc>
              <a:spcBef>
                <a:spcPts val="0"/>
              </a:spcBef>
              <a:spcAft>
                <a:spcPts val="0"/>
              </a:spcAft>
              <a:buNone/>
            </a:pPr>
            <a:r>
              <a:t/>
            </a:r>
            <a:endParaRPr sz="2400">
              <a:latin typeface="Trebuchet MS"/>
              <a:ea typeface="Trebuchet MS"/>
              <a:cs typeface="Trebuchet MS"/>
              <a:sym typeface="Trebuchet M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5"/>
          <p:cNvSpPr txBox="1"/>
          <p:nvPr>
            <p:ph type="title"/>
          </p:nvPr>
        </p:nvSpPr>
        <p:spPr>
          <a:xfrm>
            <a:off x="1610182" y="1139869"/>
            <a:ext cx="7763243" cy="958050"/>
          </a:xfrm>
          <a:prstGeom prst="rect">
            <a:avLst/>
          </a:prstGeom>
          <a:noFill/>
          <a:ln>
            <a:noFill/>
          </a:ln>
        </p:spPr>
        <p:txBody>
          <a:bodyPr anchorCtr="0" anchor="t" bIns="0" lIns="0" spcFirstLastPara="1" rIns="0" wrap="square" tIns="12050">
            <a:spAutoFit/>
          </a:bodyPr>
          <a:lstStyle/>
          <a:p>
            <a:pPr indent="0" lvl="0" marL="27305" rtl="0" algn="l">
              <a:lnSpc>
                <a:spcPct val="100000"/>
              </a:lnSpc>
              <a:spcBef>
                <a:spcPts val="0"/>
              </a:spcBef>
              <a:spcAft>
                <a:spcPts val="0"/>
              </a:spcAft>
              <a:buNone/>
            </a:pPr>
            <a:r>
              <a:rPr lang="en-US" sz="5400"/>
              <a:t>Contadores Sincrónicos</a:t>
            </a:r>
            <a:endParaRPr sz="5400"/>
          </a:p>
        </p:txBody>
      </p:sp>
      <p:sp>
        <p:nvSpPr>
          <p:cNvPr id="89" name="Google Shape;89;p5"/>
          <p:cNvSpPr txBox="1"/>
          <p:nvPr/>
        </p:nvSpPr>
        <p:spPr>
          <a:xfrm>
            <a:off x="1610180" y="4823985"/>
            <a:ext cx="8078400" cy="2224800"/>
          </a:xfrm>
          <a:prstGeom prst="rect">
            <a:avLst/>
          </a:prstGeom>
          <a:noFill/>
          <a:ln>
            <a:noFill/>
          </a:ln>
        </p:spPr>
        <p:txBody>
          <a:bodyPr anchorCtr="0" anchor="t" bIns="0" lIns="0" spcFirstLastPara="1" rIns="0" wrap="square" tIns="12700">
            <a:spAutoFit/>
          </a:bodyPr>
          <a:lstStyle/>
          <a:p>
            <a:pPr indent="0" lvl="0" marL="12700" marR="5080" rtl="0" algn="l">
              <a:lnSpc>
                <a:spcPct val="99800"/>
              </a:lnSpc>
              <a:spcBef>
                <a:spcPts val="0"/>
              </a:spcBef>
              <a:spcAft>
                <a:spcPts val="0"/>
              </a:spcAft>
              <a:buNone/>
            </a:pPr>
            <a:r>
              <a:rPr lang="en-US" sz="2400">
                <a:solidFill>
                  <a:srgbClr val="FFFFFF"/>
                </a:solidFill>
                <a:latin typeface="Trebuchet MS"/>
                <a:ea typeface="Trebuchet MS"/>
                <a:cs typeface="Trebuchet MS"/>
                <a:sym typeface="Trebuchet MS"/>
              </a:rPr>
              <a:t>Estos contadores se caracterizan porque los eventos logicos a contar arriban por un linea digital que se conecta en comun a la entrada de reloj de todos los flip-flops que componen al contador, además ellos responden en su implementación a un proceso de diseño por diagrama de estado</a:t>
            </a:r>
            <a:endParaRPr sz="2400">
              <a:latin typeface="Trebuchet MS"/>
              <a:ea typeface="Trebuchet MS"/>
              <a:cs typeface="Trebuchet MS"/>
              <a:sym typeface="Trebuchet MS"/>
            </a:endParaRPr>
          </a:p>
        </p:txBody>
      </p:sp>
      <p:pic>
        <p:nvPicPr>
          <p:cNvPr id="90" name="Google Shape;90;p5"/>
          <p:cNvPicPr preferRelativeResize="0"/>
          <p:nvPr/>
        </p:nvPicPr>
        <p:blipFill rotWithShape="1">
          <a:blip r:embed="rId3">
            <a:alphaModFix/>
          </a:blip>
          <a:srcRect b="0" l="0" r="0" t="0"/>
          <a:stretch/>
        </p:blipFill>
        <p:spPr>
          <a:xfrm>
            <a:off x="11635917" y="1060556"/>
            <a:ext cx="5610224" cy="8162925"/>
          </a:xfrm>
          <a:prstGeom prst="rect">
            <a:avLst/>
          </a:prstGeom>
          <a:noFill/>
          <a:ln>
            <a:noFill/>
          </a:ln>
        </p:spPr>
      </p:pic>
      <p:sp>
        <p:nvSpPr>
          <p:cNvPr id="91" name="Google Shape;91;p5"/>
          <p:cNvSpPr/>
          <p:nvPr/>
        </p:nvSpPr>
        <p:spPr>
          <a:xfrm>
            <a:off x="9756720" y="1326953"/>
            <a:ext cx="454025" cy="454025"/>
          </a:xfrm>
          <a:custGeom>
            <a:rect b="b" l="l" r="r" t="t"/>
            <a:pathLst>
              <a:path extrusionOk="0" h="454025" w="454025">
                <a:moveTo>
                  <a:pt x="226787" y="453523"/>
                </a:moveTo>
                <a:lnTo>
                  <a:pt x="0" y="453523"/>
                </a:lnTo>
                <a:lnTo>
                  <a:pt x="0" y="0"/>
                </a:lnTo>
                <a:lnTo>
                  <a:pt x="453574" y="0"/>
                </a:lnTo>
                <a:lnTo>
                  <a:pt x="453574" y="453523"/>
                </a:lnTo>
                <a:lnTo>
                  <a:pt x="226787" y="453523"/>
                </a:lnTo>
                <a:close/>
              </a:path>
            </a:pathLst>
          </a:custGeom>
          <a:noFill/>
          <a:ln cap="flat" cmpd="sng" w="18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2" name="Google Shape;92;p5"/>
          <p:cNvSpPr/>
          <p:nvPr/>
        </p:nvSpPr>
        <p:spPr>
          <a:xfrm>
            <a:off x="10503330" y="1326953"/>
            <a:ext cx="454025" cy="454025"/>
          </a:xfrm>
          <a:custGeom>
            <a:rect b="b" l="l" r="r" t="t"/>
            <a:pathLst>
              <a:path extrusionOk="0" h="454025" w="454025">
                <a:moveTo>
                  <a:pt x="226787" y="453523"/>
                </a:moveTo>
                <a:lnTo>
                  <a:pt x="0" y="453523"/>
                </a:lnTo>
                <a:lnTo>
                  <a:pt x="0" y="0"/>
                </a:lnTo>
                <a:lnTo>
                  <a:pt x="453574" y="0"/>
                </a:lnTo>
                <a:lnTo>
                  <a:pt x="453574" y="453523"/>
                </a:lnTo>
                <a:lnTo>
                  <a:pt x="226787" y="453523"/>
                </a:lnTo>
                <a:close/>
              </a:path>
            </a:pathLst>
          </a:custGeom>
          <a:noFill/>
          <a:ln cap="flat" cmpd="sng" w="18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6" name="Shape 96"/>
        <p:cNvGrpSpPr/>
        <p:nvPr/>
      </p:nvGrpSpPr>
      <p:grpSpPr>
        <a:xfrm>
          <a:off x="0" y="0"/>
          <a:ext cx="0" cy="0"/>
          <a:chOff x="0" y="0"/>
          <a:chExt cx="0" cy="0"/>
        </a:xfrm>
      </p:grpSpPr>
      <p:pic>
        <p:nvPicPr>
          <p:cNvPr id="97" name="Google Shape;97;p6"/>
          <p:cNvPicPr preferRelativeResize="0"/>
          <p:nvPr/>
        </p:nvPicPr>
        <p:blipFill rotWithShape="1">
          <a:blip r:embed="rId3">
            <a:alphaModFix/>
          </a:blip>
          <a:srcRect b="0" l="0" r="0" t="0"/>
          <a:stretch/>
        </p:blipFill>
        <p:spPr>
          <a:xfrm>
            <a:off x="0" y="-1"/>
            <a:ext cx="18288000" cy="10287764"/>
          </a:xfrm>
          <a:prstGeom prst="rect">
            <a:avLst/>
          </a:prstGeom>
          <a:noFill/>
          <a:ln>
            <a:noFill/>
          </a:ln>
        </p:spPr>
      </p:pic>
      <p:sp>
        <p:nvSpPr>
          <p:cNvPr id="98" name="Google Shape;98;p6"/>
          <p:cNvSpPr/>
          <p:nvPr/>
        </p:nvSpPr>
        <p:spPr>
          <a:xfrm>
            <a:off x="17329658" y="624954"/>
            <a:ext cx="454025" cy="454025"/>
          </a:xfrm>
          <a:custGeom>
            <a:rect b="b" l="l" r="r" t="t"/>
            <a:pathLst>
              <a:path extrusionOk="0" h="454025" w="454025">
                <a:moveTo>
                  <a:pt x="226822" y="453517"/>
                </a:moveTo>
                <a:lnTo>
                  <a:pt x="0" y="453517"/>
                </a:lnTo>
                <a:lnTo>
                  <a:pt x="0" y="0"/>
                </a:lnTo>
                <a:lnTo>
                  <a:pt x="453517" y="0"/>
                </a:lnTo>
                <a:lnTo>
                  <a:pt x="453517" y="453517"/>
                </a:lnTo>
                <a:lnTo>
                  <a:pt x="226822" y="453517"/>
                </a:lnTo>
                <a:close/>
              </a:path>
            </a:pathLst>
          </a:custGeom>
          <a:noFill/>
          <a:ln cap="flat" cmpd="sng" w="18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9" name="Google Shape;99;p6"/>
          <p:cNvSpPr/>
          <p:nvPr/>
        </p:nvSpPr>
        <p:spPr>
          <a:xfrm>
            <a:off x="452159" y="9469435"/>
            <a:ext cx="454025" cy="454025"/>
          </a:xfrm>
          <a:custGeom>
            <a:rect b="b" l="l" r="r" t="t"/>
            <a:pathLst>
              <a:path extrusionOk="0" h="454025" w="454025">
                <a:moveTo>
                  <a:pt x="226794" y="453513"/>
                </a:moveTo>
                <a:lnTo>
                  <a:pt x="0" y="453513"/>
                </a:lnTo>
                <a:lnTo>
                  <a:pt x="0" y="0"/>
                </a:lnTo>
                <a:lnTo>
                  <a:pt x="453587" y="0"/>
                </a:lnTo>
                <a:lnTo>
                  <a:pt x="453587" y="453513"/>
                </a:lnTo>
                <a:lnTo>
                  <a:pt x="226794" y="453513"/>
                </a:lnTo>
                <a:close/>
              </a:path>
            </a:pathLst>
          </a:custGeom>
          <a:noFill/>
          <a:ln cap="flat" cmpd="sng" w="18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0" name="Google Shape;100;p6"/>
          <p:cNvSpPr/>
          <p:nvPr/>
        </p:nvSpPr>
        <p:spPr>
          <a:xfrm>
            <a:off x="1199500" y="9469435"/>
            <a:ext cx="454025" cy="454025"/>
          </a:xfrm>
          <a:custGeom>
            <a:rect b="b" l="l" r="r" t="t"/>
            <a:pathLst>
              <a:path extrusionOk="0" h="454025" w="454025">
                <a:moveTo>
                  <a:pt x="226798" y="453513"/>
                </a:moveTo>
                <a:lnTo>
                  <a:pt x="0" y="453513"/>
                </a:lnTo>
                <a:lnTo>
                  <a:pt x="0" y="0"/>
                </a:lnTo>
                <a:lnTo>
                  <a:pt x="453587" y="0"/>
                </a:lnTo>
                <a:lnTo>
                  <a:pt x="453587" y="453513"/>
                </a:lnTo>
                <a:lnTo>
                  <a:pt x="226798" y="453513"/>
                </a:lnTo>
                <a:close/>
              </a:path>
            </a:pathLst>
          </a:custGeom>
          <a:noFill/>
          <a:ln cap="flat" cmpd="sng" w="18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1" name="Google Shape;101;p6"/>
          <p:cNvSpPr txBox="1"/>
          <p:nvPr>
            <p:ph type="title"/>
          </p:nvPr>
        </p:nvSpPr>
        <p:spPr>
          <a:xfrm>
            <a:off x="9131439" y="2444693"/>
            <a:ext cx="7118984" cy="74549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sz="4700"/>
              <a:t>Contadores Asincrónicos</a:t>
            </a:r>
            <a:endParaRPr sz="4700"/>
          </a:p>
        </p:txBody>
      </p:sp>
      <p:sp>
        <p:nvSpPr>
          <p:cNvPr id="102" name="Google Shape;102;p6"/>
          <p:cNvSpPr txBox="1"/>
          <p:nvPr/>
        </p:nvSpPr>
        <p:spPr>
          <a:xfrm>
            <a:off x="8974589" y="6101196"/>
            <a:ext cx="6690900" cy="381600"/>
          </a:xfrm>
          <a:prstGeom prst="rect">
            <a:avLst/>
          </a:prstGeom>
          <a:noFill/>
          <a:ln>
            <a:noFill/>
          </a:ln>
        </p:spPr>
        <p:txBody>
          <a:bodyPr anchorCtr="0" anchor="t" bIns="0" lIns="0" spcFirstLastPara="1" rIns="0" wrap="square" tIns="12050">
            <a:spAutoFit/>
          </a:bodyPr>
          <a:lstStyle/>
          <a:p>
            <a:pPr indent="0" lvl="0" marL="0" rtl="0" algn="l">
              <a:lnSpc>
                <a:spcPct val="119375"/>
              </a:lnSpc>
              <a:spcBef>
                <a:spcPts val="0"/>
              </a:spcBef>
              <a:spcAft>
                <a:spcPts val="0"/>
              </a:spcAft>
              <a:buNone/>
            </a:pPr>
            <a:r>
              <a:t/>
            </a:r>
            <a:endParaRPr sz="2400">
              <a:latin typeface="Trebuchet MS"/>
              <a:ea typeface="Trebuchet MS"/>
              <a:cs typeface="Trebuchet MS"/>
              <a:sym typeface="Trebuchet MS"/>
            </a:endParaRPr>
          </a:p>
        </p:txBody>
      </p:sp>
      <p:sp>
        <p:nvSpPr>
          <p:cNvPr id="103" name="Google Shape;103;p6"/>
          <p:cNvSpPr txBox="1"/>
          <p:nvPr/>
        </p:nvSpPr>
        <p:spPr>
          <a:xfrm>
            <a:off x="9376064" y="6520571"/>
            <a:ext cx="2998500" cy="381000"/>
          </a:xfrm>
          <a:prstGeom prst="rect">
            <a:avLst/>
          </a:prstGeom>
          <a:noFill/>
          <a:ln>
            <a:noFill/>
          </a:ln>
        </p:spPr>
        <p:txBody>
          <a:bodyPr anchorCtr="0" anchor="t" bIns="0" lIns="0" spcFirstLastPara="1" rIns="0" wrap="square" tIns="11425">
            <a:spAutoFit/>
          </a:bodyPr>
          <a:lstStyle/>
          <a:p>
            <a:pPr indent="0" lvl="0" marL="0" marR="5080" rtl="0" algn="l">
              <a:lnSpc>
                <a:spcPct val="100299"/>
              </a:lnSpc>
              <a:spcBef>
                <a:spcPts val="0"/>
              </a:spcBef>
              <a:spcAft>
                <a:spcPts val="0"/>
              </a:spcAft>
              <a:buNone/>
            </a:pPr>
            <a:r>
              <a:t/>
            </a:r>
            <a:endParaRPr sz="2400">
              <a:latin typeface="Trebuchet MS"/>
              <a:ea typeface="Trebuchet MS"/>
              <a:cs typeface="Trebuchet MS"/>
              <a:sym typeface="Trebuchet MS"/>
            </a:endParaRPr>
          </a:p>
        </p:txBody>
      </p:sp>
      <p:pic>
        <p:nvPicPr>
          <p:cNvPr id="104" name="Google Shape;104;p6"/>
          <p:cNvPicPr preferRelativeResize="0"/>
          <p:nvPr/>
        </p:nvPicPr>
        <p:blipFill rotWithShape="1">
          <a:blip r:embed="rId4">
            <a:alphaModFix/>
          </a:blip>
          <a:srcRect b="0" l="0" r="0" t="0"/>
          <a:stretch/>
        </p:blipFill>
        <p:spPr>
          <a:xfrm>
            <a:off x="1036236" y="1055503"/>
            <a:ext cx="5558282" cy="8162923"/>
          </a:xfrm>
          <a:prstGeom prst="rect">
            <a:avLst/>
          </a:prstGeom>
          <a:noFill/>
          <a:ln>
            <a:noFill/>
          </a:ln>
        </p:spPr>
      </p:pic>
      <p:sp>
        <p:nvSpPr>
          <p:cNvPr id="105" name="Google Shape;105;p6"/>
          <p:cNvSpPr/>
          <p:nvPr/>
        </p:nvSpPr>
        <p:spPr>
          <a:xfrm>
            <a:off x="9144140" y="9201594"/>
            <a:ext cx="7738109" cy="20320"/>
          </a:xfrm>
          <a:custGeom>
            <a:rect b="b" l="l" r="r" t="t"/>
            <a:pathLst>
              <a:path extrusionOk="0" h="20320" w="7738109">
                <a:moveTo>
                  <a:pt x="7737830" y="1435"/>
                </a:moveTo>
                <a:lnTo>
                  <a:pt x="0" y="0"/>
                </a:lnTo>
                <a:lnTo>
                  <a:pt x="0" y="18719"/>
                </a:lnTo>
                <a:lnTo>
                  <a:pt x="7737830" y="20154"/>
                </a:lnTo>
                <a:lnTo>
                  <a:pt x="7737830" y="1435"/>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6" name="Google Shape;106;p6"/>
          <p:cNvSpPr txBox="1"/>
          <p:nvPr/>
        </p:nvSpPr>
        <p:spPr>
          <a:xfrm>
            <a:off x="13096825" y="5594250"/>
            <a:ext cx="5254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latin typeface="Calibri"/>
              <a:ea typeface="Calibri"/>
              <a:cs typeface="Calibri"/>
              <a:sym typeface="Calibri"/>
            </a:endParaRPr>
          </a:p>
        </p:txBody>
      </p:sp>
      <p:sp>
        <p:nvSpPr>
          <p:cNvPr id="107" name="Google Shape;107;p6"/>
          <p:cNvSpPr txBox="1"/>
          <p:nvPr/>
        </p:nvSpPr>
        <p:spPr>
          <a:xfrm>
            <a:off x="7927400" y="4783850"/>
            <a:ext cx="7738200" cy="461700"/>
          </a:xfrm>
          <a:prstGeom prst="rect">
            <a:avLst/>
          </a:prstGeom>
          <a:solidFill>
            <a:schemeClr val="dk1"/>
          </a:solid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US" sz="1800">
                <a:latin typeface="Calibri"/>
                <a:ea typeface="Calibri"/>
                <a:cs typeface="Calibri"/>
                <a:sym typeface="Calibri"/>
              </a:rPr>
              <a:t>los</a:t>
            </a:r>
            <a:endParaRPr sz="1800">
              <a:latin typeface="Calibri"/>
              <a:ea typeface="Calibri"/>
              <a:cs typeface="Calibri"/>
              <a:sym typeface="Calibri"/>
            </a:endParaRPr>
          </a:p>
        </p:txBody>
      </p:sp>
      <p:sp>
        <p:nvSpPr>
          <p:cNvPr id="108" name="Google Shape;108;p6"/>
          <p:cNvSpPr txBox="1"/>
          <p:nvPr/>
        </p:nvSpPr>
        <p:spPr>
          <a:xfrm>
            <a:off x="11659050" y="5097575"/>
            <a:ext cx="6692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2" name="Shape 112"/>
        <p:cNvGrpSpPr/>
        <p:nvPr/>
      </p:nvGrpSpPr>
      <p:grpSpPr>
        <a:xfrm>
          <a:off x="0" y="0"/>
          <a:ext cx="0" cy="0"/>
          <a:chOff x="0" y="0"/>
          <a:chExt cx="0" cy="0"/>
        </a:xfrm>
      </p:grpSpPr>
      <p:pic>
        <p:nvPicPr>
          <p:cNvPr id="113" name="Google Shape;113;p7"/>
          <p:cNvPicPr preferRelativeResize="0"/>
          <p:nvPr/>
        </p:nvPicPr>
        <p:blipFill rotWithShape="1">
          <a:blip r:embed="rId3">
            <a:alphaModFix/>
          </a:blip>
          <a:srcRect b="0" l="0" r="0" t="0"/>
          <a:stretch/>
        </p:blipFill>
        <p:spPr>
          <a:xfrm>
            <a:off x="0" y="-1"/>
            <a:ext cx="18288000" cy="10287764"/>
          </a:xfrm>
          <a:prstGeom prst="rect">
            <a:avLst/>
          </a:prstGeom>
          <a:noFill/>
          <a:ln>
            <a:noFill/>
          </a:ln>
        </p:spPr>
      </p:pic>
      <p:sp>
        <p:nvSpPr>
          <p:cNvPr id="114" name="Google Shape;114;p7"/>
          <p:cNvSpPr txBox="1"/>
          <p:nvPr>
            <p:ph type="title"/>
          </p:nvPr>
        </p:nvSpPr>
        <p:spPr>
          <a:xfrm>
            <a:off x="1610182" y="1139869"/>
            <a:ext cx="7763243" cy="95805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sz="4550"/>
              <a:t>Aplicaciones de Contadores</a:t>
            </a:r>
            <a:endParaRPr sz="4550"/>
          </a:p>
        </p:txBody>
      </p:sp>
      <p:pic>
        <p:nvPicPr>
          <p:cNvPr id="115" name="Google Shape;115;p7"/>
          <p:cNvPicPr preferRelativeResize="0"/>
          <p:nvPr/>
        </p:nvPicPr>
        <p:blipFill rotWithShape="1">
          <a:blip r:embed="rId4">
            <a:alphaModFix/>
          </a:blip>
          <a:srcRect b="0" l="0" r="0" t="0"/>
          <a:stretch/>
        </p:blipFill>
        <p:spPr>
          <a:xfrm>
            <a:off x="2954274" y="2991167"/>
            <a:ext cx="1787893" cy="237985"/>
          </a:xfrm>
          <a:prstGeom prst="rect">
            <a:avLst/>
          </a:prstGeom>
          <a:noFill/>
          <a:ln>
            <a:noFill/>
          </a:ln>
        </p:spPr>
      </p:pic>
      <p:pic>
        <p:nvPicPr>
          <p:cNvPr id="116" name="Google Shape;116;p7"/>
          <p:cNvPicPr preferRelativeResize="0"/>
          <p:nvPr/>
        </p:nvPicPr>
        <p:blipFill rotWithShape="1">
          <a:blip r:embed="rId5">
            <a:alphaModFix/>
          </a:blip>
          <a:srcRect b="0" l="0" r="0" t="0"/>
          <a:stretch/>
        </p:blipFill>
        <p:spPr>
          <a:xfrm>
            <a:off x="4899012" y="2991167"/>
            <a:ext cx="1792147" cy="237985"/>
          </a:xfrm>
          <a:prstGeom prst="rect">
            <a:avLst/>
          </a:prstGeom>
          <a:noFill/>
          <a:ln>
            <a:noFill/>
          </a:ln>
        </p:spPr>
      </p:pic>
      <p:sp>
        <p:nvSpPr>
          <p:cNvPr id="117" name="Google Shape;117;p7"/>
          <p:cNvSpPr/>
          <p:nvPr/>
        </p:nvSpPr>
        <p:spPr>
          <a:xfrm>
            <a:off x="1634756" y="3353117"/>
            <a:ext cx="993140" cy="238125"/>
          </a:xfrm>
          <a:custGeom>
            <a:rect b="b" l="l" r="r" t="t"/>
            <a:pathLst>
              <a:path extrusionOk="0" h="238125" w="993139">
                <a:moveTo>
                  <a:pt x="85801" y="60896"/>
                </a:moveTo>
                <a:lnTo>
                  <a:pt x="41046" y="72783"/>
                </a:lnTo>
                <a:lnTo>
                  <a:pt x="10782" y="104686"/>
                </a:lnTo>
                <a:lnTo>
                  <a:pt x="0" y="148844"/>
                </a:lnTo>
                <a:lnTo>
                  <a:pt x="397" y="157683"/>
                </a:lnTo>
                <a:lnTo>
                  <a:pt x="14041" y="197981"/>
                </a:lnTo>
                <a:lnTo>
                  <a:pt x="44118" y="227023"/>
                </a:lnTo>
                <a:lnTo>
                  <a:pt x="86093" y="237985"/>
                </a:lnTo>
                <a:lnTo>
                  <a:pt x="94177" y="237644"/>
                </a:lnTo>
                <a:lnTo>
                  <a:pt x="136357" y="221898"/>
                </a:lnTo>
                <a:lnTo>
                  <a:pt x="150571" y="207048"/>
                </a:lnTo>
                <a:lnTo>
                  <a:pt x="85204" y="207048"/>
                </a:lnTo>
                <a:lnTo>
                  <a:pt x="78391" y="206571"/>
                </a:lnTo>
                <a:lnTo>
                  <a:pt x="44635" y="184704"/>
                </a:lnTo>
                <a:lnTo>
                  <a:pt x="33616" y="148844"/>
                </a:lnTo>
                <a:lnTo>
                  <a:pt x="34052" y="140755"/>
                </a:lnTo>
                <a:lnTo>
                  <a:pt x="53676" y="103103"/>
                </a:lnTo>
                <a:lnTo>
                  <a:pt x="84912" y="91821"/>
                </a:lnTo>
                <a:lnTo>
                  <a:pt x="149001" y="91821"/>
                </a:lnTo>
                <a:lnTo>
                  <a:pt x="145408" y="86820"/>
                </a:lnTo>
                <a:lnTo>
                  <a:pt x="108456" y="63680"/>
                </a:lnTo>
                <a:lnTo>
                  <a:pt x="97469" y="61592"/>
                </a:lnTo>
                <a:lnTo>
                  <a:pt x="85801" y="60896"/>
                </a:lnTo>
                <a:close/>
              </a:path>
              <a:path extrusionOk="0" h="238125" w="993139">
                <a:moveTo>
                  <a:pt x="127431" y="178511"/>
                </a:moveTo>
                <a:lnTo>
                  <a:pt x="97205" y="205994"/>
                </a:lnTo>
                <a:lnTo>
                  <a:pt x="91300" y="207048"/>
                </a:lnTo>
                <a:lnTo>
                  <a:pt x="150571" y="207048"/>
                </a:lnTo>
                <a:lnTo>
                  <a:pt x="152020" y="205027"/>
                </a:lnTo>
                <a:lnTo>
                  <a:pt x="156348" y="197232"/>
                </a:lnTo>
                <a:lnTo>
                  <a:pt x="160223" y="188315"/>
                </a:lnTo>
                <a:lnTo>
                  <a:pt x="127431" y="178511"/>
                </a:lnTo>
                <a:close/>
              </a:path>
              <a:path extrusionOk="0" h="238125" w="993139">
                <a:moveTo>
                  <a:pt x="149001" y="91821"/>
                </a:moveTo>
                <a:lnTo>
                  <a:pt x="93535" y="91821"/>
                </a:lnTo>
                <a:lnTo>
                  <a:pt x="101333" y="93827"/>
                </a:lnTo>
                <a:lnTo>
                  <a:pt x="108331" y="97840"/>
                </a:lnTo>
                <a:lnTo>
                  <a:pt x="113467" y="101390"/>
                </a:lnTo>
                <a:lnTo>
                  <a:pt x="118325" y="106095"/>
                </a:lnTo>
                <a:lnTo>
                  <a:pt x="122907" y="111953"/>
                </a:lnTo>
                <a:lnTo>
                  <a:pt x="127215" y="118960"/>
                </a:lnTo>
                <a:lnTo>
                  <a:pt x="159105" y="108851"/>
                </a:lnTo>
                <a:lnTo>
                  <a:pt x="152671" y="96928"/>
                </a:lnTo>
                <a:lnTo>
                  <a:pt x="149001" y="91821"/>
                </a:lnTo>
                <a:close/>
              </a:path>
              <a:path extrusionOk="0" h="238125" w="993139">
                <a:moveTo>
                  <a:pt x="250850" y="60896"/>
                </a:moveTo>
                <a:lnTo>
                  <a:pt x="209145" y="71896"/>
                </a:lnTo>
                <a:lnTo>
                  <a:pt x="179376" y="100609"/>
                </a:lnTo>
                <a:lnTo>
                  <a:pt x="166044" y="140771"/>
                </a:lnTo>
                <a:lnTo>
                  <a:pt x="165671" y="149440"/>
                </a:lnTo>
                <a:lnTo>
                  <a:pt x="165672" y="150037"/>
                </a:lnTo>
                <a:lnTo>
                  <a:pt x="175269" y="190992"/>
                </a:lnTo>
                <a:lnTo>
                  <a:pt x="201825" y="222502"/>
                </a:lnTo>
                <a:lnTo>
                  <a:pt x="241511" y="237542"/>
                </a:lnTo>
                <a:lnTo>
                  <a:pt x="250558" y="237985"/>
                </a:lnTo>
                <a:lnTo>
                  <a:pt x="259705" y="237542"/>
                </a:lnTo>
                <a:lnTo>
                  <a:pt x="299494" y="222502"/>
                </a:lnTo>
                <a:lnTo>
                  <a:pt x="315638" y="207048"/>
                </a:lnTo>
                <a:lnTo>
                  <a:pt x="250558" y="207048"/>
                </a:lnTo>
                <a:lnTo>
                  <a:pt x="243689" y="206578"/>
                </a:lnTo>
                <a:lnTo>
                  <a:pt x="210036" y="185329"/>
                </a:lnTo>
                <a:lnTo>
                  <a:pt x="199263" y="150037"/>
                </a:lnTo>
                <a:lnTo>
                  <a:pt x="199708" y="142093"/>
                </a:lnTo>
                <a:lnTo>
                  <a:pt x="219641" y="103939"/>
                </a:lnTo>
                <a:lnTo>
                  <a:pt x="250558" y="91821"/>
                </a:lnTo>
                <a:lnTo>
                  <a:pt x="315488" y="91821"/>
                </a:lnTo>
                <a:lnTo>
                  <a:pt x="311746" y="87439"/>
                </a:lnTo>
                <a:lnTo>
                  <a:pt x="276839" y="64909"/>
                </a:lnTo>
                <a:lnTo>
                  <a:pt x="259884" y="61341"/>
                </a:lnTo>
                <a:lnTo>
                  <a:pt x="250850" y="60896"/>
                </a:lnTo>
                <a:close/>
              </a:path>
              <a:path extrusionOk="0" h="238125" w="993139">
                <a:moveTo>
                  <a:pt x="315488" y="91821"/>
                </a:moveTo>
                <a:lnTo>
                  <a:pt x="250558" y="91821"/>
                </a:lnTo>
                <a:lnTo>
                  <a:pt x="257399" y="92294"/>
                </a:lnTo>
                <a:lnTo>
                  <a:pt x="263942" y="93716"/>
                </a:lnTo>
                <a:lnTo>
                  <a:pt x="294944" y="120142"/>
                </a:lnTo>
                <a:lnTo>
                  <a:pt x="302082" y="149440"/>
                </a:lnTo>
                <a:lnTo>
                  <a:pt x="301631" y="157203"/>
                </a:lnTo>
                <a:lnTo>
                  <a:pt x="281656" y="195394"/>
                </a:lnTo>
                <a:lnTo>
                  <a:pt x="250558" y="207048"/>
                </a:lnTo>
                <a:lnTo>
                  <a:pt x="315638" y="207048"/>
                </a:lnTo>
                <a:lnTo>
                  <a:pt x="334124" y="166925"/>
                </a:lnTo>
                <a:lnTo>
                  <a:pt x="335673" y="149440"/>
                </a:lnTo>
                <a:lnTo>
                  <a:pt x="335295" y="140771"/>
                </a:lnTo>
                <a:lnTo>
                  <a:pt x="321930" y="100609"/>
                </a:lnTo>
                <a:lnTo>
                  <a:pt x="317107" y="93716"/>
                </a:lnTo>
                <a:lnTo>
                  <a:pt x="315488" y="91821"/>
                </a:lnTo>
                <a:close/>
              </a:path>
              <a:path extrusionOk="0" h="238125" w="993139">
                <a:moveTo>
                  <a:pt x="389280" y="63639"/>
                </a:moveTo>
                <a:lnTo>
                  <a:pt x="357759" y="63639"/>
                </a:lnTo>
                <a:lnTo>
                  <a:pt x="357759" y="234937"/>
                </a:lnTo>
                <a:lnTo>
                  <a:pt x="391147" y="234937"/>
                </a:lnTo>
                <a:lnTo>
                  <a:pt x="391147" y="132410"/>
                </a:lnTo>
                <a:lnTo>
                  <a:pt x="393331" y="125133"/>
                </a:lnTo>
                <a:lnTo>
                  <a:pt x="428421" y="94195"/>
                </a:lnTo>
                <a:lnTo>
                  <a:pt x="435533" y="92417"/>
                </a:lnTo>
                <a:lnTo>
                  <a:pt x="497728" y="92417"/>
                </a:lnTo>
                <a:lnTo>
                  <a:pt x="496843" y="90043"/>
                </a:lnTo>
                <a:lnTo>
                  <a:pt x="386651" y="90043"/>
                </a:lnTo>
                <a:lnTo>
                  <a:pt x="389280" y="63639"/>
                </a:lnTo>
                <a:close/>
              </a:path>
              <a:path extrusionOk="0" h="238125" w="993139">
                <a:moveTo>
                  <a:pt x="497728" y="92417"/>
                </a:moveTo>
                <a:lnTo>
                  <a:pt x="452132" y="92417"/>
                </a:lnTo>
                <a:lnTo>
                  <a:pt x="459117" y="95986"/>
                </a:lnTo>
                <a:lnTo>
                  <a:pt x="463626" y="103124"/>
                </a:lnTo>
                <a:lnTo>
                  <a:pt x="466619" y="109441"/>
                </a:lnTo>
                <a:lnTo>
                  <a:pt x="468758" y="117690"/>
                </a:lnTo>
                <a:lnTo>
                  <a:pt x="470043" y="127873"/>
                </a:lnTo>
                <a:lnTo>
                  <a:pt x="470471" y="139992"/>
                </a:lnTo>
                <a:lnTo>
                  <a:pt x="470471" y="234937"/>
                </a:lnTo>
                <a:lnTo>
                  <a:pt x="503783" y="234937"/>
                </a:lnTo>
                <a:lnTo>
                  <a:pt x="503714" y="132410"/>
                </a:lnTo>
                <a:lnTo>
                  <a:pt x="499491" y="97142"/>
                </a:lnTo>
                <a:lnTo>
                  <a:pt x="497728" y="92417"/>
                </a:lnTo>
                <a:close/>
              </a:path>
              <a:path extrusionOk="0" h="238125" w="993139">
                <a:moveTo>
                  <a:pt x="450253" y="60896"/>
                </a:moveTo>
                <a:lnTo>
                  <a:pt x="407612" y="72432"/>
                </a:lnTo>
                <a:lnTo>
                  <a:pt x="386651" y="90043"/>
                </a:lnTo>
                <a:lnTo>
                  <a:pt x="496843" y="90043"/>
                </a:lnTo>
                <a:lnTo>
                  <a:pt x="496544" y="89242"/>
                </a:lnTo>
                <a:lnTo>
                  <a:pt x="492328" y="82448"/>
                </a:lnTo>
                <a:lnTo>
                  <a:pt x="488162" y="75615"/>
                </a:lnTo>
                <a:lnTo>
                  <a:pt x="457320" y="61249"/>
                </a:lnTo>
                <a:lnTo>
                  <a:pt x="450253" y="60896"/>
                </a:lnTo>
                <a:close/>
              </a:path>
              <a:path extrusionOk="0" h="238125" w="993139">
                <a:moveTo>
                  <a:pt x="573836" y="92710"/>
                </a:moveTo>
                <a:lnTo>
                  <a:pt x="540461" y="92710"/>
                </a:lnTo>
                <a:lnTo>
                  <a:pt x="540461" y="207975"/>
                </a:lnTo>
                <a:lnTo>
                  <a:pt x="567055" y="235458"/>
                </a:lnTo>
                <a:lnTo>
                  <a:pt x="573519" y="236791"/>
                </a:lnTo>
                <a:lnTo>
                  <a:pt x="586549" y="236791"/>
                </a:lnTo>
                <a:lnTo>
                  <a:pt x="614438" y="228612"/>
                </a:lnTo>
                <a:lnTo>
                  <a:pt x="618845" y="226834"/>
                </a:lnTo>
                <a:lnTo>
                  <a:pt x="624103" y="224891"/>
                </a:lnTo>
                <a:lnTo>
                  <a:pt x="617585" y="204978"/>
                </a:lnTo>
                <a:lnTo>
                  <a:pt x="583285" y="204978"/>
                </a:lnTo>
                <a:lnTo>
                  <a:pt x="580326" y="204050"/>
                </a:lnTo>
                <a:lnTo>
                  <a:pt x="577850" y="202222"/>
                </a:lnTo>
                <a:lnTo>
                  <a:pt x="575424" y="200393"/>
                </a:lnTo>
                <a:lnTo>
                  <a:pt x="574090" y="197637"/>
                </a:lnTo>
                <a:lnTo>
                  <a:pt x="573836" y="193967"/>
                </a:lnTo>
                <a:lnTo>
                  <a:pt x="573836" y="92710"/>
                </a:lnTo>
                <a:close/>
              </a:path>
              <a:path extrusionOk="0" h="238125" w="993139">
                <a:moveTo>
                  <a:pt x="613765" y="193306"/>
                </a:moveTo>
                <a:lnTo>
                  <a:pt x="608507" y="197815"/>
                </a:lnTo>
                <a:lnTo>
                  <a:pt x="603897" y="200875"/>
                </a:lnTo>
                <a:lnTo>
                  <a:pt x="595972" y="204152"/>
                </a:lnTo>
                <a:lnTo>
                  <a:pt x="591553" y="204978"/>
                </a:lnTo>
                <a:lnTo>
                  <a:pt x="617585" y="204978"/>
                </a:lnTo>
                <a:lnTo>
                  <a:pt x="613765" y="193306"/>
                </a:lnTo>
                <a:close/>
              </a:path>
              <a:path extrusionOk="0" h="238125" w="993139">
                <a:moveTo>
                  <a:pt x="610349" y="63639"/>
                </a:moveTo>
                <a:lnTo>
                  <a:pt x="518528" y="63639"/>
                </a:lnTo>
                <a:lnTo>
                  <a:pt x="518528" y="92710"/>
                </a:lnTo>
                <a:lnTo>
                  <a:pt x="610349" y="92710"/>
                </a:lnTo>
                <a:lnTo>
                  <a:pt x="610349" y="63639"/>
                </a:lnTo>
                <a:close/>
              </a:path>
              <a:path extrusionOk="0" h="238125" w="993139">
                <a:moveTo>
                  <a:pt x="573836" y="10045"/>
                </a:moveTo>
                <a:lnTo>
                  <a:pt x="540461" y="10045"/>
                </a:lnTo>
                <a:lnTo>
                  <a:pt x="540461" y="63639"/>
                </a:lnTo>
                <a:lnTo>
                  <a:pt x="573836" y="63639"/>
                </a:lnTo>
                <a:lnTo>
                  <a:pt x="573836" y="10045"/>
                </a:lnTo>
                <a:close/>
              </a:path>
              <a:path extrusionOk="0" h="238125" w="993139">
                <a:moveTo>
                  <a:pt x="812063" y="60896"/>
                </a:moveTo>
                <a:lnTo>
                  <a:pt x="770346" y="71896"/>
                </a:lnTo>
                <a:lnTo>
                  <a:pt x="740575" y="100610"/>
                </a:lnTo>
                <a:lnTo>
                  <a:pt x="727244" y="140771"/>
                </a:lnTo>
                <a:lnTo>
                  <a:pt x="726871" y="149440"/>
                </a:lnTo>
                <a:lnTo>
                  <a:pt x="726872" y="150037"/>
                </a:lnTo>
                <a:lnTo>
                  <a:pt x="736470" y="190992"/>
                </a:lnTo>
                <a:lnTo>
                  <a:pt x="763025" y="222502"/>
                </a:lnTo>
                <a:lnTo>
                  <a:pt x="802710" y="237542"/>
                </a:lnTo>
                <a:lnTo>
                  <a:pt x="811758" y="237985"/>
                </a:lnTo>
                <a:lnTo>
                  <a:pt x="820899" y="237542"/>
                </a:lnTo>
                <a:lnTo>
                  <a:pt x="860693" y="222502"/>
                </a:lnTo>
                <a:lnTo>
                  <a:pt x="876838" y="207048"/>
                </a:lnTo>
                <a:lnTo>
                  <a:pt x="811758" y="207048"/>
                </a:lnTo>
                <a:lnTo>
                  <a:pt x="804890" y="206578"/>
                </a:lnTo>
                <a:lnTo>
                  <a:pt x="771236" y="185329"/>
                </a:lnTo>
                <a:lnTo>
                  <a:pt x="760463" y="150037"/>
                </a:lnTo>
                <a:lnTo>
                  <a:pt x="760908" y="142093"/>
                </a:lnTo>
                <a:lnTo>
                  <a:pt x="780839" y="103939"/>
                </a:lnTo>
                <a:lnTo>
                  <a:pt x="811758" y="91821"/>
                </a:lnTo>
                <a:lnTo>
                  <a:pt x="876688" y="91821"/>
                </a:lnTo>
                <a:lnTo>
                  <a:pt x="872947" y="87439"/>
                </a:lnTo>
                <a:lnTo>
                  <a:pt x="838039" y="64909"/>
                </a:lnTo>
                <a:lnTo>
                  <a:pt x="821090" y="61341"/>
                </a:lnTo>
                <a:lnTo>
                  <a:pt x="812063" y="60896"/>
                </a:lnTo>
                <a:close/>
              </a:path>
              <a:path extrusionOk="0" h="238125" w="993139">
                <a:moveTo>
                  <a:pt x="667893" y="63639"/>
                </a:moveTo>
                <a:lnTo>
                  <a:pt x="635774" y="63639"/>
                </a:lnTo>
                <a:lnTo>
                  <a:pt x="635774" y="234937"/>
                </a:lnTo>
                <a:lnTo>
                  <a:pt x="669163" y="234937"/>
                </a:lnTo>
                <a:lnTo>
                  <a:pt x="669163" y="131000"/>
                </a:lnTo>
                <a:lnTo>
                  <a:pt x="672410" y="123294"/>
                </a:lnTo>
                <a:lnTo>
                  <a:pt x="705399" y="97396"/>
                </a:lnTo>
                <a:lnTo>
                  <a:pt x="727595" y="94424"/>
                </a:lnTo>
                <a:lnTo>
                  <a:pt x="727595" y="88379"/>
                </a:lnTo>
                <a:lnTo>
                  <a:pt x="666038" y="88379"/>
                </a:lnTo>
                <a:lnTo>
                  <a:pt x="667893" y="63639"/>
                </a:lnTo>
                <a:close/>
              </a:path>
              <a:path extrusionOk="0" h="238125" w="993139">
                <a:moveTo>
                  <a:pt x="876688" y="91821"/>
                </a:moveTo>
                <a:lnTo>
                  <a:pt x="811758" y="91821"/>
                </a:lnTo>
                <a:lnTo>
                  <a:pt x="818600" y="92294"/>
                </a:lnTo>
                <a:lnTo>
                  <a:pt x="825142" y="93716"/>
                </a:lnTo>
                <a:lnTo>
                  <a:pt x="856145" y="120142"/>
                </a:lnTo>
                <a:lnTo>
                  <a:pt x="863282" y="149440"/>
                </a:lnTo>
                <a:lnTo>
                  <a:pt x="862830" y="157203"/>
                </a:lnTo>
                <a:lnTo>
                  <a:pt x="842851" y="195394"/>
                </a:lnTo>
                <a:lnTo>
                  <a:pt x="811758" y="207048"/>
                </a:lnTo>
                <a:lnTo>
                  <a:pt x="876838" y="207048"/>
                </a:lnTo>
                <a:lnTo>
                  <a:pt x="895324" y="166925"/>
                </a:lnTo>
                <a:lnTo>
                  <a:pt x="896873" y="149440"/>
                </a:lnTo>
                <a:lnTo>
                  <a:pt x="896496" y="140771"/>
                </a:lnTo>
                <a:lnTo>
                  <a:pt x="883131" y="100609"/>
                </a:lnTo>
                <a:lnTo>
                  <a:pt x="878307" y="93716"/>
                </a:lnTo>
                <a:lnTo>
                  <a:pt x="876688" y="91821"/>
                </a:lnTo>
                <a:close/>
              </a:path>
              <a:path extrusionOk="0" h="238125" w="993139">
                <a:moveTo>
                  <a:pt x="719467" y="62750"/>
                </a:moveTo>
                <a:lnTo>
                  <a:pt x="715797" y="62750"/>
                </a:lnTo>
                <a:lnTo>
                  <a:pt x="713790" y="62852"/>
                </a:lnTo>
                <a:lnTo>
                  <a:pt x="671436" y="82143"/>
                </a:lnTo>
                <a:lnTo>
                  <a:pt x="666038" y="88379"/>
                </a:lnTo>
                <a:lnTo>
                  <a:pt x="727595" y="88379"/>
                </a:lnTo>
                <a:lnTo>
                  <a:pt x="727595" y="64160"/>
                </a:lnTo>
                <a:lnTo>
                  <a:pt x="722782" y="63220"/>
                </a:lnTo>
                <a:lnTo>
                  <a:pt x="719467" y="62750"/>
                </a:lnTo>
                <a:close/>
              </a:path>
              <a:path extrusionOk="0" h="238125" w="993139">
                <a:moveTo>
                  <a:pt x="953236" y="0"/>
                </a:moveTo>
                <a:lnTo>
                  <a:pt x="919861" y="0"/>
                </a:lnTo>
                <a:lnTo>
                  <a:pt x="919902" y="200215"/>
                </a:lnTo>
                <a:lnTo>
                  <a:pt x="941959" y="234280"/>
                </a:lnTo>
                <a:lnTo>
                  <a:pt x="956957" y="236791"/>
                </a:lnTo>
                <a:lnTo>
                  <a:pt x="961415" y="236791"/>
                </a:lnTo>
                <a:lnTo>
                  <a:pt x="966622" y="236245"/>
                </a:lnTo>
                <a:lnTo>
                  <a:pt x="978560" y="234061"/>
                </a:lnTo>
                <a:lnTo>
                  <a:pt x="985329" y="231940"/>
                </a:lnTo>
                <a:lnTo>
                  <a:pt x="992860" y="228765"/>
                </a:lnTo>
                <a:lnTo>
                  <a:pt x="987785" y="205574"/>
                </a:lnTo>
                <a:lnTo>
                  <a:pt x="959078" y="205574"/>
                </a:lnTo>
                <a:lnTo>
                  <a:pt x="957084" y="204927"/>
                </a:lnTo>
                <a:lnTo>
                  <a:pt x="953998" y="202298"/>
                </a:lnTo>
                <a:lnTo>
                  <a:pt x="953236" y="198653"/>
                </a:lnTo>
                <a:lnTo>
                  <a:pt x="953236" y="0"/>
                </a:lnTo>
                <a:close/>
              </a:path>
              <a:path extrusionOk="0" h="238125" w="993139">
                <a:moveTo>
                  <a:pt x="986612" y="200215"/>
                </a:moveTo>
                <a:lnTo>
                  <a:pt x="979779" y="202298"/>
                </a:lnTo>
                <a:lnTo>
                  <a:pt x="974674" y="203708"/>
                </a:lnTo>
                <a:lnTo>
                  <a:pt x="967981" y="205193"/>
                </a:lnTo>
                <a:lnTo>
                  <a:pt x="964730" y="205574"/>
                </a:lnTo>
                <a:lnTo>
                  <a:pt x="987785" y="205574"/>
                </a:lnTo>
                <a:lnTo>
                  <a:pt x="986612" y="200215"/>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18" name="Google Shape;118;p7"/>
          <p:cNvSpPr txBox="1"/>
          <p:nvPr/>
        </p:nvSpPr>
        <p:spPr>
          <a:xfrm>
            <a:off x="1610172" y="2546944"/>
            <a:ext cx="7238365" cy="1486535"/>
          </a:xfrm>
          <a:prstGeom prst="rect">
            <a:avLst/>
          </a:prstGeom>
          <a:noFill/>
          <a:ln>
            <a:noFill/>
          </a:ln>
        </p:spPr>
        <p:txBody>
          <a:bodyPr anchorCtr="0" anchor="t" bIns="0" lIns="0" spcFirstLastPara="1" rIns="0" wrap="square" tIns="27300">
            <a:spAutoFit/>
          </a:bodyPr>
          <a:lstStyle/>
          <a:p>
            <a:pPr indent="0" lvl="0" marL="12700" marR="5080" rtl="0" algn="ctr">
              <a:lnSpc>
                <a:spcPct val="118750"/>
              </a:lnSpc>
              <a:spcBef>
                <a:spcPts val="0"/>
              </a:spcBef>
              <a:spcAft>
                <a:spcPts val="0"/>
              </a:spcAft>
              <a:buNone/>
            </a:pPr>
            <a:r>
              <a:rPr lang="en-US" sz="2400">
                <a:solidFill>
                  <a:srgbClr val="FFFFFF"/>
                </a:solidFill>
                <a:latin typeface="Trebuchet MS"/>
                <a:ea typeface="Trebuchet MS"/>
                <a:cs typeface="Trebuchet MS"/>
                <a:sym typeface="Trebuchet MS"/>
              </a:rPr>
              <a:t>Los contadores se utilizan en diversas aplicaciones, como en	,	, y sistemas de</a:t>
            </a:r>
            <a:endParaRPr sz="2400">
              <a:latin typeface="Trebuchet MS"/>
              <a:ea typeface="Trebuchet MS"/>
              <a:cs typeface="Trebuchet MS"/>
              <a:sym typeface="Trebuchet MS"/>
            </a:endParaRPr>
          </a:p>
          <a:p>
            <a:pPr indent="0" lvl="0" marL="551180" rtl="0" algn="ctr">
              <a:lnSpc>
                <a:spcPct val="115000"/>
              </a:lnSpc>
              <a:spcBef>
                <a:spcPts val="0"/>
              </a:spcBef>
              <a:spcAft>
                <a:spcPts val="0"/>
              </a:spcAft>
              <a:buNone/>
            </a:pPr>
            <a:r>
              <a:rPr lang="en-US" sz="2400">
                <a:solidFill>
                  <a:srgbClr val="FFFFFF"/>
                </a:solidFill>
                <a:latin typeface="Trebuchet MS"/>
                <a:ea typeface="Trebuchet MS"/>
                <a:cs typeface="Trebuchet MS"/>
                <a:sym typeface="Trebuchet MS"/>
              </a:rPr>
              <a:t>. Su versatilidad los hace esenciales en el</a:t>
            </a:r>
            <a:endParaRPr sz="2400">
              <a:latin typeface="Trebuchet MS"/>
              <a:ea typeface="Trebuchet MS"/>
              <a:cs typeface="Trebuchet MS"/>
              <a:sym typeface="Trebuchet MS"/>
            </a:endParaRPr>
          </a:p>
          <a:p>
            <a:pPr indent="0" lvl="0" marL="0" marR="3241040" rtl="0" algn="ctr">
              <a:lnSpc>
                <a:spcPct val="100000"/>
              </a:lnSpc>
              <a:spcBef>
                <a:spcPts val="45"/>
              </a:spcBef>
              <a:spcAft>
                <a:spcPts val="0"/>
              </a:spcAft>
              <a:buNone/>
            </a:pPr>
            <a:r>
              <a:rPr lang="en-US" sz="2400">
                <a:solidFill>
                  <a:srgbClr val="FFFFFF"/>
                </a:solidFill>
                <a:latin typeface="Trebuchet MS"/>
                <a:ea typeface="Trebuchet MS"/>
                <a:cs typeface="Trebuchet MS"/>
                <a:sym typeface="Trebuchet MS"/>
              </a:rPr>
              <a:t>diseño de circuitos digitales.</a:t>
            </a:r>
            <a:endParaRPr sz="2400">
              <a:latin typeface="Trebuchet MS"/>
              <a:ea typeface="Trebuchet MS"/>
              <a:cs typeface="Trebuchet MS"/>
              <a:sym typeface="Trebuchet MS"/>
            </a:endParaRPr>
          </a:p>
        </p:txBody>
      </p:sp>
      <p:pic>
        <p:nvPicPr>
          <p:cNvPr id="119" name="Google Shape;119;p7"/>
          <p:cNvPicPr preferRelativeResize="0"/>
          <p:nvPr/>
        </p:nvPicPr>
        <p:blipFill rotWithShape="1">
          <a:blip r:embed="rId6">
            <a:alphaModFix/>
          </a:blip>
          <a:srcRect b="0" l="0" r="0" t="0"/>
          <a:stretch/>
        </p:blipFill>
        <p:spPr>
          <a:xfrm>
            <a:off x="11650383" y="1062037"/>
            <a:ext cx="5610225" cy="8162922"/>
          </a:xfrm>
          <a:prstGeom prst="rect">
            <a:avLst/>
          </a:prstGeom>
          <a:noFill/>
          <a:ln>
            <a:noFill/>
          </a:ln>
        </p:spPr>
      </p:pic>
      <p:sp>
        <p:nvSpPr>
          <p:cNvPr id="120" name="Google Shape;120;p7"/>
          <p:cNvSpPr/>
          <p:nvPr/>
        </p:nvSpPr>
        <p:spPr>
          <a:xfrm>
            <a:off x="1622856" y="9204807"/>
            <a:ext cx="7738109" cy="20320"/>
          </a:xfrm>
          <a:custGeom>
            <a:rect b="b" l="l" r="r" t="t"/>
            <a:pathLst>
              <a:path extrusionOk="0" h="20320" w="7738109">
                <a:moveTo>
                  <a:pt x="7737843" y="1447"/>
                </a:moveTo>
                <a:lnTo>
                  <a:pt x="0" y="0"/>
                </a:lnTo>
                <a:lnTo>
                  <a:pt x="0" y="18719"/>
                </a:lnTo>
                <a:lnTo>
                  <a:pt x="7737843" y="20154"/>
                </a:lnTo>
                <a:lnTo>
                  <a:pt x="7737843" y="1447"/>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8"/>
          <p:cNvSpPr txBox="1"/>
          <p:nvPr>
            <p:ph type="title"/>
          </p:nvPr>
        </p:nvSpPr>
        <p:spPr>
          <a:xfrm>
            <a:off x="1610182" y="1139869"/>
            <a:ext cx="7763243" cy="958050"/>
          </a:xfrm>
          <a:prstGeom prst="rect">
            <a:avLst/>
          </a:prstGeom>
          <a:noFill/>
          <a:ln>
            <a:noFill/>
          </a:ln>
        </p:spPr>
        <p:txBody>
          <a:bodyPr anchorCtr="0" anchor="t" bIns="0" lIns="0" spcFirstLastPara="1" rIns="0" wrap="square" tIns="15225">
            <a:spAutoFit/>
          </a:bodyPr>
          <a:lstStyle/>
          <a:p>
            <a:pPr indent="0" lvl="0" marL="27305" rtl="0" algn="l">
              <a:lnSpc>
                <a:spcPct val="100000"/>
              </a:lnSpc>
              <a:spcBef>
                <a:spcPts val="0"/>
              </a:spcBef>
              <a:spcAft>
                <a:spcPts val="0"/>
              </a:spcAft>
              <a:buNone/>
            </a:pPr>
            <a:r>
              <a:rPr lang="en-US" sz="3500"/>
              <a:t>Ventajas de Contadores Sincrónicos</a:t>
            </a:r>
            <a:endParaRPr sz="3500"/>
          </a:p>
        </p:txBody>
      </p:sp>
      <p:pic>
        <p:nvPicPr>
          <p:cNvPr id="126" name="Google Shape;126;p8"/>
          <p:cNvPicPr preferRelativeResize="0"/>
          <p:nvPr/>
        </p:nvPicPr>
        <p:blipFill rotWithShape="1">
          <a:blip r:embed="rId3">
            <a:alphaModFix/>
          </a:blip>
          <a:srcRect b="0" l="0" r="0" t="0"/>
          <a:stretch/>
        </p:blipFill>
        <p:spPr>
          <a:xfrm>
            <a:off x="6723659" y="2997974"/>
            <a:ext cx="2201710" cy="303098"/>
          </a:xfrm>
          <a:prstGeom prst="rect">
            <a:avLst/>
          </a:prstGeom>
          <a:noFill/>
          <a:ln>
            <a:noFill/>
          </a:ln>
        </p:spPr>
      </p:pic>
      <p:pic>
        <p:nvPicPr>
          <p:cNvPr id="127" name="Google Shape;127;p8"/>
          <p:cNvPicPr preferRelativeResize="0"/>
          <p:nvPr/>
        </p:nvPicPr>
        <p:blipFill rotWithShape="1">
          <a:blip r:embed="rId4">
            <a:alphaModFix/>
          </a:blip>
          <a:srcRect b="0" l="0" r="0" t="0"/>
          <a:stretch/>
        </p:blipFill>
        <p:spPr>
          <a:xfrm>
            <a:off x="1640598" y="3359924"/>
            <a:ext cx="1370990" cy="237972"/>
          </a:xfrm>
          <a:prstGeom prst="rect">
            <a:avLst/>
          </a:prstGeom>
          <a:noFill/>
          <a:ln>
            <a:noFill/>
          </a:ln>
        </p:spPr>
      </p:pic>
      <p:pic>
        <p:nvPicPr>
          <p:cNvPr id="128" name="Google Shape;128;p8"/>
          <p:cNvPicPr preferRelativeResize="0"/>
          <p:nvPr/>
        </p:nvPicPr>
        <p:blipFill rotWithShape="1">
          <a:blip r:embed="rId5">
            <a:alphaModFix/>
          </a:blip>
          <a:srcRect b="0" l="0" r="0" t="0"/>
          <a:stretch/>
        </p:blipFill>
        <p:spPr>
          <a:xfrm>
            <a:off x="3423551" y="3721874"/>
            <a:ext cx="1976348" cy="237972"/>
          </a:xfrm>
          <a:prstGeom prst="rect">
            <a:avLst/>
          </a:prstGeom>
          <a:noFill/>
          <a:ln>
            <a:noFill/>
          </a:ln>
        </p:spPr>
      </p:pic>
      <p:sp>
        <p:nvSpPr>
          <p:cNvPr id="129" name="Google Shape;129;p8"/>
          <p:cNvSpPr txBox="1"/>
          <p:nvPr/>
        </p:nvSpPr>
        <p:spPr>
          <a:xfrm>
            <a:off x="1625155" y="2915685"/>
            <a:ext cx="8192770" cy="1486535"/>
          </a:xfrm>
          <a:prstGeom prst="rect">
            <a:avLst/>
          </a:prstGeom>
          <a:noFill/>
          <a:ln>
            <a:noFill/>
          </a:ln>
        </p:spPr>
        <p:txBody>
          <a:bodyPr anchorCtr="0" anchor="t" bIns="0" lIns="0" spcFirstLastPara="1" rIns="0" wrap="square" tIns="12050">
            <a:spAutoFit/>
          </a:bodyPr>
          <a:lstStyle/>
          <a:p>
            <a:pPr indent="0" lvl="0" marL="12700" rtl="0" algn="l">
              <a:lnSpc>
                <a:spcPct val="119375"/>
              </a:lnSpc>
              <a:spcBef>
                <a:spcPts val="0"/>
              </a:spcBef>
              <a:spcAft>
                <a:spcPts val="0"/>
              </a:spcAft>
              <a:buNone/>
            </a:pPr>
            <a:r>
              <a:rPr lang="en-US" sz="2400">
                <a:solidFill>
                  <a:srgbClr val="FFFFFF"/>
                </a:solidFill>
                <a:latin typeface="Trebuchet MS"/>
                <a:ea typeface="Trebuchet MS"/>
                <a:cs typeface="Trebuchet MS"/>
                <a:sym typeface="Trebuchet MS"/>
              </a:rPr>
              <a:t>Los contadores sincrónicos ofrecen	y</a:t>
            </a:r>
            <a:endParaRPr sz="2400">
              <a:latin typeface="Trebuchet MS"/>
              <a:ea typeface="Trebuchet MS"/>
              <a:cs typeface="Trebuchet MS"/>
              <a:sym typeface="Trebuchet MS"/>
            </a:endParaRPr>
          </a:p>
          <a:p>
            <a:pPr indent="1455420" lvl="0" marL="12700" marR="5080" rtl="0" algn="l">
              <a:lnSpc>
                <a:spcPct val="118750"/>
              </a:lnSpc>
              <a:spcBef>
                <a:spcPts val="105"/>
              </a:spcBef>
              <a:spcAft>
                <a:spcPts val="0"/>
              </a:spcAft>
              <a:buNone/>
            </a:pPr>
            <a:r>
              <a:rPr lang="en-US" sz="2400">
                <a:solidFill>
                  <a:srgbClr val="FFFFFF"/>
                </a:solidFill>
                <a:latin typeface="Trebuchet MS"/>
                <a:ea typeface="Trebuchet MS"/>
                <a:cs typeface="Trebuchet MS"/>
                <a:sym typeface="Trebuchet MS"/>
              </a:rPr>
              <a:t>en comparación con los asincrónicos. Su diseño permite una	efectiva, lo que mejora el</a:t>
            </a:r>
            <a:endParaRPr sz="2400">
              <a:latin typeface="Trebuchet MS"/>
              <a:ea typeface="Trebuchet MS"/>
              <a:cs typeface="Trebuchet MS"/>
              <a:sym typeface="Trebuchet MS"/>
            </a:endParaRPr>
          </a:p>
          <a:p>
            <a:pPr indent="0" lvl="0" marL="12700" rtl="0" algn="l">
              <a:lnSpc>
                <a:spcPct val="118125"/>
              </a:lnSpc>
              <a:spcBef>
                <a:spcPts val="0"/>
              </a:spcBef>
              <a:spcAft>
                <a:spcPts val="0"/>
              </a:spcAft>
              <a:buNone/>
            </a:pPr>
            <a:r>
              <a:rPr lang="en-US" sz="2400">
                <a:solidFill>
                  <a:srgbClr val="FFFFFF"/>
                </a:solidFill>
                <a:latin typeface="Trebuchet MS"/>
                <a:ea typeface="Trebuchet MS"/>
                <a:cs typeface="Trebuchet MS"/>
                <a:sym typeface="Trebuchet MS"/>
              </a:rPr>
              <a:t>rendimiento general del sistema.</a:t>
            </a:r>
            <a:endParaRPr sz="2400">
              <a:latin typeface="Trebuchet MS"/>
              <a:ea typeface="Trebuchet MS"/>
              <a:cs typeface="Trebuchet MS"/>
              <a:sym typeface="Trebuchet MS"/>
            </a:endParaRPr>
          </a:p>
        </p:txBody>
      </p:sp>
      <p:pic>
        <p:nvPicPr>
          <p:cNvPr id="130" name="Google Shape;130;p8"/>
          <p:cNvPicPr preferRelativeResize="0"/>
          <p:nvPr/>
        </p:nvPicPr>
        <p:blipFill rotWithShape="1">
          <a:blip r:embed="rId6">
            <a:alphaModFix/>
          </a:blip>
          <a:srcRect b="0" l="0" r="0" t="0"/>
          <a:stretch/>
        </p:blipFill>
        <p:spPr>
          <a:xfrm>
            <a:off x="11635917" y="1060561"/>
            <a:ext cx="5610225" cy="8162922"/>
          </a:xfrm>
          <a:prstGeom prst="rect">
            <a:avLst/>
          </a:prstGeom>
          <a:noFill/>
          <a:ln>
            <a:noFill/>
          </a:ln>
        </p:spPr>
      </p:pic>
      <p:sp>
        <p:nvSpPr>
          <p:cNvPr id="131" name="Google Shape;131;p8"/>
          <p:cNvSpPr/>
          <p:nvPr/>
        </p:nvSpPr>
        <p:spPr>
          <a:xfrm>
            <a:off x="9756720" y="1326965"/>
            <a:ext cx="454025" cy="454025"/>
          </a:xfrm>
          <a:custGeom>
            <a:rect b="b" l="l" r="r" t="t"/>
            <a:pathLst>
              <a:path extrusionOk="0" h="454025" w="454025">
                <a:moveTo>
                  <a:pt x="226787" y="453510"/>
                </a:moveTo>
                <a:lnTo>
                  <a:pt x="0" y="453510"/>
                </a:lnTo>
                <a:lnTo>
                  <a:pt x="0" y="0"/>
                </a:lnTo>
                <a:lnTo>
                  <a:pt x="453574" y="0"/>
                </a:lnTo>
                <a:lnTo>
                  <a:pt x="453574" y="453510"/>
                </a:lnTo>
                <a:lnTo>
                  <a:pt x="226787" y="453510"/>
                </a:lnTo>
                <a:close/>
              </a:path>
            </a:pathLst>
          </a:custGeom>
          <a:noFill/>
          <a:ln cap="flat" cmpd="sng" w="18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2" name="Google Shape;132;p8"/>
          <p:cNvSpPr/>
          <p:nvPr/>
        </p:nvSpPr>
        <p:spPr>
          <a:xfrm>
            <a:off x="10503330" y="1326965"/>
            <a:ext cx="454025" cy="454025"/>
          </a:xfrm>
          <a:custGeom>
            <a:rect b="b" l="l" r="r" t="t"/>
            <a:pathLst>
              <a:path extrusionOk="0" h="454025" w="454025">
                <a:moveTo>
                  <a:pt x="226787" y="453510"/>
                </a:moveTo>
                <a:lnTo>
                  <a:pt x="0" y="453510"/>
                </a:lnTo>
                <a:lnTo>
                  <a:pt x="0" y="0"/>
                </a:lnTo>
                <a:lnTo>
                  <a:pt x="453574" y="0"/>
                </a:lnTo>
                <a:lnTo>
                  <a:pt x="453574" y="453510"/>
                </a:lnTo>
                <a:lnTo>
                  <a:pt x="226787" y="453510"/>
                </a:lnTo>
                <a:close/>
              </a:path>
            </a:pathLst>
          </a:custGeom>
          <a:noFill/>
          <a:ln cap="flat" cmpd="sng" w="18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6" name="Shape 136"/>
        <p:cNvGrpSpPr/>
        <p:nvPr/>
      </p:nvGrpSpPr>
      <p:grpSpPr>
        <a:xfrm>
          <a:off x="0" y="0"/>
          <a:ext cx="0" cy="0"/>
          <a:chOff x="0" y="0"/>
          <a:chExt cx="0" cy="0"/>
        </a:xfrm>
      </p:grpSpPr>
      <p:pic>
        <p:nvPicPr>
          <p:cNvPr id="137" name="Google Shape;137;p9"/>
          <p:cNvPicPr preferRelativeResize="0"/>
          <p:nvPr/>
        </p:nvPicPr>
        <p:blipFill rotWithShape="1">
          <a:blip r:embed="rId3">
            <a:alphaModFix/>
          </a:blip>
          <a:srcRect b="0" l="0" r="0" t="0"/>
          <a:stretch/>
        </p:blipFill>
        <p:spPr>
          <a:xfrm>
            <a:off x="0" y="-1"/>
            <a:ext cx="18288000" cy="10287764"/>
          </a:xfrm>
          <a:prstGeom prst="rect">
            <a:avLst/>
          </a:prstGeom>
          <a:noFill/>
          <a:ln>
            <a:noFill/>
          </a:ln>
        </p:spPr>
      </p:pic>
      <p:sp>
        <p:nvSpPr>
          <p:cNvPr id="138" name="Google Shape;138;p9"/>
          <p:cNvSpPr txBox="1"/>
          <p:nvPr>
            <p:ph type="title"/>
          </p:nvPr>
        </p:nvSpPr>
        <p:spPr>
          <a:xfrm>
            <a:off x="1610182" y="1139869"/>
            <a:ext cx="7763243" cy="958050"/>
          </a:xfrm>
          <a:prstGeom prst="rect">
            <a:avLst/>
          </a:prstGeom>
          <a:noFill/>
          <a:ln>
            <a:noFill/>
          </a:ln>
        </p:spPr>
        <p:txBody>
          <a:bodyPr anchorCtr="0" anchor="t" bIns="0" lIns="0" spcFirstLastPara="1" rIns="0" wrap="square" tIns="15225">
            <a:spAutoFit/>
          </a:bodyPr>
          <a:lstStyle/>
          <a:p>
            <a:pPr indent="0" lvl="0" marL="12700" rtl="0" algn="l">
              <a:lnSpc>
                <a:spcPct val="100000"/>
              </a:lnSpc>
              <a:spcBef>
                <a:spcPts val="0"/>
              </a:spcBef>
              <a:spcAft>
                <a:spcPts val="0"/>
              </a:spcAft>
              <a:buNone/>
            </a:pPr>
            <a:r>
              <a:rPr lang="en-US" sz="3050"/>
              <a:t>Desventajas de Contadores Asincrónicos</a:t>
            </a:r>
            <a:endParaRPr sz="3050"/>
          </a:p>
        </p:txBody>
      </p:sp>
      <p:pic>
        <p:nvPicPr>
          <p:cNvPr id="139" name="Google Shape;139;p9"/>
          <p:cNvPicPr preferRelativeResize="0"/>
          <p:nvPr/>
        </p:nvPicPr>
        <p:blipFill rotWithShape="1">
          <a:blip r:embed="rId4">
            <a:alphaModFix/>
          </a:blip>
          <a:srcRect b="0" l="0" r="0" t="0"/>
          <a:stretch/>
        </p:blipFill>
        <p:spPr>
          <a:xfrm>
            <a:off x="5775376" y="2991167"/>
            <a:ext cx="1146035" cy="237985"/>
          </a:xfrm>
          <a:prstGeom prst="rect">
            <a:avLst/>
          </a:prstGeom>
          <a:noFill/>
          <a:ln>
            <a:noFill/>
          </a:ln>
        </p:spPr>
      </p:pic>
      <p:pic>
        <p:nvPicPr>
          <p:cNvPr id="140" name="Google Shape;140;p9"/>
          <p:cNvPicPr preferRelativeResize="0"/>
          <p:nvPr/>
        </p:nvPicPr>
        <p:blipFill rotWithShape="1">
          <a:blip r:embed="rId5">
            <a:alphaModFix/>
          </a:blip>
          <a:srcRect b="0" l="0" r="0" t="0"/>
          <a:stretch/>
        </p:blipFill>
        <p:spPr>
          <a:xfrm>
            <a:off x="2640609" y="3353117"/>
            <a:ext cx="1242834" cy="299758"/>
          </a:xfrm>
          <a:prstGeom prst="rect">
            <a:avLst/>
          </a:prstGeom>
          <a:noFill/>
          <a:ln>
            <a:noFill/>
          </a:ln>
        </p:spPr>
      </p:pic>
      <p:sp>
        <p:nvSpPr>
          <p:cNvPr id="141" name="Google Shape;141;p9"/>
          <p:cNvSpPr txBox="1"/>
          <p:nvPr/>
        </p:nvSpPr>
        <p:spPr>
          <a:xfrm>
            <a:off x="1610169" y="2546941"/>
            <a:ext cx="7663815" cy="1486535"/>
          </a:xfrm>
          <a:prstGeom prst="rect">
            <a:avLst/>
          </a:prstGeom>
          <a:noFill/>
          <a:ln>
            <a:noFill/>
          </a:ln>
        </p:spPr>
        <p:txBody>
          <a:bodyPr anchorCtr="0" anchor="t" bIns="0" lIns="0" spcFirstLastPara="1" rIns="0" wrap="square" tIns="12700">
            <a:spAutoFit/>
          </a:bodyPr>
          <a:lstStyle/>
          <a:p>
            <a:pPr indent="0" lvl="0" marL="12700" marR="5080" rtl="0" algn="l">
              <a:lnSpc>
                <a:spcPct val="99800"/>
              </a:lnSpc>
              <a:spcBef>
                <a:spcPts val="0"/>
              </a:spcBef>
              <a:spcAft>
                <a:spcPts val="0"/>
              </a:spcAft>
              <a:buNone/>
            </a:pPr>
            <a:r>
              <a:rPr lang="en-US" sz="2400">
                <a:solidFill>
                  <a:srgbClr val="FFFFFF"/>
                </a:solidFill>
                <a:latin typeface="Trebuchet MS"/>
                <a:ea typeface="Trebuchet MS"/>
                <a:cs typeface="Trebuchet MS"/>
                <a:sym typeface="Trebuchet MS"/>
              </a:rPr>
              <a:t>A pesar de su simplicidad, los contadores asincrónicos presentan desventajas como	en la señal y menor	. Esto puede limitar su uso en aplicaciones que requieren alta velocidad.</a:t>
            </a:r>
            <a:endParaRPr sz="2400">
              <a:latin typeface="Trebuchet MS"/>
              <a:ea typeface="Trebuchet MS"/>
              <a:cs typeface="Trebuchet MS"/>
              <a:sym typeface="Trebuchet MS"/>
            </a:endParaRPr>
          </a:p>
        </p:txBody>
      </p:sp>
      <p:pic>
        <p:nvPicPr>
          <p:cNvPr id="142" name="Google Shape;142;p9"/>
          <p:cNvPicPr preferRelativeResize="0"/>
          <p:nvPr/>
        </p:nvPicPr>
        <p:blipFill rotWithShape="1">
          <a:blip r:embed="rId6">
            <a:alphaModFix/>
          </a:blip>
          <a:srcRect b="0" l="0" r="0" t="0"/>
          <a:stretch/>
        </p:blipFill>
        <p:spPr>
          <a:xfrm>
            <a:off x="11650383" y="1062037"/>
            <a:ext cx="5610225" cy="8162922"/>
          </a:xfrm>
          <a:prstGeom prst="rect">
            <a:avLst/>
          </a:prstGeom>
          <a:noFill/>
          <a:ln>
            <a:noFill/>
          </a:ln>
        </p:spPr>
      </p:pic>
      <p:sp>
        <p:nvSpPr>
          <p:cNvPr id="143" name="Google Shape;143;p9"/>
          <p:cNvSpPr/>
          <p:nvPr/>
        </p:nvSpPr>
        <p:spPr>
          <a:xfrm>
            <a:off x="1622856" y="9204807"/>
            <a:ext cx="7738109" cy="20320"/>
          </a:xfrm>
          <a:custGeom>
            <a:rect b="b" l="l" r="r" t="t"/>
            <a:pathLst>
              <a:path extrusionOk="0" h="20320" w="7738109">
                <a:moveTo>
                  <a:pt x="7737843" y="1447"/>
                </a:moveTo>
                <a:lnTo>
                  <a:pt x="0" y="0"/>
                </a:lnTo>
                <a:lnTo>
                  <a:pt x="0" y="18719"/>
                </a:lnTo>
                <a:lnTo>
                  <a:pt x="7737843" y="20154"/>
                </a:lnTo>
                <a:lnTo>
                  <a:pt x="7737843" y="1447"/>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0"/>
          <p:cNvSpPr txBox="1"/>
          <p:nvPr>
            <p:ph type="title"/>
          </p:nvPr>
        </p:nvSpPr>
        <p:spPr>
          <a:xfrm>
            <a:off x="1610182" y="1139869"/>
            <a:ext cx="7763243" cy="958050"/>
          </a:xfrm>
          <a:prstGeom prst="rect">
            <a:avLst/>
          </a:prstGeom>
          <a:noFill/>
          <a:ln>
            <a:noFill/>
          </a:ln>
        </p:spPr>
        <p:txBody>
          <a:bodyPr anchorCtr="0" anchor="t" bIns="0" lIns="0" spcFirstLastPara="1" rIns="0" wrap="square" tIns="12050">
            <a:spAutoFit/>
          </a:bodyPr>
          <a:lstStyle/>
          <a:p>
            <a:pPr indent="0" lvl="0" marL="27305" rtl="0" algn="l">
              <a:lnSpc>
                <a:spcPct val="100000"/>
              </a:lnSpc>
              <a:spcBef>
                <a:spcPts val="0"/>
              </a:spcBef>
              <a:spcAft>
                <a:spcPts val="0"/>
              </a:spcAft>
              <a:buNone/>
            </a:pPr>
            <a:r>
              <a:rPr lang="en-US"/>
              <a:t>Ejemplos Prácticos</a:t>
            </a:r>
            <a:endParaRPr/>
          </a:p>
        </p:txBody>
      </p:sp>
      <p:pic>
        <p:nvPicPr>
          <p:cNvPr id="149" name="Google Shape;149;p10"/>
          <p:cNvPicPr preferRelativeResize="0"/>
          <p:nvPr/>
        </p:nvPicPr>
        <p:blipFill rotWithShape="1">
          <a:blip r:embed="rId3">
            <a:alphaModFix/>
          </a:blip>
          <a:srcRect b="0" l="0" r="0" t="0"/>
          <a:stretch/>
        </p:blipFill>
        <p:spPr>
          <a:xfrm>
            <a:off x="6749643" y="2997974"/>
            <a:ext cx="2279903" cy="237972"/>
          </a:xfrm>
          <a:prstGeom prst="rect">
            <a:avLst/>
          </a:prstGeom>
          <a:noFill/>
          <a:ln>
            <a:noFill/>
          </a:ln>
        </p:spPr>
      </p:pic>
      <p:sp>
        <p:nvSpPr>
          <p:cNvPr id="150" name="Google Shape;150;p10"/>
          <p:cNvSpPr txBox="1"/>
          <p:nvPr/>
        </p:nvSpPr>
        <p:spPr>
          <a:xfrm>
            <a:off x="1625155" y="2915685"/>
            <a:ext cx="5057140" cy="753110"/>
          </a:xfrm>
          <a:prstGeom prst="rect">
            <a:avLst/>
          </a:prstGeom>
          <a:noFill/>
          <a:ln>
            <a:noFill/>
          </a:ln>
        </p:spPr>
        <p:txBody>
          <a:bodyPr anchorCtr="0" anchor="t" bIns="0" lIns="0" spcFirstLastPara="1" rIns="0" wrap="square" tIns="27300">
            <a:spAutoFit/>
          </a:bodyPr>
          <a:lstStyle/>
          <a:p>
            <a:pPr indent="0" lvl="0" marL="12700" marR="5080" rtl="0" algn="l">
              <a:lnSpc>
                <a:spcPct val="118750"/>
              </a:lnSpc>
              <a:spcBef>
                <a:spcPts val="0"/>
              </a:spcBef>
              <a:spcAft>
                <a:spcPts val="0"/>
              </a:spcAft>
              <a:buNone/>
            </a:pPr>
            <a:r>
              <a:rPr lang="en-US" sz="2400">
                <a:solidFill>
                  <a:srgbClr val="FFFFFF"/>
                </a:solidFill>
                <a:latin typeface="Trebuchet MS"/>
                <a:ea typeface="Trebuchet MS"/>
                <a:cs typeface="Trebuchet MS"/>
                <a:sym typeface="Trebuchet MS"/>
              </a:rPr>
              <a:t>Ejemplos de contadores incluyen el cuenta en base 2, y el</a:t>
            </a:r>
            <a:endParaRPr sz="2400">
              <a:latin typeface="Trebuchet MS"/>
              <a:ea typeface="Trebuchet MS"/>
              <a:cs typeface="Trebuchet MS"/>
              <a:sym typeface="Trebuchet MS"/>
            </a:endParaRPr>
          </a:p>
        </p:txBody>
      </p:sp>
      <p:pic>
        <p:nvPicPr>
          <p:cNvPr id="151" name="Google Shape;151;p10"/>
          <p:cNvPicPr preferRelativeResize="0"/>
          <p:nvPr/>
        </p:nvPicPr>
        <p:blipFill rotWithShape="1">
          <a:blip r:embed="rId4">
            <a:alphaModFix/>
          </a:blip>
          <a:srcRect b="0" l="0" r="0" t="0"/>
          <a:stretch/>
        </p:blipFill>
        <p:spPr>
          <a:xfrm>
            <a:off x="4750587" y="3359924"/>
            <a:ext cx="2471216" cy="237972"/>
          </a:xfrm>
          <a:prstGeom prst="rect">
            <a:avLst/>
          </a:prstGeom>
          <a:noFill/>
          <a:ln>
            <a:noFill/>
          </a:ln>
        </p:spPr>
      </p:pic>
      <p:sp>
        <p:nvSpPr>
          <p:cNvPr id="152" name="Google Shape;152;p10"/>
          <p:cNvSpPr txBox="1"/>
          <p:nvPr/>
        </p:nvSpPr>
        <p:spPr>
          <a:xfrm>
            <a:off x="7195349" y="2915685"/>
            <a:ext cx="2959100" cy="753110"/>
          </a:xfrm>
          <a:prstGeom prst="rect">
            <a:avLst/>
          </a:prstGeom>
          <a:noFill/>
          <a:ln>
            <a:noFill/>
          </a:ln>
        </p:spPr>
        <p:txBody>
          <a:bodyPr anchorCtr="0" anchor="t" bIns="0" lIns="0" spcFirstLastPara="1" rIns="0" wrap="square" tIns="12050">
            <a:spAutoFit/>
          </a:bodyPr>
          <a:lstStyle/>
          <a:p>
            <a:pPr indent="0" lvl="0" marL="1833245" rtl="0" algn="l">
              <a:lnSpc>
                <a:spcPct val="119375"/>
              </a:lnSpc>
              <a:spcBef>
                <a:spcPts val="0"/>
              </a:spcBef>
              <a:spcAft>
                <a:spcPts val="0"/>
              </a:spcAft>
              <a:buNone/>
            </a:pPr>
            <a:r>
              <a:rPr lang="en-US" sz="2400">
                <a:solidFill>
                  <a:srgbClr val="FFFFFF"/>
                </a:solidFill>
                <a:latin typeface="Trebuchet MS"/>
                <a:ea typeface="Trebuchet MS"/>
                <a:cs typeface="Trebuchet MS"/>
                <a:sym typeface="Trebuchet MS"/>
              </a:rPr>
              <a:t>, que</a:t>
            </a:r>
            <a:endParaRPr sz="2400">
              <a:latin typeface="Trebuchet MS"/>
              <a:ea typeface="Trebuchet MS"/>
              <a:cs typeface="Trebuchet MS"/>
              <a:sym typeface="Trebuchet MS"/>
            </a:endParaRPr>
          </a:p>
          <a:p>
            <a:pPr indent="0" lvl="0" marL="12700" rtl="0" algn="l">
              <a:lnSpc>
                <a:spcPct val="119375"/>
              </a:lnSpc>
              <a:spcBef>
                <a:spcPts val="0"/>
              </a:spcBef>
              <a:spcAft>
                <a:spcPts val="0"/>
              </a:spcAft>
              <a:buNone/>
            </a:pPr>
            <a:r>
              <a:rPr lang="en-US" sz="2400">
                <a:solidFill>
                  <a:srgbClr val="FFFFFF"/>
                </a:solidFill>
                <a:latin typeface="Trebuchet MS"/>
                <a:ea typeface="Trebuchet MS"/>
                <a:cs typeface="Trebuchet MS"/>
                <a:sym typeface="Trebuchet MS"/>
              </a:rPr>
              <a:t>, que cuenta en base</a:t>
            </a:r>
            <a:endParaRPr sz="2400">
              <a:latin typeface="Trebuchet MS"/>
              <a:ea typeface="Trebuchet MS"/>
              <a:cs typeface="Trebuchet MS"/>
              <a:sym typeface="Trebuchet MS"/>
            </a:endParaRPr>
          </a:p>
        </p:txBody>
      </p:sp>
      <p:sp>
        <p:nvSpPr>
          <p:cNvPr id="153" name="Google Shape;153;p10"/>
          <p:cNvSpPr txBox="1"/>
          <p:nvPr/>
        </p:nvSpPr>
        <p:spPr>
          <a:xfrm>
            <a:off x="1625155" y="3639585"/>
            <a:ext cx="8183880" cy="762635"/>
          </a:xfrm>
          <a:prstGeom prst="rect">
            <a:avLst/>
          </a:prstGeom>
          <a:noFill/>
          <a:ln>
            <a:noFill/>
          </a:ln>
        </p:spPr>
        <p:txBody>
          <a:bodyPr anchorCtr="0" anchor="t" bIns="0" lIns="0" spcFirstLastPara="1" rIns="0" wrap="square" tIns="6350">
            <a:spAutoFit/>
          </a:bodyPr>
          <a:lstStyle/>
          <a:p>
            <a:pPr indent="0" lvl="0" marL="12700" marR="5080" rtl="0" algn="l">
              <a:lnSpc>
                <a:spcPct val="101600"/>
              </a:lnSpc>
              <a:spcBef>
                <a:spcPts val="0"/>
              </a:spcBef>
              <a:spcAft>
                <a:spcPts val="0"/>
              </a:spcAft>
              <a:buNone/>
            </a:pPr>
            <a:r>
              <a:rPr lang="en-US" sz="2400">
                <a:solidFill>
                  <a:srgbClr val="FFFFFF"/>
                </a:solidFill>
                <a:latin typeface="Trebuchet MS"/>
                <a:ea typeface="Trebuchet MS"/>
                <a:cs typeface="Trebuchet MS"/>
                <a:sym typeface="Trebuchet MS"/>
              </a:rPr>
              <a:t>10. Ambos tipos son utilizados en dispositivos electrónicos cotidianos.</a:t>
            </a:r>
            <a:endParaRPr sz="2400">
              <a:latin typeface="Trebuchet MS"/>
              <a:ea typeface="Trebuchet MS"/>
              <a:cs typeface="Trebuchet MS"/>
              <a:sym typeface="Trebuchet MS"/>
            </a:endParaRPr>
          </a:p>
        </p:txBody>
      </p:sp>
      <p:pic>
        <p:nvPicPr>
          <p:cNvPr id="154" name="Google Shape;154;p10"/>
          <p:cNvPicPr preferRelativeResize="0"/>
          <p:nvPr/>
        </p:nvPicPr>
        <p:blipFill rotWithShape="1">
          <a:blip r:embed="rId5">
            <a:alphaModFix/>
          </a:blip>
          <a:srcRect b="0" l="0" r="0" t="0"/>
          <a:stretch/>
        </p:blipFill>
        <p:spPr>
          <a:xfrm>
            <a:off x="11635917" y="1060561"/>
            <a:ext cx="5610224" cy="8162925"/>
          </a:xfrm>
          <a:prstGeom prst="rect">
            <a:avLst/>
          </a:prstGeom>
          <a:noFill/>
          <a:ln>
            <a:noFill/>
          </a:ln>
        </p:spPr>
      </p:pic>
      <p:sp>
        <p:nvSpPr>
          <p:cNvPr id="155" name="Google Shape;155;p10"/>
          <p:cNvSpPr/>
          <p:nvPr/>
        </p:nvSpPr>
        <p:spPr>
          <a:xfrm>
            <a:off x="9756720" y="1326965"/>
            <a:ext cx="454025" cy="454025"/>
          </a:xfrm>
          <a:custGeom>
            <a:rect b="b" l="l" r="r" t="t"/>
            <a:pathLst>
              <a:path extrusionOk="0" h="454025" w="454025">
                <a:moveTo>
                  <a:pt x="226787" y="453510"/>
                </a:moveTo>
                <a:lnTo>
                  <a:pt x="0" y="453510"/>
                </a:lnTo>
                <a:lnTo>
                  <a:pt x="0" y="0"/>
                </a:lnTo>
                <a:lnTo>
                  <a:pt x="453574" y="0"/>
                </a:lnTo>
                <a:lnTo>
                  <a:pt x="453574" y="453510"/>
                </a:lnTo>
                <a:lnTo>
                  <a:pt x="226787" y="453510"/>
                </a:lnTo>
                <a:close/>
              </a:path>
            </a:pathLst>
          </a:custGeom>
          <a:noFill/>
          <a:ln cap="flat" cmpd="sng" w="18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56" name="Google Shape;156;p10"/>
          <p:cNvSpPr/>
          <p:nvPr/>
        </p:nvSpPr>
        <p:spPr>
          <a:xfrm>
            <a:off x="10503330" y="1326965"/>
            <a:ext cx="454025" cy="454025"/>
          </a:xfrm>
          <a:custGeom>
            <a:rect b="b" l="l" r="r" t="t"/>
            <a:pathLst>
              <a:path extrusionOk="0" h="454025" w="454025">
                <a:moveTo>
                  <a:pt x="226787" y="453510"/>
                </a:moveTo>
                <a:lnTo>
                  <a:pt x="0" y="453510"/>
                </a:lnTo>
                <a:lnTo>
                  <a:pt x="0" y="0"/>
                </a:lnTo>
                <a:lnTo>
                  <a:pt x="453574" y="0"/>
                </a:lnTo>
                <a:lnTo>
                  <a:pt x="453574" y="453510"/>
                </a:lnTo>
                <a:lnTo>
                  <a:pt x="226787" y="453510"/>
                </a:lnTo>
                <a:close/>
              </a:path>
            </a:pathLst>
          </a:custGeom>
          <a:noFill/>
          <a:ln cap="flat" cmpd="sng" w="18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0" name="Shape 160"/>
        <p:cNvGrpSpPr/>
        <p:nvPr/>
      </p:nvGrpSpPr>
      <p:grpSpPr>
        <a:xfrm>
          <a:off x="0" y="0"/>
          <a:ext cx="0" cy="0"/>
          <a:chOff x="0" y="0"/>
          <a:chExt cx="0" cy="0"/>
        </a:xfrm>
      </p:grpSpPr>
      <p:pic>
        <p:nvPicPr>
          <p:cNvPr id="161" name="Google Shape;161;p11"/>
          <p:cNvPicPr preferRelativeResize="0"/>
          <p:nvPr/>
        </p:nvPicPr>
        <p:blipFill rotWithShape="1">
          <a:blip r:embed="rId3">
            <a:alphaModFix/>
          </a:blip>
          <a:srcRect b="0" l="0" r="0" t="0"/>
          <a:stretch/>
        </p:blipFill>
        <p:spPr>
          <a:xfrm>
            <a:off x="0" y="-1"/>
            <a:ext cx="18288000" cy="10287764"/>
          </a:xfrm>
          <a:prstGeom prst="rect">
            <a:avLst/>
          </a:prstGeom>
          <a:noFill/>
          <a:ln>
            <a:noFill/>
          </a:ln>
        </p:spPr>
      </p:pic>
      <p:pic>
        <p:nvPicPr>
          <p:cNvPr id="162" name="Google Shape;162;p11"/>
          <p:cNvPicPr preferRelativeResize="0"/>
          <p:nvPr/>
        </p:nvPicPr>
        <p:blipFill rotWithShape="1">
          <a:blip r:embed="rId4">
            <a:alphaModFix/>
          </a:blip>
          <a:srcRect b="0" l="0" r="0" t="0"/>
          <a:stretch/>
        </p:blipFill>
        <p:spPr>
          <a:xfrm>
            <a:off x="2051304" y="3849624"/>
            <a:ext cx="3995928" cy="917448"/>
          </a:xfrm>
          <a:prstGeom prst="rect">
            <a:avLst/>
          </a:prstGeom>
          <a:noFill/>
          <a:ln>
            <a:noFill/>
          </a:ln>
        </p:spPr>
      </p:pic>
      <p:pic>
        <p:nvPicPr>
          <p:cNvPr id="163" name="Google Shape;163;p11"/>
          <p:cNvPicPr preferRelativeResize="0"/>
          <p:nvPr/>
        </p:nvPicPr>
        <p:blipFill rotWithShape="1">
          <a:blip r:embed="rId5">
            <a:alphaModFix/>
          </a:blip>
          <a:srcRect b="0" l="0" r="0" t="0"/>
          <a:stretch/>
        </p:blipFill>
        <p:spPr>
          <a:xfrm>
            <a:off x="9649930" y="3910025"/>
            <a:ext cx="3235490" cy="237972"/>
          </a:xfrm>
          <a:prstGeom prst="rect">
            <a:avLst/>
          </a:prstGeom>
          <a:noFill/>
          <a:ln>
            <a:noFill/>
          </a:ln>
        </p:spPr>
      </p:pic>
      <p:pic>
        <p:nvPicPr>
          <p:cNvPr id="164" name="Google Shape;164;p11"/>
          <p:cNvPicPr preferRelativeResize="0"/>
          <p:nvPr/>
        </p:nvPicPr>
        <p:blipFill rotWithShape="1">
          <a:blip r:embed="rId6">
            <a:alphaModFix/>
          </a:blip>
          <a:srcRect b="0" l="0" r="0" t="0"/>
          <a:stretch/>
        </p:blipFill>
        <p:spPr>
          <a:xfrm>
            <a:off x="13198194" y="3910025"/>
            <a:ext cx="1736370" cy="237972"/>
          </a:xfrm>
          <a:prstGeom prst="rect">
            <a:avLst/>
          </a:prstGeom>
          <a:noFill/>
          <a:ln>
            <a:noFill/>
          </a:ln>
        </p:spPr>
      </p:pic>
      <p:pic>
        <p:nvPicPr>
          <p:cNvPr id="165" name="Google Shape;165;p11"/>
          <p:cNvPicPr preferRelativeResize="0"/>
          <p:nvPr/>
        </p:nvPicPr>
        <p:blipFill rotWithShape="1">
          <a:blip r:embed="rId7">
            <a:alphaModFix/>
          </a:blip>
          <a:srcRect b="0" l="0" r="0" t="0"/>
          <a:stretch/>
        </p:blipFill>
        <p:spPr>
          <a:xfrm>
            <a:off x="8761717" y="5005400"/>
            <a:ext cx="1722996" cy="237972"/>
          </a:xfrm>
          <a:prstGeom prst="rect">
            <a:avLst/>
          </a:prstGeom>
          <a:noFill/>
          <a:ln>
            <a:noFill/>
          </a:ln>
        </p:spPr>
      </p:pic>
      <p:sp>
        <p:nvSpPr>
          <p:cNvPr id="166" name="Google Shape;166;p11"/>
          <p:cNvSpPr/>
          <p:nvPr/>
        </p:nvSpPr>
        <p:spPr>
          <a:xfrm>
            <a:off x="10804690" y="5005400"/>
            <a:ext cx="993140" cy="238125"/>
          </a:xfrm>
          <a:custGeom>
            <a:rect b="b" l="l" r="r" t="t"/>
            <a:pathLst>
              <a:path extrusionOk="0" h="238125" w="993140">
                <a:moveTo>
                  <a:pt x="85788" y="60883"/>
                </a:moveTo>
                <a:lnTo>
                  <a:pt x="41033" y="72771"/>
                </a:lnTo>
                <a:lnTo>
                  <a:pt x="10769" y="104673"/>
                </a:lnTo>
                <a:lnTo>
                  <a:pt x="0" y="148831"/>
                </a:lnTo>
                <a:lnTo>
                  <a:pt x="395" y="157670"/>
                </a:lnTo>
                <a:lnTo>
                  <a:pt x="14027" y="197969"/>
                </a:lnTo>
                <a:lnTo>
                  <a:pt x="44100" y="227010"/>
                </a:lnTo>
                <a:lnTo>
                  <a:pt x="86080" y="237972"/>
                </a:lnTo>
                <a:lnTo>
                  <a:pt x="94164" y="237632"/>
                </a:lnTo>
                <a:lnTo>
                  <a:pt x="136339" y="221891"/>
                </a:lnTo>
                <a:lnTo>
                  <a:pt x="150553" y="207048"/>
                </a:lnTo>
                <a:lnTo>
                  <a:pt x="85191" y="207048"/>
                </a:lnTo>
                <a:lnTo>
                  <a:pt x="78378" y="206569"/>
                </a:lnTo>
                <a:lnTo>
                  <a:pt x="44617" y="184691"/>
                </a:lnTo>
                <a:lnTo>
                  <a:pt x="33604" y="148831"/>
                </a:lnTo>
                <a:lnTo>
                  <a:pt x="34040" y="140742"/>
                </a:lnTo>
                <a:lnTo>
                  <a:pt x="53656" y="103091"/>
                </a:lnTo>
                <a:lnTo>
                  <a:pt x="84899" y="91808"/>
                </a:lnTo>
                <a:lnTo>
                  <a:pt x="148983" y="91808"/>
                </a:lnTo>
                <a:lnTo>
                  <a:pt x="145391" y="86807"/>
                </a:lnTo>
                <a:lnTo>
                  <a:pt x="108443" y="63673"/>
                </a:lnTo>
                <a:lnTo>
                  <a:pt x="97457" y="61581"/>
                </a:lnTo>
                <a:lnTo>
                  <a:pt x="85788" y="60883"/>
                </a:lnTo>
                <a:close/>
              </a:path>
              <a:path extrusionOk="0" h="238125" w="993140">
                <a:moveTo>
                  <a:pt x="127419" y="178498"/>
                </a:moveTo>
                <a:lnTo>
                  <a:pt x="97193" y="205981"/>
                </a:lnTo>
                <a:lnTo>
                  <a:pt x="91287" y="207048"/>
                </a:lnTo>
                <a:lnTo>
                  <a:pt x="150553" y="207048"/>
                </a:lnTo>
                <a:lnTo>
                  <a:pt x="152007" y="205020"/>
                </a:lnTo>
                <a:lnTo>
                  <a:pt x="156336" y="197225"/>
                </a:lnTo>
                <a:lnTo>
                  <a:pt x="160210" y="188302"/>
                </a:lnTo>
                <a:lnTo>
                  <a:pt x="127419" y="178498"/>
                </a:lnTo>
                <a:close/>
              </a:path>
              <a:path extrusionOk="0" h="238125" w="993140">
                <a:moveTo>
                  <a:pt x="148983" y="91808"/>
                </a:moveTo>
                <a:lnTo>
                  <a:pt x="93522" y="91808"/>
                </a:lnTo>
                <a:lnTo>
                  <a:pt x="101320" y="93814"/>
                </a:lnTo>
                <a:lnTo>
                  <a:pt x="108318" y="97828"/>
                </a:lnTo>
                <a:lnTo>
                  <a:pt x="113455" y="101378"/>
                </a:lnTo>
                <a:lnTo>
                  <a:pt x="118313" y="106083"/>
                </a:lnTo>
                <a:lnTo>
                  <a:pt x="122895" y="111940"/>
                </a:lnTo>
                <a:lnTo>
                  <a:pt x="127203" y="118948"/>
                </a:lnTo>
                <a:lnTo>
                  <a:pt x="159092" y="108839"/>
                </a:lnTo>
                <a:lnTo>
                  <a:pt x="152653" y="96916"/>
                </a:lnTo>
                <a:lnTo>
                  <a:pt x="148983" y="91808"/>
                </a:lnTo>
                <a:close/>
              </a:path>
              <a:path extrusionOk="0" h="238125" w="993140">
                <a:moveTo>
                  <a:pt x="250837" y="60883"/>
                </a:moveTo>
                <a:lnTo>
                  <a:pt x="209133" y="71883"/>
                </a:lnTo>
                <a:lnTo>
                  <a:pt x="179363" y="100601"/>
                </a:lnTo>
                <a:lnTo>
                  <a:pt x="166031" y="140759"/>
                </a:lnTo>
                <a:lnTo>
                  <a:pt x="165658" y="149428"/>
                </a:lnTo>
                <a:lnTo>
                  <a:pt x="165659" y="150025"/>
                </a:lnTo>
                <a:lnTo>
                  <a:pt x="175257" y="190980"/>
                </a:lnTo>
                <a:lnTo>
                  <a:pt x="201807" y="222489"/>
                </a:lnTo>
                <a:lnTo>
                  <a:pt x="241497" y="237530"/>
                </a:lnTo>
                <a:lnTo>
                  <a:pt x="250545" y="237972"/>
                </a:lnTo>
                <a:lnTo>
                  <a:pt x="259686" y="237530"/>
                </a:lnTo>
                <a:lnTo>
                  <a:pt x="299480" y="222489"/>
                </a:lnTo>
                <a:lnTo>
                  <a:pt x="315615" y="207048"/>
                </a:lnTo>
                <a:lnTo>
                  <a:pt x="250545" y="207048"/>
                </a:lnTo>
                <a:lnTo>
                  <a:pt x="243676" y="206577"/>
                </a:lnTo>
                <a:lnTo>
                  <a:pt x="210023" y="185316"/>
                </a:lnTo>
                <a:lnTo>
                  <a:pt x="199250" y="150025"/>
                </a:lnTo>
                <a:lnTo>
                  <a:pt x="199695" y="142081"/>
                </a:lnTo>
                <a:lnTo>
                  <a:pt x="219626" y="103928"/>
                </a:lnTo>
                <a:lnTo>
                  <a:pt x="250545" y="91808"/>
                </a:lnTo>
                <a:lnTo>
                  <a:pt x="315472" y="91808"/>
                </a:lnTo>
                <a:lnTo>
                  <a:pt x="311734" y="87426"/>
                </a:lnTo>
                <a:lnTo>
                  <a:pt x="276826" y="64896"/>
                </a:lnTo>
                <a:lnTo>
                  <a:pt x="259872" y="61329"/>
                </a:lnTo>
                <a:lnTo>
                  <a:pt x="250837" y="60883"/>
                </a:lnTo>
                <a:close/>
              </a:path>
              <a:path extrusionOk="0" h="238125" w="993140">
                <a:moveTo>
                  <a:pt x="315472" y="91808"/>
                </a:moveTo>
                <a:lnTo>
                  <a:pt x="250545" y="91808"/>
                </a:lnTo>
                <a:lnTo>
                  <a:pt x="257387" y="92282"/>
                </a:lnTo>
                <a:lnTo>
                  <a:pt x="263929" y="93703"/>
                </a:lnTo>
                <a:lnTo>
                  <a:pt x="294932" y="120129"/>
                </a:lnTo>
                <a:lnTo>
                  <a:pt x="302069" y="149428"/>
                </a:lnTo>
                <a:lnTo>
                  <a:pt x="301617" y="157190"/>
                </a:lnTo>
                <a:lnTo>
                  <a:pt x="281638" y="195381"/>
                </a:lnTo>
                <a:lnTo>
                  <a:pt x="250545" y="207048"/>
                </a:lnTo>
                <a:lnTo>
                  <a:pt x="315615" y="207048"/>
                </a:lnTo>
                <a:lnTo>
                  <a:pt x="334111" y="166912"/>
                </a:lnTo>
                <a:lnTo>
                  <a:pt x="335660" y="149428"/>
                </a:lnTo>
                <a:lnTo>
                  <a:pt x="335283" y="140759"/>
                </a:lnTo>
                <a:lnTo>
                  <a:pt x="321918" y="100601"/>
                </a:lnTo>
                <a:lnTo>
                  <a:pt x="317089" y="93703"/>
                </a:lnTo>
                <a:lnTo>
                  <a:pt x="315472" y="91808"/>
                </a:lnTo>
                <a:close/>
              </a:path>
              <a:path extrusionOk="0" h="238125" w="993140">
                <a:moveTo>
                  <a:pt x="389267" y="63639"/>
                </a:moveTo>
                <a:lnTo>
                  <a:pt x="357746" y="63639"/>
                </a:lnTo>
                <a:lnTo>
                  <a:pt x="357746" y="234924"/>
                </a:lnTo>
                <a:lnTo>
                  <a:pt x="391134" y="234924"/>
                </a:lnTo>
                <a:lnTo>
                  <a:pt x="391134" y="132397"/>
                </a:lnTo>
                <a:lnTo>
                  <a:pt x="393306" y="125120"/>
                </a:lnTo>
                <a:lnTo>
                  <a:pt x="428409" y="94183"/>
                </a:lnTo>
                <a:lnTo>
                  <a:pt x="435508" y="92405"/>
                </a:lnTo>
                <a:lnTo>
                  <a:pt x="497716" y="92405"/>
                </a:lnTo>
                <a:lnTo>
                  <a:pt x="496830" y="90030"/>
                </a:lnTo>
                <a:lnTo>
                  <a:pt x="386638" y="90030"/>
                </a:lnTo>
                <a:lnTo>
                  <a:pt x="389267" y="63639"/>
                </a:lnTo>
                <a:close/>
              </a:path>
              <a:path extrusionOk="0" h="238125" w="993140">
                <a:moveTo>
                  <a:pt x="497716" y="92405"/>
                </a:moveTo>
                <a:lnTo>
                  <a:pt x="452120" y="92405"/>
                </a:lnTo>
                <a:lnTo>
                  <a:pt x="459105" y="95973"/>
                </a:lnTo>
                <a:lnTo>
                  <a:pt x="463613" y="103111"/>
                </a:lnTo>
                <a:lnTo>
                  <a:pt x="466606" y="109430"/>
                </a:lnTo>
                <a:lnTo>
                  <a:pt x="468745" y="117682"/>
                </a:lnTo>
                <a:lnTo>
                  <a:pt x="470030" y="127866"/>
                </a:lnTo>
                <a:lnTo>
                  <a:pt x="470458" y="139979"/>
                </a:lnTo>
                <a:lnTo>
                  <a:pt x="470458" y="234924"/>
                </a:lnTo>
                <a:lnTo>
                  <a:pt x="503758" y="234924"/>
                </a:lnTo>
                <a:lnTo>
                  <a:pt x="503689" y="132397"/>
                </a:lnTo>
                <a:lnTo>
                  <a:pt x="499478" y="97129"/>
                </a:lnTo>
                <a:lnTo>
                  <a:pt x="497716" y="92405"/>
                </a:lnTo>
                <a:close/>
              </a:path>
              <a:path extrusionOk="0" h="238125" w="993140">
                <a:moveTo>
                  <a:pt x="450227" y="60883"/>
                </a:moveTo>
                <a:lnTo>
                  <a:pt x="407600" y="72424"/>
                </a:lnTo>
                <a:lnTo>
                  <a:pt x="386638" y="90030"/>
                </a:lnTo>
                <a:lnTo>
                  <a:pt x="496830" y="90030"/>
                </a:lnTo>
                <a:lnTo>
                  <a:pt x="496531" y="89230"/>
                </a:lnTo>
                <a:lnTo>
                  <a:pt x="492315" y="82435"/>
                </a:lnTo>
                <a:lnTo>
                  <a:pt x="488149" y="75603"/>
                </a:lnTo>
                <a:lnTo>
                  <a:pt x="457297" y="61236"/>
                </a:lnTo>
                <a:lnTo>
                  <a:pt x="450227" y="60883"/>
                </a:lnTo>
                <a:close/>
              </a:path>
              <a:path extrusionOk="0" h="238125" w="993140">
                <a:moveTo>
                  <a:pt x="573824" y="92697"/>
                </a:moveTo>
                <a:lnTo>
                  <a:pt x="540448" y="92697"/>
                </a:lnTo>
                <a:lnTo>
                  <a:pt x="540448" y="207962"/>
                </a:lnTo>
                <a:lnTo>
                  <a:pt x="567029" y="235445"/>
                </a:lnTo>
                <a:lnTo>
                  <a:pt x="573506" y="236778"/>
                </a:lnTo>
                <a:lnTo>
                  <a:pt x="586536" y="236778"/>
                </a:lnTo>
                <a:lnTo>
                  <a:pt x="614413" y="228600"/>
                </a:lnTo>
                <a:lnTo>
                  <a:pt x="618832" y="226822"/>
                </a:lnTo>
                <a:lnTo>
                  <a:pt x="624090" y="224878"/>
                </a:lnTo>
                <a:lnTo>
                  <a:pt x="617564" y="204965"/>
                </a:lnTo>
                <a:lnTo>
                  <a:pt x="583260" y="204965"/>
                </a:lnTo>
                <a:lnTo>
                  <a:pt x="580313" y="204038"/>
                </a:lnTo>
                <a:lnTo>
                  <a:pt x="577837" y="202209"/>
                </a:lnTo>
                <a:lnTo>
                  <a:pt x="575411" y="200380"/>
                </a:lnTo>
                <a:lnTo>
                  <a:pt x="574078" y="197624"/>
                </a:lnTo>
                <a:lnTo>
                  <a:pt x="573824" y="193954"/>
                </a:lnTo>
                <a:lnTo>
                  <a:pt x="573824" y="92697"/>
                </a:lnTo>
                <a:close/>
              </a:path>
              <a:path extrusionOk="0" h="238125" w="993140">
                <a:moveTo>
                  <a:pt x="613740" y="193294"/>
                </a:moveTo>
                <a:lnTo>
                  <a:pt x="608495" y="197802"/>
                </a:lnTo>
                <a:lnTo>
                  <a:pt x="603885" y="200875"/>
                </a:lnTo>
                <a:lnTo>
                  <a:pt x="595960" y="204139"/>
                </a:lnTo>
                <a:lnTo>
                  <a:pt x="591540" y="204965"/>
                </a:lnTo>
                <a:lnTo>
                  <a:pt x="617564" y="204965"/>
                </a:lnTo>
                <a:lnTo>
                  <a:pt x="613740" y="193294"/>
                </a:lnTo>
                <a:close/>
              </a:path>
              <a:path extrusionOk="0" h="238125" w="993140">
                <a:moveTo>
                  <a:pt x="610323" y="63639"/>
                </a:moveTo>
                <a:lnTo>
                  <a:pt x="518515" y="63639"/>
                </a:lnTo>
                <a:lnTo>
                  <a:pt x="518515" y="92697"/>
                </a:lnTo>
                <a:lnTo>
                  <a:pt x="610323" y="92697"/>
                </a:lnTo>
                <a:lnTo>
                  <a:pt x="610323" y="63639"/>
                </a:lnTo>
                <a:close/>
              </a:path>
              <a:path extrusionOk="0" h="238125" w="993140">
                <a:moveTo>
                  <a:pt x="573824" y="10033"/>
                </a:moveTo>
                <a:lnTo>
                  <a:pt x="540448" y="10033"/>
                </a:lnTo>
                <a:lnTo>
                  <a:pt x="540448" y="63639"/>
                </a:lnTo>
                <a:lnTo>
                  <a:pt x="573824" y="63639"/>
                </a:lnTo>
                <a:lnTo>
                  <a:pt x="573824" y="10033"/>
                </a:lnTo>
                <a:close/>
              </a:path>
              <a:path extrusionOk="0" h="238125" w="993140">
                <a:moveTo>
                  <a:pt x="812038" y="60883"/>
                </a:moveTo>
                <a:lnTo>
                  <a:pt x="770333" y="71883"/>
                </a:lnTo>
                <a:lnTo>
                  <a:pt x="740557" y="100601"/>
                </a:lnTo>
                <a:lnTo>
                  <a:pt x="727231" y="140759"/>
                </a:lnTo>
                <a:lnTo>
                  <a:pt x="726858" y="149428"/>
                </a:lnTo>
                <a:lnTo>
                  <a:pt x="726859" y="150025"/>
                </a:lnTo>
                <a:lnTo>
                  <a:pt x="736446" y="190980"/>
                </a:lnTo>
                <a:lnTo>
                  <a:pt x="763012" y="222489"/>
                </a:lnTo>
                <a:lnTo>
                  <a:pt x="802697" y="237530"/>
                </a:lnTo>
                <a:lnTo>
                  <a:pt x="811745" y="237972"/>
                </a:lnTo>
                <a:lnTo>
                  <a:pt x="820887" y="237530"/>
                </a:lnTo>
                <a:lnTo>
                  <a:pt x="860680" y="222489"/>
                </a:lnTo>
                <a:lnTo>
                  <a:pt x="876811" y="207048"/>
                </a:lnTo>
                <a:lnTo>
                  <a:pt x="811745" y="207048"/>
                </a:lnTo>
                <a:lnTo>
                  <a:pt x="804877" y="206577"/>
                </a:lnTo>
                <a:lnTo>
                  <a:pt x="771223" y="185316"/>
                </a:lnTo>
                <a:lnTo>
                  <a:pt x="760450" y="150025"/>
                </a:lnTo>
                <a:lnTo>
                  <a:pt x="760896" y="142081"/>
                </a:lnTo>
                <a:lnTo>
                  <a:pt x="780827" y="103928"/>
                </a:lnTo>
                <a:lnTo>
                  <a:pt x="811745" y="91808"/>
                </a:lnTo>
                <a:lnTo>
                  <a:pt x="876669" y="91808"/>
                </a:lnTo>
                <a:lnTo>
                  <a:pt x="872934" y="87426"/>
                </a:lnTo>
                <a:lnTo>
                  <a:pt x="838026" y="64896"/>
                </a:lnTo>
                <a:lnTo>
                  <a:pt x="821072" y="61329"/>
                </a:lnTo>
                <a:lnTo>
                  <a:pt x="812038" y="60883"/>
                </a:lnTo>
                <a:close/>
              </a:path>
              <a:path extrusionOk="0" h="238125" w="993140">
                <a:moveTo>
                  <a:pt x="667880" y="63639"/>
                </a:moveTo>
                <a:lnTo>
                  <a:pt x="635762" y="63639"/>
                </a:lnTo>
                <a:lnTo>
                  <a:pt x="635762" y="234924"/>
                </a:lnTo>
                <a:lnTo>
                  <a:pt x="669150" y="234924"/>
                </a:lnTo>
                <a:lnTo>
                  <a:pt x="669150" y="130987"/>
                </a:lnTo>
                <a:lnTo>
                  <a:pt x="672397" y="123282"/>
                </a:lnTo>
                <a:lnTo>
                  <a:pt x="705386" y="97383"/>
                </a:lnTo>
                <a:lnTo>
                  <a:pt x="727583" y="94411"/>
                </a:lnTo>
                <a:lnTo>
                  <a:pt x="727583" y="88379"/>
                </a:lnTo>
                <a:lnTo>
                  <a:pt x="666013" y="88379"/>
                </a:lnTo>
                <a:lnTo>
                  <a:pt x="667880" y="63639"/>
                </a:lnTo>
                <a:close/>
              </a:path>
              <a:path extrusionOk="0" h="238125" w="993140">
                <a:moveTo>
                  <a:pt x="876669" y="91808"/>
                </a:moveTo>
                <a:lnTo>
                  <a:pt x="811745" y="91808"/>
                </a:lnTo>
                <a:lnTo>
                  <a:pt x="818587" y="92282"/>
                </a:lnTo>
                <a:lnTo>
                  <a:pt x="825128" y="93703"/>
                </a:lnTo>
                <a:lnTo>
                  <a:pt x="856132" y="120129"/>
                </a:lnTo>
                <a:lnTo>
                  <a:pt x="863269" y="149428"/>
                </a:lnTo>
                <a:lnTo>
                  <a:pt x="862817" y="157190"/>
                </a:lnTo>
                <a:lnTo>
                  <a:pt x="842833" y="195381"/>
                </a:lnTo>
                <a:lnTo>
                  <a:pt x="811745" y="207048"/>
                </a:lnTo>
                <a:lnTo>
                  <a:pt x="876811" y="207048"/>
                </a:lnTo>
                <a:lnTo>
                  <a:pt x="895305" y="166912"/>
                </a:lnTo>
                <a:lnTo>
                  <a:pt x="896848" y="149428"/>
                </a:lnTo>
                <a:lnTo>
                  <a:pt x="896472" y="140759"/>
                </a:lnTo>
                <a:lnTo>
                  <a:pt x="883111" y="100598"/>
                </a:lnTo>
                <a:lnTo>
                  <a:pt x="878285" y="93703"/>
                </a:lnTo>
                <a:lnTo>
                  <a:pt x="876669" y="91808"/>
                </a:lnTo>
                <a:close/>
              </a:path>
              <a:path extrusionOk="0" h="238125" w="993140">
                <a:moveTo>
                  <a:pt x="719455" y="62738"/>
                </a:moveTo>
                <a:lnTo>
                  <a:pt x="715784" y="62738"/>
                </a:lnTo>
                <a:lnTo>
                  <a:pt x="713778" y="62839"/>
                </a:lnTo>
                <a:lnTo>
                  <a:pt x="671410" y="82130"/>
                </a:lnTo>
                <a:lnTo>
                  <a:pt x="666013" y="88379"/>
                </a:lnTo>
                <a:lnTo>
                  <a:pt x="727583" y="88379"/>
                </a:lnTo>
                <a:lnTo>
                  <a:pt x="727583" y="64160"/>
                </a:lnTo>
                <a:lnTo>
                  <a:pt x="722769" y="63207"/>
                </a:lnTo>
                <a:lnTo>
                  <a:pt x="719455" y="62738"/>
                </a:lnTo>
                <a:close/>
              </a:path>
              <a:path extrusionOk="0" h="238125" w="993140">
                <a:moveTo>
                  <a:pt x="953223" y="0"/>
                </a:moveTo>
                <a:lnTo>
                  <a:pt x="919835" y="0"/>
                </a:lnTo>
                <a:lnTo>
                  <a:pt x="919877" y="200202"/>
                </a:lnTo>
                <a:lnTo>
                  <a:pt x="941939" y="234272"/>
                </a:lnTo>
                <a:lnTo>
                  <a:pt x="956945" y="236778"/>
                </a:lnTo>
                <a:lnTo>
                  <a:pt x="961402" y="236778"/>
                </a:lnTo>
                <a:lnTo>
                  <a:pt x="966597" y="236232"/>
                </a:lnTo>
                <a:lnTo>
                  <a:pt x="978547" y="234048"/>
                </a:lnTo>
                <a:lnTo>
                  <a:pt x="985316" y="231927"/>
                </a:lnTo>
                <a:lnTo>
                  <a:pt x="992847" y="228752"/>
                </a:lnTo>
                <a:lnTo>
                  <a:pt x="987772" y="205562"/>
                </a:lnTo>
                <a:lnTo>
                  <a:pt x="959065" y="205562"/>
                </a:lnTo>
                <a:lnTo>
                  <a:pt x="957059" y="204914"/>
                </a:lnTo>
                <a:lnTo>
                  <a:pt x="953985" y="202285"/>
                </a:lnTo>
                <a:lnTo>
                  <a:pt x="953223" y="198640"/>
                </a:lnTo>
                <a:lnTo>
                  <a:pt x="953223" y="0"/>
                </a:lnTo>
                <a:close/>
              </a:path>
              <a:path extrusionOk="0" h="238125" w="993140">
                <a:moveTo>
                  <a:pt x="986599" y="200202"/>
                </a:moveTo>
                <a:lnTo>
                  <a:pt x="979766" y="202285"/>
                </a:lnTo>
                <a:lnTo>
                  <a:pt x="974661" y="203695"/>
                </a:lnTo>
                <a:lnTo>
                  <a:pt x="967968" y="205181"/>
                </a:lnTo>
                <a:lnTo>
                  <a:pt x="964717" y="205562"/>
                </a:lnTo>
                <a:lnTo>
                  <a:pt x="987772" y="205562"/>
                </a:lnTo>
                <a:lnTo>
                  <a:pt x="986599" y="200202"/>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67" name="Google Shape;167;p11"/>
          <p:cNvSpPr txBox="1"/>
          <p:nvPr/>
        </p:nvSpPr>
        <p:spPr>
          <a:xfrm>
            <a:off x="7306436" y="3827735"/>
            <a:ext cx="8324850" cy="1486535"/>
          </a:xfrm>
          <a:prstGeom prst="rect">
            <a:avLst/>
          </a:prstGeom>
          <a:noFill/>
          <a:ln>
            <a:noFill/>
          </a:ln>
        </p:spPr>
        <p:txBody>
          <a:bodyPr anchorCtr="0" anchor="t" bIns="0" lIns="0" spcFirstLastPara="1" rIns="0" wrap="square" tIns="12700">
            <a:spAutoFit/>
          </a:bodyPr>
          <a:lstStyle/>
          <a:p>
            <a:pPr indent="0" lvl="0" marL="12700" marR="5080" rtl="0" algn="l">
              <a:lnSpc>
                <a:spcPct val="99800"/>
              </a:lnSpc>
              <a:spcBef>
                <a:spcPts val="0"/>
              </a:spcBef>
              <a:spcAft>
                <a:spcPts val="0"/>
              </a:spcAft>
              <a:buNone/>
            </a:pPr>
            <a:r>
              <a:rPr lang="en-US" sz="2400">
                <a:solidFill>
                  <a:srgbClr val="FFFFFF"/>
                </a:solidFill>
                <a:latin typeface="Trebuchet MS"/>
                <a:ea typeface="Trebuchet MS"/>
                <a:cs typeface="Trebuchet MS"/>
                <a:sym typeface="Trebuchet MS"/>
              </a:rPr>
              <a:t>En resumen, los			y	son fundamentales en la electrónica digital. Su comprensión es clave para el diseño y la implementación de sistemas que requieren	y	de eventos.</a:t>
            </a:r>
            <a:endParaRPr sz="2400">
              <a:latin typeface="Trebuchet MS"/>
              <a:ea typeface="Trebuchet MS"/>
              <a:cs typeface="Trebuchet MS"/>
              <a:sym typeface="Trebuchet MS"/>
            </a:endParaRPr>
          </a:p>
        </p:txBody>
      </p:sp>
      <p:sp>
        <p:nvSpPr>
          <p:cNvPr id="168" name="Google Shape;168;p11"/>
          <p:cNvSpPr/>
          <p:nvPr/>
        </p:nvSpPr>
        <p:spPr>
          <a:xfrm>
            <a:off x="5025225" y="8237728"/>
            <a:ext cx="8237855" cy="20320"/>
          </a:xfrm>
          <a:custGeom>
            <a:rect b="b" l="l" r="r" t="t"/>
            <a:pathLst>
              <a:path extrusionOk="0" h="20320" w="8237855">
                <a:moveTo>
                  <a:pt x="8237499" y="1435"/>
                </a:moveTo>
                <a:lnTo>
                  <a:pt x="0" y="0"/>
                </a:lnTo>
                <a:lnTo>
                  <a:pt x="0" y="18719"/>
                </a:lnTo>
                <a:lnTo>
                  <a:pt x="8237499" y="20154"/>
                </a:lnTo>
                <a:lnTo>
                  <a:pt x="8237499" y="1435"/>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69" name="Google Shape;169;p11"/>
          <p:cNvSpPr/>
          <p:nvPr/>
        </p:nvSpPr>
        <p:spPr>
          <a:xfrm>
            <a:off x="8170162" y="1779944"/>
            <a:ext cx="454025" cy="454025"/>
          </a:xfrm>
          <a:custGeom>
            <a:rect b="b" l="l" r="r" t="t"/>
            <a:pathLst>
              <a:path extrusionOk="0" h="454025" w="454025">
                <a:moveTo>
                  <a:pt x="226804" y="453513"/>
                </a:moveTo>
                <a:lnTo>
                  <a:pt x="0" y="453513"/>
                </a:lnTo>
                <a:lnTo>
                  <a:pt x="0" y="0"/>
                </a:lnTo>
                <a:lnTo>
                  <a:pt x="453595" y="0"/>
                </a:lnTo>
                <a:lnTo>
                  <a:pt x="453595" y="453513"/>
                </a:lnTo>
                <a:lnTo>
                  <a:pt x="226804" y="453513"/>
                </a:lnTo>
                <a:close/>
              </a:path>
            </a:pathLst>
          </a:custGeom>
          <a:noFill/>
          <a:ln cap="flat" cmpd="sng" w="18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70" name="Google Shape;170;p11"/>
          <p:cNvSpPr/>
          <p:nvPr/>
        </p:nvSpPr>
        <p:spPr>
          <a:xfrm>
            <a:off x="8917523" y="1779944"/>
            <a:ext cx="454025" cy="454025"/>
          </a:xfrm>
          <a:custGeom>
            <a:rect b="b" l="l" r="r" t="t"/>
            <a:pathLst>
              <a:path extrusionOk="0" h="454025" w="454025">
                <a:moveTo>
                  <a:pt x="226804" y="453513"/>
                </a:moveTo>
                <a:lnTo>
                  <a:pt x="0" y="453513"/>
                </a:lnTo>
                <a:lnTo>
                  <a:pt x="0" y="0"/>
                </a:lnTo>
                <a:lnTo>
                  <a:pt x="453595" y="0"/>
                </a:lnTo>
                <a:lnTo>
                  <a:pt x="453595" y="453513"/>
                </a:lnTo>
                <a:lnTo>
                  <a:pt x="226804" y="453513"/>
                </a:lnTo>
                <a:close/>
              </a:path>
            </a:pathLst>
          </a:custGeom>
          <a:noFill/>
          <a:ln cap="flat" cmpd="sng" w="18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71" name="Google Shape;171;p11"/>
          <p:cNvSpPr/>
          <p:nvPr/>
        </p:nvSpPr>
        <p:spPr>
          <a:xfrm>
            <a:off x="9664160" y="1779944"/>
            <a:ext cx="454025" cy="454025"/>
          </a:xfrm>
          <a:custGeom>
            <a:rect b="b" l="l" r="r" t="t"/>
            <a:pathLst>
              <a:path extrusionOk="0" h="454025" w="454025">
                <a:moveTo>
                  <a:pt x="226791" y="453513"/>
                </a:moveTo>
                <a:lnTo>
                  <a:pt x="0" y="453513"/>
                </a:lnTo>
                <a:lnTo>
                  <a:pt x="0" y="0"/>
                </a:lnTo>
                <a:lnTo>
                  <a:pt x="453595" y="0"/>
                </a:lnTo>
                <a:lnTo>
                  <a:pt x="453595" y="453513"/>
                </a:lnTo>
                <a:lnTo>
                  <a:pt x="226791" y="453513"/>
                </a:lnTo>
                <a:close/>
              </a:path>
            </a:pathLst>
          </a:custGeom>
          <a:noFill/>
          <a:ln cap="flat" cmpd="sng" w="18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75" name="Shape 175"/>
        <p:cNvGrpSpPr/>
        <p:nvPr/>
      </p:nvGrpSpPr>
      <p:grpSpPr>
        <a:xfrm>
          <a:off x="0" y="0"/>
          <a:ext cx="0" cy="0"/>
          <a:chOff x="0" y="0"/>
          <a:chExt cx="0" cy="0"/>
        </a:xfrm>
      </p:grpSpPr>
      <p:pic>
        <p:nvPicPr>
          <p:cNvPr id="176" name="Google Shape;176;p12"/>
          <p:cNvPicPr preferRelativeResize="0"/>
          <p:nvPr/>
        </p:nvPicPr>
        <p:blipFill rotWithShape="1">
          <a:blip r:embed="rId3">
            <a:alphaModFix/>
          </a:blip>
          <a:srcRect b="0" l="0" r="0" t="0"/>
          <a:stretch/>
        </p:blipFill>
        <p:spPr>
          <a:xfrm>
            <a:off x="0" y="-1"/>
            <a:ext cx="18288000" cy="10287764"/>
          </a:xfrm>
          <a:prstGeom prst="rect">
            <a:avLst/>
          </a:prstGeom>
          <a:noFill/>
          <a:ln>
            <a:noFill/>
          </a:ln>
        </p:spPr>
      </p:pic>
      <p:grpSp>
        <p:nvGrpSpPr>
          <p:cNvPr id="177" name="Google Shape;177;p12"/>
          <p:cNvGrpSpPr/>
          <p:nvPr/>
        </p:nvGrpSpPr>
        <p:grpSpPr>
          <a:xfrm>
            <a:off x="466561" y="506168"/>
            <a:ext cx="17355185" cy="9275445"/>
            <a:chOff x="466561" y="506168"/>
            <a:chExt cx="17355185" cy="9275445"/>
          </a:xfrm>
        </p:grpSpPr>
        <p:sp>
          <p:nvSpPr>
            <p:cNvPr id="178" name="Google Shape;178;p12"/>
            <p:cNvSpPr/>
            <p:nvPr/>
          </p:nvSpPr>
          <p:spPr>
            <a:xfrm>
              <a:off x="466561" y="506168"/>
              <a:ext cx="17355185" cy="9275445"/>
            </a:xfrm>
            <a:custGeom>
              <a:rect b="b" l="l" r="r" t="t"/>
              <a:pathLst>
                <a:path extrusionOk="0" h="9275445" w="17355185">
                  <a:moveTo>
                    <a:pt x="8677413" y="9274997"/>
                  </a:moveTo>
                  <a:lnTo>
                    <a:pt x="0" y="9274997"/>
                  </a:lnTo>
                  <a:lnTo>
                    <a:pt x="0" y="0"/>
                  </a:lnTo>
                  <a:lnTo>
                    <a:pt x="17354841" y="0"/>
                  </a:lnTo>
                  <a:lnTo>
                    <a:pt x="17354841" y="9274997"/>
                  </a:lnTo>
                  <a:lnTo>
                    <a:pt x="8677413" y="9274997"/>
                  </a:lnTo>
                  <a:close/>
                </a:path>
              </a:pathLst>
            </a:custGeom>
            <a:noFill/>
            <a:ln cap="flat" cmpd="sng" w="18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79" name="Google Shape;179;p12"/>
            <p:cNvSpPr/>
            <p:nvPr/>
          </p:nvSpPr>
          <p:spPr>
            <a:xfrm>
              <a:off x="972716" y="8007126"/>
              <a:ext cx="454025" cy="1200785"/>
            </a:xfrm>
            <a:custGeom>
              <a:rect b="b" l="l" r="r" t="t"/>
              <a:pathLst>
                <a:path extrusionOk="0" h="1200784" w="454025">
                  <a:moveTo>
                    <a:pt x="0" y="226787"/>
                  </a:moveTo>
                  <a:lnTo>
                    <a:pt x="0" y="0"/>
                  </a:lnTo>
                  <a:lnTo>
                    <a:pt x="453520" y="0"/>
                  </a:lnTo>
                  <a:lnTo>
                    <a:pt x="453520" y="453574"/>
                  </a:lnTo>
                  <a:lnTo>
                    <a:pt x="0" y="453574"/>
                  </a:lnTo>
                  <a:lnTo>
                    <a:pt x="0" y="226787"/>
                  </a:lnTo>
                  <a:close/>
                </a:path>
                <a:path extrusionOk="0" h="1200784" w="454025">
                  <a:moveTo>
                    <a:pt x="0" y="973383"/>
                  </a:moveTo>
                  <a:lnTo>
                    <a:pt x="0" y="746596"/>
                  </a:lnTo>
                  <a:lnTo>
                    <a:pt x="453520" y="746596"/>
                  </a:lnTo>
                  <a:lnTo>
                    <a:pt x="453520" y="1200178"/>
                  </a:lnTo>
                  <a:lnTo>
                    <a:pt x="0" y="1200178"/>
                  </a:lnTo>
                  <a:lnTo>
                    <a:pt x="0" y="973383"/>
                  </a:lnTo>
                  <a:close/>
                </a:path>
              </a:pathLst>
            </a:custGeom>
            <a:noFill/>
            <a:ln cap="flat" cmpd="sng" w="18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80" name="Google Shape;180;p12"/>
            <p:cNvSpPr/>
            <p:nvPr/>
          </p:nvSpPr>
          <p:spPr>
            <a:xfrm>
              <a:off x="16862425" y="1079284"/>
              <a:ext cx="454025" cy="454025"/>
            </a:xfrm>
            <a:custGeom>
              <a:rect b="b" l="l" r="r" t="t"/>
              <a:pathLst>
                <a:path extrusionOk="0" h="454025" w="454025">
                  <a:moveTo>
                    <a:pt x="0" y="226745"/>
                  </a:moveTo>
                  <a:lnTo>
                    <a:pt x="0" y="0"/>
                  </a:lnTo>
                  <a:lnTo>
                    <a:pt x="453517" y="0"/>
                  </a:lnTo>
                  <a:lnTo>
                    <a:pt x="453517" y="453504"/>
                  </a:lnTo>
                  <a:lnTo>
                    <a:pt x="0" y="453504"/>
                  </a:lnTo>
                  <a:lnTo>
                    <a:pt x="0" y="226745"/>
                  </a:lnTo>
                  <a:close/>
                </a:path>
              </a:pathLst>
            </a:custGeom>
            <a:noFill/>
            <a:ln cap="flat" cmpd="sng" w="18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81" name="Google Shape;181;p12"/>
            <p:cNvSpPr/>
            <p:nvPr/>
          </p:nvSpPr>
          <p:spPr>
            <a:xfrm>
              <a:off x="5864542" y="3380104"/>
              <a:ext cx="6560184" cy="20320"/>
            </a:xfrm>
            <a:custGeom>
              <a:rect b="b" l="l" r="r" t="t"/>
              <a:pathLst>
                <a:path extrusionOk="0" h="20320" w="6560184">
                  <a:moveTo>
                    <a:pt x="6559918" y="1435"/>
                  </a:moveTo>
                  <a:lnTo>
                    <a:pt x="0" y="0"/>
                  </a:lnTo>
                  <a:lnTo>
                    <a:pt x="0" y="18707"/>
                  </a:lnTo>
                  <a:lnTo>
                    <a:pt x="6559918" y="20154"/>
                  </a:lnTo>
                  <a:lnTo>
                    <a:pt x="6559918" y="1435"/>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182" name="Google Shape;182;p12"/>
            <p:cNvPicPr preferRelativeResize="0"/>
            <p:nvPr/>
          </p:nvPicPr>
          <p:blipFill rotWithShape="1">
            <a:blip r:embed="rId4">
              <a:alphaModFix/>
            </a:blip>
            <a:srcRect b="0" l="0" r="0" t="0"/>
            <a:stretch/>
          </p:blipFill>
          <p:spPr>
            <a:xfrm>
              <a:off x="6294119" y="1350264"/>
              <a:ext cx="5696712" cy="1853184"/>
            </a:xfrm>
            <a:prstGeom prst="rect">
              <a:avLst/>
            </a:prstGeom>
            <a:noFill/>
            <a:ln>
              <a:noFill/>
            </a:ln>
          </p:spPr>
        </p:pic>
      </p:grpSp>
      <p:sp>
        <p:nvSpPr>
          <p:cNvPr id="183" name="Google Shape;183;p12"/>
          <p:cNvSpPr txBox="1"/>
          <p:nvPr/>
        </p:nvSpPr>
        <p:spPr>
          <a:xfrm>
            <a:off x="6535216" y="3798519"/>
            <a:ext cx="5159375" cy="1943735"/>
          </a:xfrm>
          <a:prstGeom prst="rect">
            <a:avLst/>
          </a:prstGeom>
          <a:noFill/>
          <a:ln>
            <a:noFill/>
          </a:ln>
        </p:spPr>
        <p:txBody>
          <a:bodyPr anchorCtr="0" anchor="t" bIns="0" lIns="0" spcFirstLastPara="1" rIns="0" wrap="square" tIns="31750">
            <a:spAutoFit/>
          </a:bodyPr>
          <a:lstStyle/>
          <a:p>
            <a:pPr indent="0" lvl="0" marL="12700" marR="5080" rtl="0" algn="ctr">
              <a:lnSpc>
                <a:spcPct val="119047"/>
              </a:lnSpc>
              <a:spcBef>
                <a:spcPts val="0"/>
              </a:spcBef>
              <a:spcAft>
                <a:spcPts val="0"/>
              </a:spcAft>
              <a:buNone/>
            </a:pPr>
            <a:r>
              <a:rPr lang="en-US" sz="3150">
                <a:solidFill>
                  <a:srgbClr val="FFFFFF"/>
                </a:solidFill>
                <a:latin typeface="Trebuchet MS"/>
                <a:ea typeface="Trebuchet MS"/>
                <a:cs typeface="Trebuchet MS"/>
                <a:sym typeface="Trebuchet MS"/>
              </a:rPr>
              <a:t>Do you have any questions? </a:t>
            </a:r>
            <a:r>
              <a:rPr lang="en-US" sz="3150" u="sng">
                <a:solidFill>
                  <a:srgbClr val="FFFFFF"/>
                </a:solidFill>
                <a:latin typeface="Trebuchet MS"/>
                <a:ea typeface="Trebuchet MS"/>
                <a:cs typeface="Trebuchet MS"/>
                <a:sym typeface="Trebuchet MS"/>
                <a:hlinkClick r:id="rId5">
                  <a:extLst>
                    <a:ext uri="{A12FA001-AC4F-418D-AE19-62706E023703}">
                      <ahyp:hlinkClr val="tx"/>
                    </a:ext>
                  </a:extLst>
                </a:hlinkClick>
              </a:rPr>
              <a:t>youremail@freepik.com</a:t>
            </a:r>
            <a:endParaRPr sz="3150">
              <a:latin typeface="Trebuchet MS"/>
              <a:ea typeface="Trebuchet MS"/>
              <a:cs typeface="Trebuchet MS"/>
              <a:sym typeface="Trebuchet MS"/>
            </a:endParaRPr>
          </a:p>
          <a:p>
            <a:pPr indent="0" lvl="0" marL="0" rtl="0" algn="ctr">
              <a:lnSpc>
                <a:spcPct val="115206"/>
              </a:lnSpc>
              <a:spcBef>
                <a:spcPts val="0"/>
              </a:spcBef>
              <a:spcAft>
                <a:spcPts val="0"/>
              </a:spcAft>
              <a:buNone/>
            </a:pPr>
            <a:r>
              <a:rPr lang="en-US" sz="3150">
                <a:solidFill>
                  <a:srgbClr val="FFFFFF"/>
                </a:solidFill>
                <a:latin typeface="Trebuchet MS"/>
                <a:ea typeface="Trebuchet MS"/>
                <a:cs typeface="Trebuchet MS"/>
                <a:sym typeface="Trebuchet MS"/>
              </a:rPr>
              <a:t>+34 654 321 432</a:t>
            </a:r>
            <a:endParaRPr sz="3150">
              <a:latin typeface="Trebuchet MS"/>
              <a:ea typeface="Trebuchet MS"/>
              <a:cs typeface="Trebuchet MS"/>
              <a:sym typeface="Trebuchet MS"/>
            </a:endParaRPr>
          </a:p>
          <a:p>
            <a:pPr indent="0" lvl="0" marL="0" rtl="0" algn="ctr">
              <a:lnSpc>
                <a:spcPct val="100000"/>
              </a:lnSpc>
              <a:spcBef>
                <a:spcPts val="45"/>
              </a:spcBef>
              <a:spcAft>
                <a:spcPts val="0"/>
              </a:spcAft>
              <a:buNone/>
            </a:pPr>
            <a:r>
              <a:rPr lang="en-US" sz="3150">
                <a:solidFill>
                  <a:srgbClr val="FFFFFF"/>
                </a:solidFill>
                <a:latin typeface="Trebuchet MS"/>
                <a:ea typeface="Trebuchet MS"/>
                <a:cs typeface="Trebuchet MS"/>
                <a:sym typeface="Trebuchet MS"/>
              </a:rPr>
              <a:t>yourwebsite.com</a:t>
            </a:r>
            <a:endParaRPr sz="3150">
              <a:latin typeface="Trebuchet MS"/>
              <a:ea typeface="Trebuchet MS"/>
              <a:cs typeface="Trebuchet MS"/>
              <a:sym typeface="Trebuchet MS"/>
            </a:endParaRPr>
          </a:p>
        </p:txBody>
      </p:sp>
      <p:grpSp>
        <p:nvGrpSpPr>
          <p:cNvPr id="184" name="Google Shape;184;p12"/>
          <p:cNvGrpSpPr/>
          <p:nvPr/>
        </p:nvGrpSpPr>
        <p:grpSpPr>
          <a:xfrm>
            <a:off x="7450087" y="6340729"/>
            <a:ext cx="3386810" cy="691527"/>
            <a:chOff x="7450087" y="6340729"/>
            <a:chExt cx="3386810" cy="691527"/>
          </a:xfrm>
        </p:grpSpPr>
        <p:sp>
          <p:nvSpPr>
            <p:cNvPr id="185" name="Google Shape;185;p12"/>
            <p:cNvSpPr/>
            <p:nvPr/>
          </p:nvSpPr>
          <p:spPr>
            <a:xfrm>
              <a:off x="7450087" y="6340741"/>
              <a:ext cx="1591310" cy="691515"/>
            </a:xfrm>
            <a:custGeom>
              <a:rect b="b" l="l" r="r" t="t"/>
              <a:pathLst>
                <a:path extrusionOk="0" h="691515" w="1591309">
                  <a:moveTo>
                    <a:pt x="685685" y="291642"/>
                  </a:moveTo>
                  <a:lnTo>
                    <a:pt x="664489" y="213271"/>
                  </a:lnTo>
                  <a:lnTo>
                    <a:pt x="644766" y="172910"/>
                  </a:lnTo>
                  <a:lnTo>
                    <a:pt x="619734" y="135267"/>
                  </a:lnTo>
                  <a:lnTo>
                    <a:pt x="589508" y="100787"/>
                  </a:lnTo>
                  <a:lnTo>
                    <a:pt x="547751" y="65151"/>
                  </a:lnTo>
                  <a:lnTo>
                    <a:pt x="501637" y="37007"/>
                  </a:lnTo>
                  <a:lnTo>
                    <a:pt x="460616" y="20154"/>
                  </a:lnTo>
                  <a:lnTo>
                    <a:pt x="451993" y="16598"/>
                  </a:lnTo>
                  <a:lnTo>
                    <a:pt x="399656" y="4191"/>
                  </a:lnTo>
                  <a:lnTo>
                    <a:pt x="345452" y="0"/>
                  </a:lnTo>
                  <a:lnTo>
                    <a:pt x="290842" y="4191"/>
                  </a:lnTo>
                  <a:lnTo>
                    <a:pt x="238188" y="16598"/>
                  </a:lnTo>
                  <a:lnTo>
                    <a:pt x="188455" y="37007"/>
                  </a:lnTo>
                  <a:lnTo>
                    <a:pt x="142544" y="65151"/>
                  </a:lnTo>
                  <a:lnTo>
                    <a:pt x="101396" y="100787"/>
                  </a:lnTo>
                  <a:lnTo>
                    <a:pt x="65417" y="142544"/>
                  </a:lnTo>
                  <a:lnTo>
                    <a:pt x="37058" y="188658"/>
                  </a:lnTo>
                  <a:lnTo>
                    <a:pt x="16548" y="238302"/>
                  </a:lnTo>
                  <a:lnTo>
                    <a:pt x="4089" y="290639"/>
                  </a:lnTo>
                  <a:lnTo>
                    <a:pt x="114" y="341972"/>
                  </a:lnTo>
                  <a:lnTo>
                    <a:pt x="0" y="346303"/>
                  </a:lnTo>
                  <a:lnTo>
                    <a:pt x="3924" y="398195"/>
                  </a:lnTo>
                  <a:lnTo>
                    <a:pt x="15913" y="449783"/>
                  </a:lnTo>
                  <a:lnTo>
                    <a:pt x="35737" y="498944"/>
                  </a:lnTo>
                  <a:lnTo>
                    <a:pt x="63246" y="545007"/>
                  </a:lnTo>
                  <a:lnTo>
                    <a:pt x="96342" y="585025"/>
                  </a:lnTo>
                  <a:lnTo>
                    <a:pt x="134696" y="619518"/>
                  </a:lnTo>
                  <a:lnTo>
                    <a:pt x="177647" y="648068"/>
                  </a:lnTo>
                  <a:lnTo>
                    <a:pt x="224510" y="670280"/>
                  </a:lnTo>
                  <a:lnTo>
                    <a:pt x="225945" y="671004"/>
                  </a:lnTo>
                  <a:lnTo>
                    <a:pt x="232422" y="671004"/>
                  </a:lnTo>
                  <a:lnTo>
                    <a:pt x="235305" y="669556"/>
                  </a:lnTo>
                  <a:lnTo>
                    <a:pt x="237464" y="666673"/>
                  </a:lnTo>
                  <a:lnTo>
                    <a:pt x="238836" y="664616"/>
                  </a:lnTo>
                  <a:lnTo>
                    <a:pt x="238899" y="641477"/>
                  </a:lnTo>
                  <a:lnTo>
                    <a:pt x="238899" y="456450"/>
                  </a:lnTo>
                  <a:lnTo>
                    <a:pt x="234581" y="451408"/>
                  </a:lnTo>
                  <a:lnTo>
                    <a:pt x="136677" y="451408"/>
                  </a:lnTo>
                  <a:lnTo>
                    <a:pt x="136677" y="370776"/>
                  </a:lnTo>
                  <a:lnTo>
                    <a:pt x="233870" y="370776"/>
                  </a:lnTo>
                  <a:lnTo>
                    <a:pt x="238899" y="365734"/>
                  </a:lnTo>
                  <a:lnTo>
                    <a:pt x="239014" y="344131"/>
                  </a:lnTo>
                  <a:lnTo>
                    <a:pt x="246049" y="298932"/>
                  </a:lnTo>
                  <a:lnTo>
                    <a:pt x="266077" y="256832"/>
                  </a:lnTo>
                  <a:lnTo>
                    <a:pt x="296862" y="220573"/>
                  </a:lnTo>
                  <a:lnTo>
                    <a:pt x="336283" y="192163"/>
                  </a:lnTo>
                  <a:lnTo>
                    <a:pt x="382231" y="173647"/>
                  </a:lnTo>
                  <a:lnTo>
                    <a:pt x="432562" y="167030"/>
                  </a:lnTo>
                  <a:lnTo>
                    <a:pt x="480085" y="167030"/>
                  </a:lnTo>
                  <a:lnTo>
                    <a:pt x="480085" y="247662"/>
                  </a:lnTo>
                  <a:lnTo>
                    <a:pt x="432562" y="247662"/>
                  </a:lnTo>
                  <a:lnTo>
                    <a:pt x="409765" y="249148"/>
                  </a:lnTo>
                  <a:lnTo>
                    <a:pt x="370116" y="261327"/>
                  </a:lnTo>
                  <a:lnTo>
                    <a:pt x="339280" y="286943"/>
                  </a:lnTo>
                  <a:lnTo>
                    <a:pt x="321894" y="323570"/>
                  </a:lnTo>
                  <a:lnTo>
                    <a:pt x="319532" y="365023"/>
                  </a:lnTo>
                  <a:lnTo>
                    <a:pt x="324573" y="370776"/>
                  </a:lnTo>
                  <a:lnTo>
                    <a:pt x="379298" y="370776"/>
                  </a:lnTo>
                  <a:lnTo>
                    <a:pt x="385051" y="365734"/>
                  </a:lnTo>
                  <a:lnTo>
                    <a:pt x="385051" y="353504"/>
                  </a:lnTo>
                  <a:lnTo>
                    <a:pt x="380009" y="348462"/>
                  </a:lnTo>
                  <a:lnTo>
                    <a:pt x="341134" y="348462"/>
                  </a:lnTo>
                  <a:lnTo>
                    <a:pt x="341134" y="344131"/>
                  </a:lnTo>
                  <a:lnTo>
                    <a:pt x="349554" y="308102"/>
                  </a:lnTo>
                  <a:lnTo>
                    <a:pt x="371195" y="284289"/>
                  </a:lnTo>
                  <a:lnTo>
                    <a:pt x="400672" y="271132"/>
                  </a:lnTo>
                  <a:lnTo>
                    <a:pt x="432562" y="267106"/>
                  </a:lnTo>
                  <a:lnTo>
                    <a:pt x="495922" y="267106"/>
                  </a:lnTo>
                  <a:lnTo>
                    <a:pt x="500964" y="262788"/>
                  </a:lnTo>
                  <a:lnTo>
                    <a:pt x="500964" y="167030"/>
                  </a:lnTo>
                  <a:lnTo>
                    <a:pt x="500964" y="148310"/>
                  </a:lnTo>
                  <a:lnTo>
                    <a:pt x="496633" y="141833"/>
                  </a:lnTo>
                  <a:lnTo>
                    <a:pt x="432562" y="141833"/>
                  </a:lnTo>
                  <a:lnTo>
                    <a:pt x="392684" y="145770"/>
                  </a:lnTo>
                  <a:lnTo>
                    <a:pt x="353745" y="157213"/>
                  </a:lnTo>
                  <a:lnTo>
                    <a:pt x="316953" y="175539"/>
                  </a:lnTo>
                  <a:lnTo>
                    <a:pt x="283540" y="200152"/>
                  </a:lnTo>
                  <a:lnTo>
                    <a:pt x="255282" y="231317"/>
                  </a:lnTo>
                  <a:lnTo>
                    <a:pt x="234505" y="265925"/>
                  </a:lnTo>
                  <a:lnTo>
                    <a:pt x="221691" y="303098"/>
                  </a:lnTo>
                  <a:lnTo>
                    <a:pt x="217309" y="341972"/>
                  </a:lnTo>
                  <a:lnTo>
                    <a:pt x="217309" y="346303"/>
                  </a:lnTo>
                  <a:lnTo>
                    <a:pt x="120840" y="346303"/>
                  </a:lnTo>
                  <a:lnTo>
                    <a:pt x="115074" y="350621"/>
                  </a:lnTo>
                  <a:lnTo>
                    <a:pt x="115074" y="465810"/>
                  </a:lnTo>
                  <a:lnTo>
                    <a:pt x="120116" y="470852"/>
                  </a:lnTo>
                  <a:lnTo>
                    <a:pt x="217309" y="470852"/>
                  </a:lnTo>
                  <a:lnTo>
                    <a:pt x="217309" y="641477"/>
                  </a:lnTo>
                  <a:lnTo>
                    <a:pt x="174790" y="619721"/>
                  </a:lnTo>
                  <a:lnTo>
                    <a:pt x="136601" y="592175"/>
                  </a:lnTo>
                  <a:lnTo>
                    <a:pt x="103149" y="559549"/>
                  </a:lnTo>
                  <a:lnTo>
                    <a:pt x="74853" y="522503"/>
                  </a:lnTo>
                  <a:lnTo>
                    <a:pt x="52133" y="481749"/>
                  </a:lnTo>
                  <a:lnTo>
                    <a:pt x="35382" y="437972"/>
                  </a:lnTo>
                  <a:lnTo>
                    <a:pt x="25031" y="391871"/>
                  </a:lnTo>
                  <a:lnTo>
                    <a:pt x="21488" y="344131"/>
                  </a:lnTo>
                  <a:lnTo>
                    <a:pt x="24993" y="296176"/>
                  </a:lnTo>
                  <a:lnTo>
                    <a:pt x="35179" y="250431"/>
                  </a:lnTo>
                  <a:lnTo>
                    <a:pt x="51549" y="207403"/>
                  </a:lnTo>
                  <a:lnTo>
                    <a:pt x="73596" y="167563"/>
                  </a:lnTo>
                  <a:lnTo>
                    <a:pt x="100838" y="131432"/>
                  </a:lnTo>
                  <a:lnTo>
                    <a:pt x="132778" y="99504"/>
                  </a:lnTo>
                  <a:lnTo>
                    <a:pt x="168910" y="72263"/>
                  </a:lnTo>
                  <a:lnTo>
                    <a:pt x="208737" y="50203"/>
                  </a:lnTo>
                  <a:lnTo>
                    <a:pt x="251764" y="33832"/>
                  </a:lnTo>
                  <a:lnTo>
                    <a:pt x="297510" y="23660"/>
                  </a:lnTo>
                  <a:lnTo>
                    <a:pt x="345452" y="20154"/>
                  </a:lnTo>
                  <a:lnTo>
                    <a:pt x="393090" y="23685"/>
                  </a:lnTo>
                  <a:lnTo>
                    <a:pt x="438619" y="33959"/>
                  </a:lnTo>
                  <a:lnTo>
                    <a:pt x="481558" y="50444"/>
                  </a:lnTo>
                  <a:lnTo>
                    <a:pt x="521373" y="72618"/>
                  </a:lnTo>
                  <a:lnTo>
                    <a:pt x="557555" y="99987"/>
                  </a:lnTo>
                  <a:lnTo>
                    <a:pt x="589584" y="132016"/>
                  </a:lnTo>
                  <a:lnTo>
                    <a:pt x="616953" y="168198"/>
                  </a:lnTo>
                  <a:lnTo>
                    <a:pt x="639140" y="208026"/>
                  </a:lnTo>
                  <a:lnTo>
                    <a:pt x="655612" y="250964"/>
                  </a:lnTo>
                  <a:lnTo>
                    <a:pt x="665886" y="296494"/>
                  </a:lnTo>
                  <a:lnTo>
                    <a:pt x="669264" y="341972"/>
                  </a:lnTo>
                  <a:lnTo>
                    <a:pt x="669366" y="344855"/>
                  </a:lnTo>
                  <a:lnTo>
                    <a:pt x="665899" y="392074"/>
                  </a:lnTo>
                  <a:lnTo>
                    <a:pt x="655675" y="437819"/>
                  </a:lnTo>
                  <a:lnTo>
                    <a:pt x="639254" y="480860"/>
                  </a:lnTo>
                  <a:lnTo>
                    <a:pt x="617131" y="520687"/>
                  </a:lnTo>
                  <a:lnTo>
                    <a:pt x="589838" y="556818"/>
                  </a:lnTo>
                  <a:lnTo>
                    <a:pt x="557847" y="588759"/>
                  </a:lnTo>
                  <a:lnTo>
                    <a:pt x="521690" y="616000"/>
                  </a:lnTo>
                  <a:lnTo>
                    <a:pt x="481876" y="638060"/>
                  </a:lnTo>
                  <a:lnTo>
                    <a:pt x="438886" y="654431"/>
                  </a:lnTo>
                  <a:lnTo>
                    <a:pt x="393242" y="664616"/>
                  </a:lnTo>
                  <a:lnTo>
                    <a:pt x="345452" y="668121"/>
                  </a:lnTo>
                  <a:lnTo>
                    <a:pt x="341134" y="668121"/>
                  </a:lnTo>
                  <a:lnTo>
                    <a:pt x="341134" y="471563"/>
                  </a:lnTo>
                  <a:lnTo>
                    <a:pt x="496633" y="471563"/>
                  </a:lnTo>
                  <a:lnTo>
                    <a:pt x="502399" y="467258"/>
                  </a:lnTo>
                  <a:lnTo>
                    <a:pt x="502399" y="353504"/>
                  </a:lnTo>
                  <a:lnTo>
                    <a:pt x="497357" y="348462"/>
                  </a:lnTo>
                  <a:lnTo>
                    <a:pt x="421767" y="348462"/>
                  </a:lnTo>
                  <a:lnTo>
                    <a:pt x="416013" y="352780"/>
                  </a:lnTo>
                  <a:lnTo>
                    <a:pt x="416013" y="365023"/>
                  </a:lnTo>
                  <a:lnTo>
                    <a:pt x="421043" y="370776"/>
                  </a:lnTo>
                  <a:lnTo>
                    <a:pt x="480796" y="370776"/>
                  </a:lnTo>
                  <a:lnTo>
                    <a:pt x="480796" y="451408"/>
                  </a:lnTo>
                  <a:lnTo>
                    <a:pt x="325297" y="451408"/>
                  </a:lnTo>
                  <a:lnTo>
                    <a:pt x="319532" y="455739"/>
                  </a:lnTo>
                  <a:lnTo>
                    <a:pt x="319532" y="686117"/>
                  </a:lnTo>
                  <a:lnTo>
                    <a:pt x="324573" y="690435"/>
                  </a:lnTo>
                  <a:lnTo>
                    <a:pt x="329615" y="691159"/>
                  </a:lnTo>
                  <a:lnTo>
                    <a:pt x="345452" y="691159"/>
                  </a:lnTo>
                  <a:lnTo>
                    <a:pt x="399656" y="686955"/>
                  </a:lnTo>
                  <a:lnTo>
                    <a:pt x="451993" y="674535"/>
                  </a:lnTo>
                  <a:lnTo>
                    <a:pt x="501637" y="654138"/>
                  </a:lnTo>
                  <a:lnTo>
                    <a:pt x="547751" y="625995"/>
                  </a:lnTo>
                  <a:lnTo>
                    <a:pt x="589508" y="590359"/>
                  </a:lnTo>
                  <a:lnTo>
                    <a:pt x="625157" y="548589"/>
                  </a:lnTo>
                  <a:lnTo>
                    <a:pt x="653300" y="502475"/>
                  </a:lnTo>
                  <a:lnTo>
                    <a:pt x="673696" y="452831"/>
                  </a:lnTo>
                  <a:lnTo>
                    <a:pt x="685685" y="402310"/>
                  </a:lnTo>
                  <a:lnTo>
                    <a:pt x="685685" y="291642"/>
                  </a:lnTo>
                  <a:close/>
                </a:path>
                <a:path extrusionOk="0" h="691515" w="1591309">
                  <a:moveTo>
                    <a:pt x="1458595" y="221005"/>
                  </a:moveTo>
                  <a:lnTo>
                    <a:pt x="1451495" y="185572"/>
                  </a:lnTo>
                  <a:lnTo>
                    <a:pt x="1436992" y="163995"/>
                  </a:lnTo>
                  <a:lnTo>
                    <a:pt x="1436992" y="221005"/>
                  </a:lnTo>
                  <a:lnTo>
                    <a:pt x="1436992" y="469379"/>
                  </a:lnTo>
                  <a:lnTo>
                    <a:pt x="1431556" y="496290"/>
                  </a:lnTo>
                  <a:lnTo>
                    <a:pt x="1416735" y="518248"/>
                  </a:lnTo>
                  <a:lnTo>
                    <a:pt x="1394764" y="533069"/>
                  </a:lnTo>
                  <a:lnTo>
                    <a:pt x="1367878" y="538492"/>
                  </a:lnTo>
                  <a:lnTo>
                    <a:pt x="1119492" y="538492"/>
                  </a:lnTo>
                  <a:lnTo>
                    <a:pt x="1092593" y="533069"/>
                  </a:lnTo>
                  <a:lnTo>
                    <a:pt x="1070622" y="518248"/>
                  </a:lnTo>
                  <a:lnTo>
                    <a:pt x="1055801" y="496290"/>
                  </a:lnTo>
                  <a:lnTo>
                    <a:pt x="1050378" y="469379"/>
                  </a:lnTo>
                  <a:lnTo>
                    <a:pt x="1050378" y="221005"/>
                  </a:lnTo>
                  <a:lnTo>
                    <a:pt x="1055801" y="194119"/>
                  </a:lnTo>
                  <a:lnTo>
                    <a:pt x="1070622" y="172148"/>
                  </a:lnTo>
                  <a:lnTo>
                    <a:pt x="1092593" y="157327"/>
                  </a:lnTo>
                  <a:lnTo>
                    <a:pt x="1119492" y="151892"/>
                  </a:lnTo>
                  <a:lnTo>
                    <a:pt x="1367878" y="151892"/>
                  </a:lnTo>
                  <a:lnTo>
                    <a:pt x="1394764" y="157327"/>
                  </a:lnTo>
                  <a:lnTo>
                    <a:pt x="1416735" y="172148"/>
                  </a:lnTo>
                  <a:lnTo>
                    <a:pt x="1431556" y="194119"/>
                  </a:lnTo>
                  <a:lnTo>
                    <a:pt x="1436992" y="221005"/>
                  </a:lnTo>
                  <a:lnTo>
                    <a:pt x="1436992" y="163995"/>
                  </a:lnTo>
                  <a:lnTo>
                    <a:pt x="1432128" y="156756"/>
                  </a:lnTo>
                  <a:lnTo>
                    <a:pt x="1424901" y="151892"/>
                  </a:lnTo>
                  <a:lnTo>
                    <a:pt x="1403311" y="137388"/>
                  </a:lnTo>
                  <a:lnTo>
                    <a:pt x="1367878" y="130289"/>
                  </a:lnTo>
                  <a:lnTo>
                    <a:pt x="1119492" y="130289"/>
                  </a:lnTo>
                  <a:lnTo>
                    <a:pt x="1084046" y="137388"/>
                  </a:lnTo>
                  <a:lnTo>
                    <a:pt x="1055230" y="156756"/>
                  </a:lnTo>
                  <a:lnTo>
                    <a:pt x="1035862" y="185572"/>
                  </a:lnTo>
                  <a:lnTo>
                    <a:pt x="1028776" y="221005"/>
                  </a:lnTo>
                  <a:lnTo>
                    <a:pt x="1028776" y="469379"/>
                  </a:lnTo>
                  <a:lnTo>
                    <a:pt x="1035862" y="504825"/>
                  </a:lnTo>
                  <a:lnTo>
                    <a:pt x="1055230" y="533641"/>
                  </a:lnTo>
                  <a:lnTo>
                    <a:pt x="1084046" y="553008"/>
                  </a:lnTo>
                  <a:lnTo>
                    <a:pt x="1119492" y="560095"/>
                  </a:lnTo>
                  <a:lnTo>
                    <a:pt x="1367878" y="560095"/>
                  </a:lnTo>
                  <a:lnTo>
                    <a:pt x="1403311" y="553008"/>
                  </a:lnTo>
                  <a:lnTo>
                    <a:pt x="1424901" y="538492"/>
                  </a:lnTo>
                  <a:lnTo>
                    <a:pt x="1432128" y="533641"/>
                  </a:lnTo>
                  <a:lnTo>
                    <a:pt x="1451495" y="504825"/>
                  </a:lnTo>
                  <a:lnTo>
                    <a:pt x="1458595" y="469379"/>
                  </a:lnTo>
                  <a:lnTo>
                    <a:pt x="1458595" y="221005"/>
                  </a:lnTo>
                  <a:close/>
                </a:path>
                <a:path extrusionOk="0" h="691515" w="1591309">
                  <a:moveTo>
                    <a:pt x="1591056" y="345567"/>
                  </a:moveTo>
                  <a:lnTo>
                    <a:pt x="1586788" y="291007"/>
                  </a:lnTo>
                  <a:lnTo>
                    <a:pt x="1574190" y="238455"/>
                  </a:lnTo>
                  <a:lnTo>
                    <a:pt x="1568742" y="225310"/>
                  </a:lnTo>
                  <a:lnTo>
                    <a:pt x="1568742" y="345567"/>
                  </a:lnTo>
                  <a:lnTo>
                    <a:pt x="1565224" y="393331"/>
                  </a:lnTo>
                  <a:lnTo>
                    <a:pt x="1555000" y="438924"/>
                  </a:lnTo>
                  <a:lnTo>
                    <a:pt x="1538554" y="481850"/>
                  </a:lnTo>
                  <a:lnTo>
                    <a:pt x="1516418" y="521589"/>
                  </a:lnTo>
                  <a:lnTo>
                    <a:pt x="1489075" y="557644"/>
                  </a:lnTo>
                  <a:lnTo>
                    <a:pt x="1457045" y="589534"/>
                  </a:lnTo>
                  <a:lnTo>
                    <a:pt x="1420812" y="616737"/>
                  </a:lnTo>
                  <a:lnTo>
                    <a:pt x="1380896" y="638771"/>
                  </a:lnTo>
                  <a:lnTo>
                    <a:pt x="1337792" y="655129"/>
                  </a:lnTo>
                  <a:lnTo>
                    <a:pt x="1292009" y="665314"/>
                  </a:lnTo>
                  <a:lnTo>
                    <a:pt x="1244028" y="668820"/>
                  </a:lnTo>
                  <a:lnTo>
                    <a:pt x="1196263" y="665314"/>
                  </a:lnTo>
                  <a:lnTo>
                    <a:pt x="1150670" y="655129"/>
                  </a:lnTo>
                  <a:lnTo>
                    <a:pt x="1107744" y="638771"/>
                  </a:lnTo>
                  <a:lnTo>
                    <a:pt x="1068006" y="616737"/>
                  </a:lnTo>
                  <a:lnTo>
                    <a:pt x="1031951" y="589534"/>
                  </a:lnTo>
                  <a:lnTo>
                    <a:pt x="1000061" y="557644"/>
                  </a:lnTo>
                  <a:lnTo>
                    <a:pt x="972858" y="521589"/>
                  </a:lnTo>
                  <a:lnTo>
                    <a:pt x="950823" y="481850"/>
                  </a:lnTo>
                  <a:lnTo>
                    <a:pt x="934466" y="438924"/>
                  </a:lnTo>
                  <a:lnTo>
                    <a:pt x="924280" y="393331"/>
                  </a:lnTo>
                  <a:lnTo>
                    <a:pt x="920775" y="345567"/>
                  </a:lnTo>
                  <a:lnTo>
                    <a:pt x="924280" y="297434"/>
                  </a:lnTo>
                  <a:lnTo>
                    <a:pt x="934466" y="251548"/>
                  </a:lnTo>
                  <a:lnTo>
                    <a:pt x="950823" y="208394"/>
                  </a:lnTo>
                  <a:lnTo>
                    <a:pt x="972858" y="168465"/>
                  </a:lnTo>
                  <a:lnTo>
                    <a:pt x="1000061" y="132270"/>
                  </a:lnTo>
                  <a:lnTo>
                    <a:pt x="1031951" y="100291"/>
                  </a:lnTo>
                  <a:lnTo>
                    <a:pt x="1068006" y="73012"/>
                  </a:lnTo>
                  <a:lnTo>
                    <a:pt x="1107744" y="50939"/>
                  </a:lnTo>
                  <a:lnTo>
                    <a:pt x="1150670" y="34569"/>
                  </a:lnTo>
                  <a:lnTo>
                    <a:pt x="1196263" y="24384"/>
                  </a:lnTo>
                  <a:lnTo>
                    <a:pt x="1244028" y="20878"/>
                  </a:lnTo>
                  <a:lnTo>
                    <a:pt x="1292009" y="24384"/>
                  </a:lnTo>
                  <a:lnTo>
                    <a:pt x="1337792" y="34569"/>
                  </a:lnTo>
                  <a:lnTo>
                    <a:pt x="1380896" y="50939"/>
                  </a:lnTo>
                  <a:lnTo>
                    <a:pt x="1420812" y="73012"/>
                  </a:lnTo>
                  <a:lnTo>
                    <a:pt x="1457045" y="100291"/>
                  </a:lnTo>
                  <a:lnTo>
                    <a:pt x="1489075" y="132270"/>
                  </a:lnTo>
                  <a:lnTo>
                    <a:pt x="1516418" y="168465"/>
                  </a:lnTo>
                  <a:lnTo>
                    <a:pt x="1538554" y="208394"/>
                  </a:lnTo>
                  <a:lnTo>
                    <a:pt x="1555000" y="251548"/>
                  </a:lnTo>
                  <a:lnTo>
                    <a:pt x="1565224" y="297434"/>
                  </a:lnTo>
                  <a:lnTo>
                    <a:pt x="1568742" y="345567"/>
                  </a:lnTo>
                  <a:lnTo>
                    <a:pt x="1568742" y="225310"/>
                  </a:lnTo>
                  <a:lnTo>
                    <a:pt x="1553578" y="188709"/>
                  </a:lnTo>
                  <a:lnTo>
                    <a:pt x="1525257" y="142544"/>
                  </a:lnTo>
                  <a:lnTo>
                    <a:pt x="1489544" y="100787"/>
                  </a:lnTo>
                  <a:lnTo>
                    <a:pt x="1448130" y="65138"/>
                  </a:lnTo>
                  <a:lnTo>
                    <a:pt x="1402143" y="36995"/>
                  </a:lnTo>
                  <a:lnTo>
                    <a:pt x="1362798" y="20878"/>
                  </a:lnTo>
                  <a:lnTo>
                    <a:pt x="1352384" y="16598"/>
                  </a:lnTo>
                  <a:lnTo>
                    <a:pt x="1299654" y="4191"/>
                  </a:lnTo>
                  <a:lnTo>
                    <a:pt x="1244752" y="0"/>
                  </a:lnTo>
                  <a:lnTo>
                    <a:pt x="1190561" y="4191"/>
                  </a:lnTo>
                  <a:lnTo>
                    <a:pt x="1138262" y="16598"/>
                  </a:lnTo>
                  <a:lnTo>
                    <a:pt x="1088732" y="36995"/>
                  </a:lnTo>
                  <a:lnTo>
                    <a:pt x="1042822" y="65138"/>
                  </a:lnTo>
                  <a:lnTo>
                    <a:pt x="1001407" y="100787"/>
                  </a:lnTo>
                  <a:lnTo>
                    <a:pt x="965695" y="142544"/>
                  </a:lnTo>
                  <a:lnTo>
                    <a:pt x="937374" y="188709"/>
                  </a:lnTo>
                  <a:lnTo>
                    <a:pt x="916762" y="238455"/>
                  </a:lnTo>
                  <a:lnTo>
                    <a:pt x="904163" y="291007"/>
                  </a:lnTo>
                  <a:lnTo>
                    <a:pt x="899896" y="345567"/>
                  </a:lnTo>
                  <a:lnTo>
                    <a:pt x="904163" y="399757"/>
                  </a:lnTo>
                  <a:lnTo>
                    <a:pt x="916762" y="452056"/>
                  </a:lnTo>
                  <a:lnTo>
                    <a:pt x="937374" y="501586"/>
                  </a:lnTo>
                  <a:lnTo>
                    <a:pt x="965695" y="547484"/>
                  </a:lnTo>
                  <a:lnTo>
                    <a:pt x="1001407" y="588899"/>
                  </a:lnTo>
                  <a:lnTo>
                    <a:pt x="1042822" y="624890"/>
                  </a:lnTo>
                  <a:lnTo>
                    <a:pt x="1088732" y="653237"/>
                  </a:lnTo>
                  <a:lnTo>
                    <a:pt x="1138262" y="673747"/>
                  </a:lnTo>
                  <a:lnTo>
                    <a:pt x="1188834" y="685800"/>
                  </a:lnTo>
                  <a:lnTo>
                    <a:pt x="1299298" y="685800"/>
                  </a:lnTo>
                  <a:lnTo>
                    <a:pt x="1364818" y="668820"/>
                  </a:lnTo>
                  <a:lnTo>
                    <a:pt x="1417929" y="644652"/>
                  </a:lnTo>
                  <a:lnTo>
                    <a:pt x="1455369" y="619417"/>
                  </a:lnTo>
                  <a:lnTo>
                    <a:pt x="1489544" y="588899"/>
                  </a:lnTo>
                  <a:lnTo>
                    <a:pt x="1525257" y="547484"/>
                  </a:lnTo>
                  <a:lnTo>
                    <a:pt x="1553578" y="501586"/>
                  </a:lnTo>
                  <a:lnTo>
                    <a:pt x="1574190" y="452056"/>
                  </a:lnTo>
                  <a:lnTo>
                    <a:pt x="1586788" y="399757"/>
                  </a:lnTo>
                  <a:lnTo>
                    <a:pt x="1591056" y="345567"/>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186" name="Google Shape;186;p12"/>
            <p:cNvPicPr preferRelativeResize="0"/>
            <p:nvPr/>
          </p:nvPicPr>
          <p:blipFill rotWithShape="1">
            <a:blip r:embed="rId6">
              <a:alphaModFix/>
            </a:blip>
            <a:srcRect b="0" l="0" r="0" t="0"/>
            <a:stretch/>
          </p:blipFill>
          <p:spPr>
            <a:xfrm>
              <a:off x="8583257" y="6527190"/>
              <a:ext cx="257035" cy="272135"/>
            </a:xfrm>
            <a:prstGeom prst="rect">
              <a:avLst/>
            </a:prstGeom>
            <a:noFill/>
            <a:ln>
              <a:noFill/>
            </a:ln>
          </p:spPr>
        </p:pic>
        <p:sp>
          <p:nvSpPr>
            <p:cNvPr id="187" name="Google Shape;187;p12"/>
            <p:cNvSpPr/>
            <p:nvPr/>
          </p:nvSpPr>
          <p:spPr>
            <a:xfrm>
              <a:off x="9247834" y="6340729"/>
              <a:ext cx="691515" cy="685800"/>
            </a:xfrm>
            <a:custGeom>
              <a:rect b="b" l="l" r="r" t="t"/>
              <a:pathLst>
                <a:path extrusionOk="0" h="685800" w="691515">
                  <a:moveTo>
                    <a:pt x="344855" y="0"/>
                  </a:moveTo>
                  <a:lnTo>
                    <a:pt x="290655" y="4192"/>
                  </a:lnTo>
                  <a:lnTo>
                    <a:pt x="238357" y="16607"/>
                  </a:lnTo>
                  <a:lnTo>
                    <a:pt x="188825" y="37005"/>
                  </a:lnTo>
                  <a:lnTo>
                    <a:pt x="142922" y="65145"/>
                  </a:lnTo>
                  <a:lnTo>
                    <a:pt x="101511" y="100787"/>
                  </a:lnTo>
                  <a:lnTo>
                    <a:pt x="65794" y="142557"/>
                  </a:lnTo>
                  <a:lnTo>
                    <a:pt x="37474" y="188714"/>
                  </a:lnTo>
                  <a:lnTo>
                    <a:pt x="16862" y="238464"/>
                  </a:lnTo>
                  <a:lnTo>
                    <a:pt x="4267" y="291013"/>
                  </a:lnTo>
                  <a:lnTo>
                    <a:pt x="0" y="345566"/>
                  </a:lnTo>
                  <a:lnTo>
                    <a:pt x="4267" y="399762"/>
                  </a:lnTo>
                  <a:lnTo>
                    <a:pt x="16862" y="452059"/>
                  </a:lnTo>
                  <a:lnTo>
                    <a:pt x="37474" y="501591"/>
                  </a:lnTo>
                  <a:lnTo>
                    <a:pt x="65794" y="547492"/>
                  </a:lnTo>
                  <a:lnTo>
                    <a:pt x="101511" y="588898"/>
                  </a:lnTo>
                  <a:lnTo>
                    <a:pt x="142922" y="624893"/>
                  </a:lnTo>
                  <a:lnTo>
                    <a:pt x="188825" y="653247"/>
                  </a:lnTo>
                  <a:lnTo>
                    <a:pt x="238357" y="673756"/>
                  </a:lnTo>
                  <a:lnTo>
                    <a:pt x="288924" y="685799"/>
                  </a:lnTo>
                  <a:lnTo>
                    <a:pt x="399399" y="685799"/>
                  </a:lnTo>
                  <a:lnTo>
                    <a:pt x="435196" y="678813"/>
                  </a:lnTo>
                  <a:lnTo>
                    <a:pt x="464915" y="668820"/>
                  </a:lnTo>
                  <a:lnTo>
                    <a:pt x="344855" y="668820"/>
                  </a:lnTo>
                  <a:lnTo>
                    <a:pt x="297082" y="665315"/>
                  </a:lnTo>
                  <a:lnTo>
                    <a:pt x="251488" y="655135"/>
                  </a:lnTo>
                  <a:lnTo>
                    <a:pt x="208571" y="638779"/>
                  </a:lnTo>
                  <a:lnTo>
                    <a:pt x="168831" y="616747"/>
                  </a:lnTo>
                  <a:lnTo>
                    <a:pt x="132769" y="589538"/>
                  </a:lnTo>
                  <a:lnTo>
                    <a:pt x="100883" y="557653"/>
                  </a:lnTo>
                  <a:lnTo>
                    <a:pt x="73675" y="521591"/>
                  </a:lnTo>
                  <a:lnTo>
                    <a:pt x="51643" y="481851"/>
                  </a:lnTo>
                  <a:lnTo>
                    <a:pt x="35287" y="438934"/>
                  </a:lnTo>
                  <a:lnTo>
                    <a:pt x="25107" y="393339"/>
                  </a:lnTo>
                  <a:lnTo>
                    <a:pt x="21602" y="345566"/>
                  </a:lnTo>
                  <a:lnTo>
                    <a:pt x="25107" y="297437"/>
                  </a:lnTo>
                  <a:lnTo>
                    <a:pt x="35287" y="251550"/>
                  </a:lnTo>
                  <a:lnTo>
                    <a:pt x="51643" y="208399"/>
                  </a:lnTo>
                  <a:lnTo>
                    <a:pt x="73675" y="168477"/>
                  </a:lnTo>
                  <a:lnTo>
                    <a:pt x="100883" y="132278"/>
                  </a:lnTo>
                  <a:lnTo>
                    <a:pt x="132769" y="100294"/>
                  </a:lnTo>
                  <a:lnTo>
                    <a:pt x="168831" y="73020"/>
                  </a:lnTo>
                  <a:lnTo>
                    <a:pt x="208571" y="50948"/>
                  </a:lnTo>
                  <a:lnTo>
                    <a:pt x="251488" y="34571"/>
                  </a:lnTo>
                  <a:lnTo>
                    <a:pt x="297082" y="24384"/>
                  </a:lnTo>
                  <a:lnTo>
                    <a:pt x="344855" y="20878"/>
                  </a:lnTo>
                  <a:lnTo>
                    <a:pt x="462896" y="20878"/>
                  </a:lnTo>
                  <a:lnTo>
                    <a:pt x="452479" y="16607"/>
                  </a:lnTo>
                  <a:lnTo>
                    <a:pt x="399756" y="4192"/>
                  </a:lnTo>
                  <a:lnTo>
                    <a:pt x="344855" y="0"/>
                  </a:lnTo>
                  <a:close/>
                </a:path>
                <a:path extrusionOk="0" h="685800" w="691515">
                  <a:moveTo>
                    <a:pt x="462896" y="20878"/>
                  </a:moveTo>
                  <a:lnTo>
                    <a:pt x="344855" y="20878"/>
                  </a:lnTo>
                  <a:lnTo>
                    <a:pt x="392985" y="24384"/>
                  </a:lnTo>
                  <a:lnTo>
                    <a:pt x="438873" y="34571"/>
                  </a:lnTo>
                  <a:lnTo>
                    <a:pt x="482025" y="50948"/>
                  </a:lnTo>
                  <a:lnTo>
                    <a:pt x="521949" y="73020"/>
                  </a:lnTo>
                  <a:lnTo>
                    <a:pt x="558149" y="100294"/>
                  </a:lnTo>
                  <a:lnTo>
                    <a:pt x="590135" y="132278"/>
                  </a:lnTo>
                  <a:lnTo>
                    <a:pt x="617411" y="168477"/>
                  </a:lnTo>
                  <a:lnTo>
                    <a:pt x="639484" y="208399"/>
                  </a:lnTo>
                  <a:lnTo>
                    <a:pt x="655862" y="251550"/>
                  </a:lnTo>
                  <a:lnTo>
                    <a:pt x="666050" y="297437"/>
                  </a:lnTo>
                  <a:lnTo>
                    <a:pt x="669556" y="345566"/>
                  </a:lnTo>
                  <a:lnTo>
                    <a:pt x="666018" y="393339"/>
                  </a:lnTo>
                  <a:lnTo>
                    <a:pt x="655746" y="438934"/>
                  </a:lnTo>
                  <a:lnTo>
                    <a:pt x="639251" y="481851"/>
                  </a:lnTo>
                  <a:lnTo>
                    <a:pt x="617048" y="521591"/>
                  </a:lnTo>
                  <a:lnTo>
                    <a:pt x="589649" y="557653"/>
                  </a:lnTo>
                  <a:lnTo>
                    <a:pt x="557567" y="589538"/>
                  </a:lnTo>
                  <a:lnTo>
                    <a:pt x="521315" y="616747"/>
                  </a:lnTo>
                  <a:lnTo>
                    <a:pt x="481404" y="638779"/>
                  </a:lnTo>
                  <a:lnTo>
                    <a:pt x="438349" y="655135"/>
                  </a:lnTo>
                  <a:lnTo>
                    <a:pt x="392662" y="665315"/>
                  </a:lnTo>
                  <a:lnTo>
                    <a:pt x="344855" y="668820"/>
                  </a:lnTo>
                  <a:lnTo>
                    <a:pt x="464915" y="668820"/>
                  </a:lnTo>
                  <a:lnTo>
                    <a:pt x="518015" y="644658"/>
                  </a:lnTo>
                  <a:lnTo>
                    <a:pt x="555454" y="619419"/>
                  </a:lnTo>
                  <a:lnTo>
                    <a:pt x="589635" y="588898"/>
                  </a:lnTo>
                  <a:lnTo>
                    <a:pt x="625353" y="547492"/>
                  </a:lnTo>
                  <a:lnTo>
                    <a:pt x="653676" y="501591"/>
                  </a:lnTo>
                  <a:lnTo>
                    <a:pt x="674292" y="452059"/>
                  </a:lnTo>
                  <a:lnTo>
                    <a:pt x="686890" y="399762"/>
                  </a:lnTo>
                  <a:lnTo>
                    <a:pt x="691159" y="345566"/>
                  </a:lnTo>
                  <a:lnTo>
                    <a:pt x="686890" y="291013"/>
                  </a:lnTo>
                  <a:lnTo>
                    <a:pt x="674292" y="238464"/>
                  </a:lnTo>
                  <a:lnTo>
                    <a:pt x="653676" y="188714"/>
                  </a:lnTo>
                  <a:lnTo>
                    <a:pt x="625353" y="142557"/>
                  </a:lnTo>
                  <a:lnTo>
                    <a:pt x="589635" y="100787"/>
                  </a:lnTo>
                  <a:lnTo>
                    <a:pt x="548213" y="65145"/>
                  </a:lnTo>
                  <a:lnTo>
                    <a:pt x="502229" y="37005"/>
                  </a:lnTo>
                  <a:lnTo>
                    <a:pt x="462896" y="20878"/>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188" name="Google Shape;188;p12"/>
            <p:cNvPicPr preferRelativeResize="0"/>
            <p:nvPr/>
          </p:nvPicPr>
          <p:blipFill rotWithShape="1">
            <a:blip r:embed="rId7">
              <a:alphaModFix/>
            </a:blip>
            <a:srcRect b="0" l="0" r="0" t="0"/>
            <a:stretch/>
          </p:blipFill>
          <p:spPr>
            <a:xfrm>
              <a:off x="9406941" y="6617906"/>
              <a:ext cx="95034" cy="241173"/>
            </a:xfrm>
            <a:prstGeom prst="rect">
              <a:avLst/>
            </a:prstGeom>
            <a:noFill/>
            <a:ln>
              <a:noFill/>
            </a:ln>
          </p:spPr>
        </p:pic>
        <p:pic>
          <p:nvPicPr>
            <p:cNvPr id="189" name="Google Shape;189;p12"/>
            <p:cNvPicPr preferRelativeResize="0"/>
            <p:nvPr/>
          </p:nvPicPr>
          <p:blipFill rotWithShape="1">
            <a:blip r:embed="rId8">
              <a:alphaModFix/>
            </a:blip>
            <a:srcRect b="0" l="0" r="0" t="0"/>
            <a:stretch/>
          </p:blipFill>
          <p:spPr>
            <a:xfrm>
              <a:off x="9392539" y="6486880"/>
              <a:ext cx="109435" cy="109423"/>
            </a:xfrm>
            <a:prstGeom prst="rect">
              <a:avLst/>
            </a:prstGeom>
            <a:noFill/>
            <a:ln>
              <a:noFill/>
            </a:ln>
          </p:spPr>
        </p:pic>
        <p:sp>
          <p:nvSpPr>
            <p:cNvPr id="190" name="Google Shape;190;p12"/>
            <p:cNvSpPr/>
            <p:nvPr/>
          </p:nvSpPr>
          <p:spPr>
            <a:xfrm>
              <a:off x="9551657" y="6340741"/>
              <a:ext cx="1285240" cy="685800"/>
            </a:xfrm>
            <a:custGeom>
              <a:rect b="b" l="l" r="r" t="t"/>
              <a:pathLst>
                <a:path extrusionOk="0" h="685800" w="1285240">
                  <a:moveTo>
                    <a:pt x="255574" y="403148"/>
                  </a:moveTo>
                  <a:lnTo>
                    <a:pt x="247307" y="351878"/>
                  </a:lnTo>
                  <a:lnTo>
                    <a:pt x="224066" y="312077"/>
                  </a:lnTo>
                  <a:lnTo>
                    <a:pt x="188137" y="286321"/>
                  </a:lnTo>
                  <a:lnTo>
                    <a:pt x="141820" y="277164"/>
                  </a:lnTo>
                  <a:lnTo>
                    <a:pt x="125882" y="278130"/>
                  </a:lnTo>
                  <a:lnTo>
                    <a:pt x="110413" y="281038"/>
                  </a:lnTo>
                  <a:lnTo>
                    <a:pt x="95351" y="285978"/>
                  </a:lnTo>
                  <a:lnTo>
                    <a:pt x="80632" y="293001"/>
                  </a:lnTo>
                  <a:lnTo>
                    <a:pt x="80632" y="282206"/>
                  </a:lnTo>
                  <a:lnTo>
                    <a:pt x="76314" y="277164"/>
                  </a:lnTo>
                  <a:lnTo>
                    <a:pt x="11518" y="277164"/>
                  </a:lnTo>
                  <a:lnTo>
                    <a:pt x="5753" y="277164"/>
                  </a:lnTo>
                  <a:lnTo>
                    <a:pt x="0" y="281482"/>
                  </a:lnTo>
                  <a:lnTo>
                    <a:pt x="0" y="512572"/>
                  </a:lnTo>
                  <a:lnTo>
                    <a:pt x="5029" y="518337"/>
                  </a:lnTo>
                  <a:lnTo>
                    <a:pt x="89992" y="518337"/>
                  </a:lnTo>
                  <a:lnTo>
                    <a:pt x="95745" y="513295"/>
                  </a:lnTo>
                  <a:lnTo>
                    <a:pt x="95745" y="428345"/>
                  </a:lnTo>
                  <a:lnTo>
                    <a:pt x="97078" y="408647"/>
                  </a:lnTo>
                  <a:lnTo>
                    <a:pt x="102133" y="390563"/>
                  </a:lnTo>
                  <a:lnTo>
                    <a:pt x="112445" y="377329"/>
                  </a:lnTo>
                  <a:lnTo>
                    <a:pt x="129590" y="372198"/>
                  </a:lnTo>
                  <a:lnTo>
                    <a:pt x="142214" y="375094"/>
                  </a:lnTo>
                  <a:lnTo>
                    <a:pt x="151269" y="382905"/>
                  </a:lnTo>
                  <a:lnTo>
                    <a:pt x="157226" y="394373"/>
                  </a:lnTo>
                  <a:lnTo>
                    <a:pt x="160540" y="408190"/>
                  </a:lnTo>
                  <a:lnTo>
                    <a:pt x="161264" y="413943"/>
                  </a:lnTo>
                  <a:lnTo>
                    <a:pt x="165582" y="417550"/>
                  </a:lnTo>
                  <a:lnTo>
                    <a:pt x="177101" y="417550"/>
                  </a:lnTo>
                  <a:lnTo>
                    <a:pt x="182143" y="411784"/>
                  </a:lnTo>
                  <a:lnTo>
                    <a:pt x="180708" y="406031"/>
                  </a:lnTo>
                  <a:lnTo>
                    <a:pt x="174510" y="382181"/>
                  </a:lnTo>
                  <a:lnTo>
                    <a:pt x="163601" y="364820"/>
                  </a:lnTo>
                  <a:lnTo>
                    <a:pt x="148094" y="354203"/>
                  </a:lnTo>
                  <a:lnTo>
                    <a:pt x="128143" y="350596"/>
                  </a:lnTo>
                  <a:lnTo>
                    <a:pt x="104711" y="355866"/>
                  </a:lnTo>
                  <a:lnTo>
                    <a:pt x="87553" y="371119"/>
                  </a:lnTo>
                  <a:lnTo>
                    <a:pt x="77012" y="395554"/>
                  </a:lnTo>
                  <a:lnTo>
                    <a:pt x="73431" y="428345"/>
                  </a:lnTo>
                  <a:lnTo>
                    <a:pt x="73431" y="495300"/>
                  </a:lnTo>
                  <a:lnTo>
                    <a:pt x="21590" y="495300"/>
                  </a:lnTo>
                  <a:lnTo>
                    <a:pt x="21590" y="299478"/>
                  </a:lnTo>
                  <a:lnTo>
                    <a:pt x="58318" y="299478"/>
                  </a:lnTo>
                  <a:lnTo>
                    <a:pt x="58318" y="316750"/>
                  </a:lnTo>
                  <a:lnTo>
                    <a:pt x="59029" y="320357"/>
                  </a:lnTo>
                  <a:lnTo>
                    <a:pt x="61912" y="322516"/>
                  </a:lnTo>
                  <a:lnTo>
                    <a:pt x="66230" y="323951"/>
                  </a:lnTo>
                  <a:lnTo>
                    <a:pt x="70548" y="323951"/>
                  </a:lnTo>
                  <a:lnTo>
                    <a:pt x="74879" y="322516"/>
                  </a:lnTo>
                  <a:lnTo>
                    <a:pt x="89674" y="312547"/>
                  </a:lnTo>
                  <a:lnTo>
                    <a:pt x="105816" y="305333"/>
                  </a:lnTo>
                  <a:lnTo>
                    <a:pt x="123050" y="300964"/>
                  </a:lnTo>
                  <a:lnTo>
                    <a:pt x="141109" y="299478"/>
                  </a:lnTo>
                  <a:lnTo>
                    <a:pt x="181813" y="308622"/>
                  </a:lnTo>
                  <a:lnTo>
                    <a:pt x="210312" y="332600"/>
                  </a:lnTo>
                  <a:lnTo>
                    <a:pt x="227050" y="366306"/>
                  </a:lnTo>
                  <a:lnTo>
                    <a:pt x="232537" y="404583"/>
                  </a:lnTo>
                  <a:lnTo>
                    <a:pt x="232537" y="495300"/>
                  </a:lnTo>
                  <a:lnTo>
                    <a:pt x="180708" y="495300"/>
                  </a:lnTo>
                  <a:lnTo>
                    <a:pt x="180708" y="453542"/>
                  </a:lnTo>
                  <a:lnTo>
                    <a:pt x="176390" y="449224"/>
                  </a:lnTo>
                  <a:lnTo>
                    <a:pt x="164858" y="449224"/>
                  </a:lnTo>
                  <a:lnTo>
                    <a:pt x="160540" y="453542"/>
                  </a:lnTo>
                  <a:lnTo>
                    <a:pt x="160540" y="511860"/>
                  </a:lnTo>
                  <a:lnTo>
                    <a:pt x="164858" y="516902"/>
                  </a:lnTo>
                  <a:lnTo>
                    <a:pt x="250545" y="516902"/>
                  </a:lnTo>
                  <a:lnTo>
                    <a:pt x="255574" y="512572"/>
                  </a:lnTo>
                  <a:lnTo>
                    <a:pt x="255574" y="403148"/>
                  </a:lnTo>
                  <a:close/>
                </a:path>
                <a:path extrusionOk="0" h="685800" w="1285240">
                  <a:moveTo>
                    <a:pt x="1197178" y="345109"/>
                  </a:moveTo>
                  <a:lnTo>
                    <a:pt x="1195743" y="293293"/>
                  </a:lnTo>
                  <a:lnTo>
                    <a:pt x="1191729" y="241630"/>
                  </a:lnTo>
                  <a:lnTo>
                    <a:pt x="1185125" y="190042"/>
                  </a:lnTo>
                  <a:lnTo>
                    <a:pt x="1170330" y="165569"/>
                  </a:lnTo>
                  <a:lnTo>
                    <a:pt x="1162850" y="160489"/>
                  </a:lnTo>
                  <a:lnTo>
                    <a:pt x="1097521" y="151803"/>
                  </a:lnTo>
                  <a:lnTo>
                    <a:pt x="1044282" y="148209"/>
                  </a:lnTo>
                  <a:lnTo>
                    <a:pt x="990904" y="146100"/>
                  </a:lnTo>
                  <a:lnTo>
                    <a:pt x="937463" y="145415"/>
                  </a:lnTo>
                  <a:lnTo>
                    <a:pt x="884542" y="146100"/>
                  </a:lnTo>
                  <a:lnTo>
                    <a:pt x="831634" y="148209"/>
                  </a:lnTo>
                  <a:lnTo>
                    <a:pt x="778713" y="151803"/>
                  </a:lnTo>
                  <a:lnTo>
                    <a:pt x="725805" y="156933"/>
                  </a:lnTo>
                  <a:lnTo>
                    <a:pt x="690524" y="190042"/>
                  </a:lnTo>
                  <a:lnTo>
                    <a:pt x="684212" y="241630"/>
                  </a:lnTo>
                  <a:lnTo>
                    <a:pt x="680440" y="293357"/>
                  </a:lnTo>
                  <a:lnTo>
                    <a:pt x="679170" y="345109"/>
                  </a:lnTo>
                  <a:lnTo>
                    <a:pt x="680440" y="396811"/>
                  </a:lnTo>
                  <a:lnTo>
                    <a:pt x="684212" y="448348"/>
                  </a:lnTo>
                  <a:lnTo>
                    <a:pt x="690524" y="499618"/>
                  </a:lnTo>
                  <a:lnTo>
                    <a:pt x="725805" y="532739"/>
                  </a:lnTo>
                  <a:lnTo>
                    <a:pt x="778421" y="537692"/>
                  </a:lnTo>
                  <a:lnTo>
                    <a:pt x="831456" y="541553"/>
                  </a:lnTo>
                  <a:lnTo>
                    <a:pt x="884745" y="544080"/>
                  </a:lnTo>
                  <a:lnTo>
                    <a:pt x="938187" y="544969"/>
                  </a:lnTo>
                  <a:lnTo>
                    <a:pt x="960856" y="544741"/>
                  </a:lnTo>
                  <a:lnTo>
                    <a:pt x="1028903" y="542810"/>
                  </a:lnTo>
                  <a:lnTo>
                    <a:pt x="1034656" y="542810"/>
                  </a:lnTo>
                  <a:lnTo>
                    <a:pt x="1038987" y="538492"/>
                  </a:lnTo>
                  <a:lnTo>
                    <a:pt x="1038987" y="524814"/>
                  </a:lnTo>
                  <a:lnTo>
                    <a:pt x="1036459" y="522655"/>
                  </a:lnTo>
                  <a:lnTo>
                    <a:pt x="1033945" y="520496"/>
                  </a:lnTo>
                  <a:lnTo>
                    <a:pt x="1027468" y="520496"/>
                  </a:lnTo>
                  <a:lnTo>
                    <a:pt x="1004239" y="521449"/>
                  </a:lnTo>
                  <a:lnTo>
                    <a:pt x="981024" y="522122"/>
                  </a:lnTo>
                  <a:lnTo>
                    <a:pt x="957795" y="522528"/>
                  </a:lnTo>
                  <a:lnTo>
                    <a:pt x="934593" y="522655"/>
                  </a:lnTo>
                  <a:lnTo>
                    <a:pt x="883158" y="521970"/>
                  </a:lnTo>
                  <a:lnTo>
                    <a:pt x="831545" y="519785"/>
                  </a:lnTo>
                  <a:lnTo>
                    <a:pt x="779780" y="515988"/>
                  </a:lnTo>
                  <a:lnTo>
                    <a:pt x="720763" y="509701"/>
                  </a:lnTo>
                  <a:lnTo>
                    <a:pt x="707136" y="445109"/>
                  </a:lnTo>
                  <a:lnTo>
                    <a:pt x="703719" y="394652"/>
                  </a:lnTo>
                  <a:lnTo>
                    <a:pt x="702576" y="344030"/>
                  </a:lnTo>
                  <a:lnTo>
                    <a:pt x="703719" y="293293"/>
                  </a:lnTo>
                  <a:lnTo>
                    <a:pt x="707136" y="242722"/>
                  </a:lnTo>
                  <a:lnTo>
                    <a:pt x="712838" y="192214"/>
                  </a:lnTo>
                  <a:lnTo>
                    <a:pt x="780757" y="171958"/>
                  </a:lnTo>
                  <a:lnTo>
                    <a:pt x="833424" y="168363"/>
                  </a:lnTo>
                  <a:lnTo>
                    <a:pt x="886091" y="166268"/>
                  </a:lnTo>
                  <a:lnTo>
                    <a:pt x="938911" y="165569"/>
                  </a:lnTo>
                  <a:lnTo>
                    <a:pt x="991400" y="166268"/>
                  </a:lnTo>
                  <a:lnTo>
                    <a:pt x="1044016" y="168363"/>
                  </a:lnTo>
                  <a:lnTo>
                    <a:pt x="1096645" y="171958"/>
                  </a:lnTo>
                  <a:lnTo>
                    <a:pt x="1149134" y="177088"/>
                  </a:lnTo>
                  <a:lnTo>
                    <a:pt x="1164259" y="192214"/>
                  </a:lnTo>
                  <a:lnTo>
                    <a:pt x="1170254" y="242722"/>
                  </a:lnTo>
                  <a:lnTo>
                    <a:pt x="1173848" y="293357"/>
                  </a:lnTo>
                  <a:lnTo>
                    <a:pt x="1175042" y="344030"/>
                  </a:lnTo>
                  <a:lnTo>
                    <a:pt x="1173848" y="394652"/>
                  </a:lnTo>
                  <a:lnTo>
                    <a:pt x="1170254" y="445109"/>
                  </a:lnTo>
                  <a:lnTo>
                    <a:pt x="1164259" y="495300"/>
                  </a:lnTo>
                  <a:lnTo>
                    <a:pt x="1163535" y="502500"/>
                  </a:lnTo>
                  <a:lnTo>
                    <a:pt x="1156335" y="509701"/>
                  </a:lnTo>
                  <a:lnTo>
                    <a:pt x="1149134" y="510425"/>
                  </a:lnTo>
                  <a:lnTo>
                    <a:pt x="1132192" y="512445"/>
                  </a:lnTo>
                  <a:lnTo>
                    <a:pt x="1115656" y="514197"/>
                  </a:lnTo>
                  <a:lnTo>
                    <a:pt x="1099108" y="515683"/>
                  </a:lnTo>
                  <a:lnTo>
                    <a:pt x="1082179" y="516902"/>
                  </a:lnTo>
                  <a:lnTo>
                    <a:pt x="1076426" y="516902"/>
                  </a:lnTo>
                  <a:lnTo>
                    <a:pt x="1071499" y="522528"/>
                  </a:lnTo>
                  <a:lnTo>
                    <a:pt x="1071384" y="534174"/>
                  </a:lnTo>
                  <a:lnTo>
                    <a:pt x="1076426" y="538492"/>
                  </a:lnTo>
                  <a:lnTo>
                    <a:pt x="1082903" y="538492"/>
                  </a:lnTo>
                  <a:lnTo>
                    <a:pt x="1134122" y="533641"/>
                  </a:lnTo>
                  <a:lnTo>
                    <a:pt x="1174330" y="520407"/>
                  </a:lnTo>
                  <a:lnTo>
                    <a:pt x="1192555" y="447509"/>
                  </a:lnTo>
                  <a:lnTo>
                    <a:pt x="1196086" y="396811"/>
                  </a:lnTo>
                  <a:lnTo>
                    <a:pt x="1196149" y="394652"/>
                  </a:lnTo>
                  <a:lnTo>
                    <a:pt x="1197178" y="345109"/>
                  </a:lnTo>
                  <a:close/>
                </a:path>
                <a:path extrusionOk="0" h="685800" w="1285240">
                  <a:moveTo>
                    <a:pt x="1285189" y="345567"/>
                  </a:moveTo>
                  <a:lnTo>
                    <a:pt x="1282217" y="299986"/>
                  </a:lnTo>
                  <a:lnTo>
                    <a:pt x="1273416" y="255701"/>
                  </a:lnTo>
                  <a:lnTo>
                    <a:pt x="1262875" y="224802"/>
                  </a:lnTo>
                  <a:lnTo>
                    <a:pt x="1262875" y="345567"/>
                  </a:lnTo>
                  <a:lnTo>
                    <a:pt x="1259357" y="393331"/>
                  </a:lnTo>
                  <a:lnTo>
                    <a:pt x="1249133" y="438924"/>
                  </a:lnTo>
                  <a:lnTo>
                    <a:pt x="1232712" y="481850"/>
                  </a:lnTo>
                  <a:lnTo>
                    <a:pt x="1210589" y="521589"/>
                  </a:lnTo>
                  <a:lnTo>
                    <a:pt x="1183284" y="557644"/>
                  </a:lnTo>
                  <a:lnTo>
                    <a:pt x="1151305" y="589534"/>
                  </a:lnTo>
                  <a:lnTo>
                    <a:pt x="1115148" y="616737"/>
                  </a:lnTo>
                  <a:lnTo>
                    <a:pt x="1075321" y="638771"/>
                  </a:lnTo>
                  <a:lnTo>
                    <a:pt x="1032332" y="655129"/>
                  </a:lnTo>
                  <a:lnTo>
                    <a:pt x="986688" y="665314"/>
                  </a:lnTo>
                  <a:lnTo>
                    <a:pt x="938898" y="668820"/>
                  </a:lnTo>
                  <a:lnTo>
                    <a:pt x="891108" y="665314"/>
                  </a:lnTo>
                  <a:lnTo>
                    <a:pt x="845477" y="655129"/>
                  </a:lnTo>
                  <a:lnTo>
                    <a:pt x="802487" y="638771"/>
                  </a:lnTo>
                  <a:lnTo>
                    <a:pt x="762660" y="616737"/>
                  </a:lnTo>
                  <a:lnTo>
                    <a:pt x="726503" y="589534"/>
                  </a:lnTo>
                  <a:lnTo>
                    <a:pt x="694512" y="557644"/>
                  </a:lnTo>
                  <a:lnTo>
                    <a:pt x="667207" y="521589"/>
                  </a:lnTo>
                  <a:lnTo>
                    <a:pt x="645083" y="481850"/>
                  </a:lnTo>
                  <a:lnTo>
                    <a:pt x="628662" y="438924"/>
                  </a:lnTo>
                  <a:lnTo>
                    <a:pt x="618439" y="393331"/>
                  </a:lnTo>
                  <a:lnTo>
                    <a:pt x="614908" y="345567"/>
                  </a:lnTo>
                  <a:lnTo>
                    <a:pt x="618439" y="297434"/>
                  </a:lnTo>
                  <a:lnTo>
                    <a:pt x="628662" y="251548"/>
                  </a:lnTo>
                  <a:lnTo>
                    <a:pt x="645083" y="208394"/>
                  </a:lnTo>
                  <a:lnTo>
                    <a:pt x="667207" y="168465"/>
                  </a:lnTo>
                  <a:lnTo>
                    <a:pt x="694512" y="132270"/>
                  </a:lnTo>
                  <a:lnTo>
                    <a:pt x="726503" y="100291"/>
                  </a:lnTo>
                  <a:lnTo>
                    <a:pt x="762660" y="73012"/>
                  </a:lnTo>
                  <a:lnTo>
                    <a:pt x="802487" y="50939"/>
                  </a:lnTo>
                  <a:lnTo>
                    <a:pt x="845477" y="34569"/>
                  </a:lnTo>
                  <a:lnTo>
                    <a:pt x="891108" y="24384"/>
                  </a:lnTo>
                  <a:lnTo>
                    <a:pt x="938898" y="20878"/>
                  </a:lnTo>
                  <a:lnTo>
                    <a:pt x="986853" y="24384"/>
                  </a:lnTo>
                  <a:lnTo>
                    <a:pt x="1032598" y="34569"/>
                  </a:lnTo>
                  <a:lnTo>
                    <a:pt x="1075639" y="50939"/>
                  </a:lnTo>
                  <a:lnTo>
                    <a:pt x="1115466" y="73012"/>
                  </a:lnTo>
                  <a:lnTo>
                    <a:pt x="1151597" y="100291"/>
                  </a:lnTo>
                  <a:lnTo>
                    <a:pt x="1183525" y="132270"/>
                  </a:lnTo>
                  <a:lnTo>
                    <a:pt x="1210767" y="168465"/>
                  </a:lnTo>
                  <a:lnTo>
                    <a:pt x="1232827" y="208394"/>
                  </a:lnTo>
                  <a:lnTo>
                    <a:pt x="1249197" y="251548"/>
                  </a:lnTo>
                  <a:lnTo>
                    <a:pt x="1259370" y="297434"/>
                  </a:lnTo>
                  <a:lnTo>
                    <a:pt x="1262875" y="345567"/>
                  </a:lnTo>
                  <a:lnTo>
                    <a:pt x="1262875" y="224802"/>
                  </a:lnTo>
                  <a:lnTo>
                    <a:pt x="1238910" y="172885"/>
                  </a:lnTo>
                  <a:lnTo>
                    <a:pt x="1213535" y="135267"/>
                  </a:lnTo>
                  <a:lnTo>
                    <a:pt x="1182954" y="100787"/>
                  </a:lnTo>
                  <a:lnTo>
                    <a:pt x="1141552" y="65138"/>
                  </a:lnTo>
                  <a:lnTo>
                    <a:pt x="1095603" y="36995"/>
                  </a:lnTo>
                  <a:lnTo>
                    <a:pt x="1056360" y="20878"/>
                  </a:lnTo>
                  <a:lnTo>
                    <a:pt x="1045959" y="16598"/>
                  </a:lnTo>
                  <a:lnTo>
                    <a:pt x="993457" y="4191"/>
                  </a:lnTo>
                  <a:lnTo>
                    <a:pt x="938898" y="0"/>
                  </a:lnTo>
                  <a:lnTo>
                    <a:pt x="884694" y="4191"/>
                  </a:lnTo>
                  <a:lnTo>
                    <a:pt x="832358" y="16598"/>
                  </a:lnTo>
                  <a:lnTo>
                    <a:pt x="782713" y="36995"/>
                  </a:lnTo>
                  <a:lnTo>
                    <a:pt x="736600" y="65138"/>
                  </a:lnTo>
                  <a:lnTo>
                    <a:pt x="694829" y="100787"/>
                  </a:lnTo>
                  <a:lnTo>
                    <a:pt x="659193" y="142544"/>
                  </a:lnTo>
                  <a:lnTo>
                    <a:pt x="631050" y="188709"/>
                  </a:lnTo>
                  <a:lnTo>
                    <a:pt x="610654" y="238455"/>
                  </a:lnTo>
                  <a:lnTo>
                    <a:pt x="598246" y="291007"/>
                  </a:lnTo>
                  <a:lnTo>
                    <a:pt x="594042" y="345567"/>
                  </a:lnTo>
                  <a:lnTo>
                    <a:pt x="598246" y="399757"/>
                  </a:lnTo>
                  <a:lnTo>
                    <a:pt x="610654" y="452056"/>
                  </a:lnTo>
                  <a:lnTo>
                    <a:pt x="631050" y="501586"/>
                  </a:lnTo>
                  <a:lnTo>
                    <a:pt x="659193" y="547484"/>
                  </a:lnTo>
                  <a:lnTo>
                    <a:pt x="694829" y="588899"/>
                  </a:lnTo>
                  <a:lnTo>
                    <a:pt x="736600" y="624890"/>
                  </a:lnTo>
                  <a:lnTo>
                    <a:pt x="782713" y="653237"/>
                  </a:lnTo>
                  <a:lnTo>
                    <a:pt x="832358" y="673747"/>
                  </a:lnTo>
                  <a:lnTo>
                    <a:pt x="882967" y="685800"/>
                  </a:lnTo>
                  <a:lnTo>
                    <a:pt x="995184" y="685800"/>
                  </a:lnTo>
                  <a:lnTo>
                    <a:pt x="1045959" y="673747"/>
                  </a:lnTo>
                  <a:lnTo>
                    <a:pt x="1095603" y="653237"/>
                  </a:lnTo>
                  <a:lnTo>
                    <a:pt x="1141552" y="624890"/>
                  </a:lnTo>
                  <a:lnTo>
                    <a:pt x="1182954" y="588899"/>
                  </a:lnTo>
                  <a:lnTo>
                    <a:pt x="1219034" y="547484"/>
                  </a:lnTo>
                  <a:lnTo>
                    <a:pt x="1247559" y="501586"/>
                  </a:lnTo>
                  <a:lnTo>
                    <a:pt x="1268285" y="452056"/>
                  </a:lnTo>
                  <a:lnTo>
                    <a:pt x="1280922" y="399757"/>
                  </a:lnTo>
                  <a:lnTo>
                    <a:pt x="1285189" y="345567"/>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191" name="Google Shape;191;p12"/>
            <p:cNvPicPr preferRelativeResize="0"/>
            <p:nvPr/>
          </p:nvPicPr>
          <p:blipFill rotWithShape="1">
            <a:blip r:embed="rId9">
              <a:alphaModFix/>
            </a:blip>
            <a:srcRect b="0" l="0" r="0" t="0"/>
            <a:stretch/>
          </p:blipFill>
          <p:spPr>
            <a:xfrm>
              <a:off x="10407764" y="6576873"/>
              <a:ext cx="210959" cy="220294"/>
            </a:xfrm>
            <a:prstGeom prst="rect">
              <a:avLst/>
            </a:prstGeom>
            <a:noFill/>
            <a:ln>
              <a:noFill/>
            </a:ln>
          </p:spPr>
        </p:pic>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2024-11-05T04:54:38Z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2024-11-05T00:00:00Z</vt:filetime>
  </property>
  <property fmtid="{D5CDD505-2E9C-101B-9397-08002B2CF9AE}" pid="3" name="Creator">
    <vt:lpwstr>Chromium</vt:lpwstr>
  </property>
  <property fmtid="{D5CDD505-2E9C-101B-9397-08002B2CF9AE}" pid="4" name="LastSaved">
    <vt:filetime>2024-11-05T00:00:00Z</vt:filetime>
  </property>
  <property fmtid="{D5CDD505-2E9C-101B-9397-08002B2CF9AE}" pid="5" name="Producer">
    <vt:lpwstr>GPL Ghostscript 9.26</vt:lpwstr>
  </property>
</Properties>
</file>