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Roboto Slab"/>
      <p:regular r:id="rId15"/>
      <p:bold r:id="rId16"/>
    </p:embeddedFont>
    <p:embeddedFont>
      <p:font typeface="Century Gothic"/>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hsRrhf9yMlldZWT6hIX1AOSBPP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enturyGothic-boldItalic.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font" Target="fonts/RobotoSlab-regular.fntdata"/><Relationship Id="rId14" Type="http://schemas.openxmlformats.org/officeDocument/2006/relationships/slide" Target="slides/slide9.xml"/><Relationship Id="rId17" Type="http://schemas.openxmlformats.org/officeDocument/2006/relationships/font" Target="fonts/CenturyGothic-regular.fntdata"/><Relationship Id="rId16" Type="http://schemas.openxmlformats.org/officeDocument/2006/relationships/font" Target="fonts/RobotoSlab-bold.fntdata"/><Relationship Id="rId5" Type="http://schemas.openxmlformats.org/officeDocument/2006/relationships/notesMaster" Target="notesMasters/notesMaster1.xml"/><Relationship Id="rId19" Type="http://schemas.openxmlformats.org/officeDocument/2006/relationships/font" Target="fonts/CenturyGothic-italic.fntdata"/><Relationship Id="rId6" Type="http://schemas.openxmlformats.org/officeDocument/2006/relationships/slide" Target="slides/slide1.xml"/><Relationship Id="rId18" Type="http://schemas.openxmlformats.org/officeDocument/2006/relationships/font" Target="fonts/CenturyGothic-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chemeClr val="dk1"/>
              </a:buClr>
              <a:buSzPts val="1200"/>
              <a:buFont typeface="Calibri"/>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1" name="Shape 21"/>
        <p:cNvGrpSpPr/>
        <p:nvPr/>
      </p:nvGrpSpPr>
      <p:grpSpPr>
        <a:xfrm>
          <a:off x="0" y="0"/>
          <a:ext cx="0" cy="0"/>
          <a:chOff x="0" y="0"/>
          <a:chExt cx="0" cy="0"/>
        </a:xfrm>
      </p:grpSpPr>
      <p:sp>
        <p:nvSpPr>
          <p:cNvPr id="22" name="Google Shape;22;p36"/>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6"/>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600"/>
              <a:buNone/>
              <a:defRPr cap="none">
                <a:solidFill>
                  <a:srgbClr val="86D1D8"/>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p:txBody>
      </p:sp>
      <p:sp>
        <p:nvSpPr>
          <p:cNvPr id="24" name="Google Shape;24;p3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7" name="Shape 27"/>
        <p:cNvGrpSpPr/>
        <p:nvPr/>
      </p:nvGrpSpPr>
      <p:grpSpPr>
        <a:xfrm>
          <a:off x="0" y="0"/>
          <a:ext cx="0" cy="0"/>
          <a:chOff x="0" y="0"/>
          <a:chExt cx="0" cy="0"/>
        </a:xfrm>
      </p:grpSpPr>
      <p:sp>
        <p:nvSpPr>
          <p:cNvPr id="28" name="Google Shape;28;p3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7"/>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0" name="Google Shape;30;p3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38"/>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8"/>
          <p:cNvSpPr txBox="1"/>
          <p:nvPr>
            <p:ph idx="1" type="body"/>
          </p:nvPr>
        </p:nvSpPr>
        <p:spPr>
          <a:xfrm>
            <a:off x="1103312" y="2060575"/>
            <a:ext cx="4396339" cy="419576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6" name="Google Shape;36;p38"/>
          <p:cNvSpPr txBox="1"/>
          <p:nvPr>
            <p:ph idx="2" type="body"/>
          </p:nvPr>
        </p:nvSpPr>
        <p:spPr>
          <a:xfrm>
            <a:off x="5654493" y="2056092"/>
            <a:ext cx="4396341" cy="420024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7" name="Google Shape;37;p3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0" name="Shape 40"/>
        <p:cNvGrpSpPr/>
        <p:nvPr/>
      </p:nvGrpSpPr>
      <p:grpSpPr>
        <a:xfrm>
          <a:off x="0" y="0"/>
          <a:ext cx="0" cy="0"/>
          <a:chOff x="0" y="0"/>
          <a:chExt cx="0" cy="0"/>
        </a:xfrm>
      </p:grpSpPr>
      <p:sp>
        <p:nvSpPr>
          <p:cNvPr id="41" name="Google Shape;41;p40"/>
          <p:cNvSpPr txBox="1"/>
          <p:nvPr>
            <p:ph type="title"/>
          </p:nvPr>
        </p:nvSpPr>
        <p:spPr>
          <a:xfrm>
            <a:off x="517200" y="610700"/>
            <a:ext cx="11157600" cy="91480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3000"/>
              <a:buFont typeface="Twentieth Century"/>
              <a:buNone/>
              <a:defRPr/>
            </a:lvl1pPr>
            <a:lvl2pPr lvl="1" algn="l">
              <a:spcBef>
                <a:spcPts val="0"/>
              </a:spcBef>
              <a:spcAft>
                <a:spcPts val="0"/>
              </a:spcAft>
              <a:buClr>
                <a:schemeClr val="lt2"/>
              </a:buClr>
              <a:buSzPts val="3000"/>
              <a:buNone/>
              <a:defRPr/>
            </a:lvl2pPr>
            <a:lvl3pPr lvl="2" algn="l">
              <a:spcBef>
                <a:spcPts val="0"/>
              </a:spcBef>
              <a:spcAft>
                <a:spcPts val="0"/>
              </a:spcAft>
              <a:buClr>
                <a:schemeClr val="lt2"/>
              </a:buClr>
              <a:buSzPts val="3000"/>
              <a:buNone/>
              <a:defRPr/>
            </a:lvl3pPr>
            <a:lvl4pPr lvl="3" algn="l">
              <a:spcBef>
                <a:spcPts val="0"/>
              </a:spcBef>
              <a:spcAft>
                <a:spcPts val="0"/>
              </a:spcAft>
              <a:buClr>
                <a:schemeClr val="lt2"/>
              </a:buClr>
              <a:buSzPts val="3000"/>
              <a:buNone/>
              <a:defRPr/>
            </a:lvl4pPr>
            <a:lvl5pPr lvl="4" algn="l">
              <a:spcBef>
                <a:spcPts val="0"/>
              </a:spcBef>
              <a:spcAft>
                <a:spcPts val="0"/>
              </a:spcAft>
              <a:buClr>
                <a:schemeClr val="lt2"/>
              </a:buClr>
              <a:buSzPts val="3000"/>
              <a:buNone/>
              <a:defRPr/>
            </a:lvl5pPr>
            <a:lvl6pPr lvl="5" algn="l">
              <a:spcBef>
                <a:spcPts val="0"/>
              </a:spcBef>
              <a:spcAft>
                <a:spcPts val="0"/>
              </a:spcAft>
              <a:buClr>
                <a:schemeClr val="lt2"/>
              </a:buClr>
              <a:buSzPts val="3000"/>
              <a:buNone/>
              <a:defRPr/>
            </a:lvl6pPr>
            <a:lvl7pPr lvl="6" algn="l">
              <a:spcBef>
                <a:spcPts val="0"/>
              </a:spcBef>
              <a:spcAft>
                <a:spcPts val="0"/>
              </a:spcAft>
              <a:buClr>
                <a:schemeClr val="lt2"/>
              </a:buClr>
              <a:buSzPts val="3000"/>
              <a:buNone/>
              <a:defRPr/>
            </a:lvl7pPr>
            <a:lvl8pPr lvl="7" algn="l">
              <a:spcBef>
                <a:spcPts val="0"/>
              </a:spcBef>
              <a:spcAft>
                <a:spcPts val="0"/>
              </a:spcAft>
              <a:buClr>
                <a:schemeClr val="lt2"/>
              </a:buClr>
              <a:buSzPts val="3000"/>
              <a:buNone/>
              <a:defRPr/>
            </a:lvl8pPr>
            <a:lvl9pPr lvl="8" algn="l">
              <a:spcBef>
                <a:spcPts val="0"/>
              </a:spcBef>
              <a:spcAft>
                <a:spcPts val="0"/>
              </a:spcAft>
              <a:buClr>
                <a:schemeClr val="lt2"/>
              </a:buClr>
              <a:buSzPts val="3000"/>
              <a:buNone/>
              <a:defRPr/>
            </a:lvl9pPr>
          </a:lstStyle>
          <a:p/>
        </p:txBody>
      </p:sp>
      <p:sp>
        <p:nvSpPr>
          <p:cNvPr id="42" name="Google Shape;42;p40"/>
          <p:cNvSpPr txBox="1"/>
          <p:nvPr>
            <p:ph idx="1" type="body"/>
          </p:nvPr>
        </p:nvSpPr>
        <p:spPr>
          <a:xfrm>
            <a:off x="517200" y="1986432"/>
            <a:ext cx="11157600" cy="4105200"/>
          </a:xfrm>
          <a:prstGeom prst="rect">
            <a:avLst/>
          </a:prstGeom>
          <a:noFill/>
          <a:ln>
            <a:noFill/>
          </a:ln>
        </p:spPr>
        <p:txBody>
          <a:bodyPr anchorCtr="0" anchor="t" bIns="91425" lIns="91425" spcFirstLastPara="1" rIns="91425" wrap="square" tIns="91425">
            <a:noAutofit/>
          </a:bodyPr>
          <a:lstStyle>
            <a:lvl1pPr indent="-342900" lvl="0" marL="457200" algn="l">
              <a:lnSpc>
                <a:spcPct val="120000"/>
              </a:lnSpc>
              <a:spcBef>
                <a:spcPts val="0"/>
              </a:spcBef>
              <a:spcAft>
                <a:spcPts val="0"/>
              </a:spcAft>
              <a:buClr>
                <a:schemeClr val="lt1"/>
              </a:buClr>
              <a:buSzPts val="1800"/>
              <a:buChar char="●"/>
              <a:defRPr/>
            </a:lvl1pPr>
            <a:lvl2pPr indent="-317500" lvl="1" marL="914400" algn="l">
              <a:lnSpc>
                <a:spcPct val="120000"/>
              </a:lnSpc>
              <a:spcBef>
                <a:spcPts val="2133"/>
              </a:spcBef>
              <a:spcAft>
                <a:spcPts val="0"/>
              </a:spcAft>
              <a:buClr>
                <a:schemeClr val="lt1"/>
              </a:buClr>
              <a:buSzPts val="1400"/>
              <a:buChar char="○"/>
              <a:defRPr/>
            </a:lvl2pPr>
            <a:lvl3pPr indent="-317500" lvl="2" marL="1371600" algn="l">
              <a:lnSpc>
                <a:spcPct val="120000"/>
              </a:lnSpc>
              <a:spcBef>
                <a:spcPts val="2133"/>
              </a:spcBef>
              <a:spcAft>
                <a:spcPts val="0"/>
              </a:spcAft>
              <a:buClr>
                <a:schemeClr val="lt1"/>
              </a:buClr>
              <a:buSzPts val="1400"/>
              <a:buChar char="■"/>
              <a:defRPr/>
            </a:lvl3pPr>
            <a:lvl4pPr indent="-317500" lvl="3" marL="1828800" algn="l">
              <a:lnSpc>
                <a:spcPct val="120000"/>
              </a:lnSpc>
              <a:spcBef>
                <a:spcPts val="2133"/>
              </a:spcBef>
              <a:spcAft>
                <a:spcPts val="0"/>
              </a:spcAft>
              <a:buClr>
                <a:schemeClr val="lt1"/>
              </a:buClr>
              <a:buSzPts val="1400"/>
              <a:buChar char="●"/>
              <a:defRPr/>
            </a:lvl4pPr>
            <a:lvl5pPr indent="-317500" lvl="4" marL="2286000" algn="l">
              <a:lnSpc>
                <a:spcPct val="120000"/>
              </a:lnSpc>
              <a:spcBef>
                <a:spcPts val="2133"/>
              </a:spcBef>
              <a:spcAft>
                <a:spcPts val="0"/>
              </a:spcAft>
              <a:buClr>
                <a:schemeClr val="lt1"/>
              </a:buClr>
              <a:buSzPts val="1400"/>
              <a:buChar char="○"/>
              <a:defRPr/>
            </a:lvl5pPr>
            <a:lvl6pPr indent="-317500" lvl="5" marL="2743200" algn="l">
              <a:lnSpc>
                <a:spcPct val="120000"/>
              </a:lnSpc>
              <a:spcBef>
                <a:spcPts val="2133"/>
              </a:spcBef>
              <a:spcAft>
                <a:spcPts val="0"/>
              </a:spcAft>
              <a:buClr>
                <a:schemeClr val="lt1"/>
              </a:buClr>
              <a:buSzPts val="1400"/>
              <a:buChar char="■"/>
              <a:defRPr/>
            </a:lvl6pPr>
            <a:lvl7pPr indent="-317500" lvl="6" marL="3200400" algn="l">
              <a:lnSpc>
                <a:spcPct val="120000"/>
              </a:lnSpc>
              <a:spcBef>
                <a:spcPts val="2133"/>
              </a:spcBef>
              <a:spcAft>
                <a:spcPts val="0"/>
              </a:spcAft>
              <a:buClr>
                <a:schemeClr val="lt1"/>
              </a:buClr>
              <a:buSzPts val="1400"/>
              <a:buChar char="●"/>
              <a:defRPr/>
            </a:lvl7pPr>
            <a:lvl8pPr indent="-317500" lvl="7" marL="3657600" algn="l">
              <a:lnSpc>
                <a:spcPct val="120000"/>
              </a:lnSpc>
              <a:spcBef>
                <a:spcPts val="2133"/>
              </a:spcBef>
              <a:spcAft>
                <a:spcPts val="0"/>
              </a:spcAft>
              <a:buClr>
                <a:schemeClr val="lt1"/>
              </a:buClr>
              <a:buSzPts val="1400"/>
              <a:buChar char="○"/>
              <a:defRPr/>
            </a:lvl8pPr>
            <a:lvl9pPr indent="-317500" lvl="8" marL="4114800" algn="l">
              <a:lnSpc>
                <a:spcPct val="120000"/>
              </a:lnSpc>
              <a:spcBef>
                <a:spcPts val="2133"/>
              </a:spcBef>
              <a:spcAft>
                <a:spcPts val="2133"/>
              </a:spcAft>
              <a:buClr>
                <a:schemeClr val="lt1"/>
              </a:buClr>
              <a:buSzPts val="1400"/>
              <a:buChar char="■"/>
              <a:defRPr/>
            </a:lvl9pPr>
          </a:lstStyle>
          <a:p/>
        </p:txBody>
      </p:sp>
      <p:sp>
        <p:nvSpPr>
          <p:cNvPr id="43" name="Google Shape;43;p4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Autofit/>
          </a:bodyPr>
          <a:lstStyle>
            <a:lvl1pPr indent="0" lvl="0"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4" name="Shape 44"/>
        <p:cNvGrpSpPr/>
        <p:nvPr/>
      </p:nvGrpSpPr>
      <p:grpSpPr>
        <a:xfrm>
          <a:off x="0" y="0"/>
          <a:ext cx="0" cy="0"/>
          <a:chOff x="0" y="0"/>
          <a:chExt cx="0" cy="0"/>
        </a:xfrm>
      </p:grpSpPr>
      <p:sp>
        <p:nvSpPr>
          <p:cNvPr id="45" name="Google Shape;45;p42"/>
          <p:cNvSpPr txBox="1"/>
          <p:nvPr>
            <p:ph type="title"/>
          </p:nvPr>
        </p:nvSpPr>
        <p:spPr>
          <a:xfrm>
            <a:off x="1154956" y="2861733"/>
            <a:ext cx="8825657" cy="191564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2"/>
          <p:cNvSpPr txBox="1"/>
          <p:nvPr>
            <p:ph idx="1" type="body"/>
          </p:nvPr>
        </p:nvSpPr>
        <p:spPr>
          <a:xfrm>
            <a:off x="1154955" y="4777381"/>
            <a:ext cx="882565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47" name="Google Shape;47;p4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0" name="Shape 50"/>
        <p:cNvGrpSpPr/>
        <p:nvPr/>
      </p:nvGrpSpPr>
      <p:grpSpPr>
        <a:xfrm>
          <a:off x="0" y="0"/>
          <a:ext cx="0" cy="0"/>
          <a:chOff x="0" y="0"/>
          <a:chExt cx="0" cy="0"/>
        </a:xfrm>
      </p:grpSpPr>
      <p:sp>
        <p:nvSpPr>
          <p:cNvPr id="51" name="Google Shape;51;p4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3"/>
          <p:cNvSpPr txBox="1"/>
          <p:nvPr>
            <p:ph idx="1" type="body"/>
          </p:nvPr>
        </p:nvSpPr>
        <p:spPr>
          <a:xfrm>
            <a:off x="1103313" y="1905000"/>
            <a:ext cx="439633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53" name="Google Shape;53;p43"/>
          <p:cNvSpPr txBox="1"/>
          <p:nvPr>
            <p:ph idx="2" type="body"/>
          </p:nvPr>
        </p:nvSpPr>
        <p:spPr>
          <a:xfrm>
            <a:off x="1103312"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54" name="Google Shape;54;p43"/>
          <p:cNvSpPr txBox="1"/>
          <p:nvPr>
            <p:ph idx="3" type="body"/>
          </p:nvPr>
        </p:nvSpPr>
        <p:spPr>
          <a:xfrm>
            <a:off x="5654495" y="1905000"/>
            <a:ext cx="439633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55" name="Google Shape;55;p43"/>
          <p:cNvSpPr txBox="1"/>
          <p:nvPr>
            <p:ph idx="4" type="body"/>
          </p:nvPr>
        </p:nvSpPr>
        <p:spPr>
          <a:xfrm>
            <a:off x="5654495"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56" name="Google Shape;56;p4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9" name="Shape 59"/>
        <p:cNvGrpSpPr/>
        <p:nvPr/>
      </p:nvGrpSpPr>
      <p:grpSpPr>
        <a:xfrm>
          <a:off x="0" y="0"/>
          <a:ext cx="0" cy="0"/>
          <a:chOff x="0" y="0"/>
          <a:chExt cx="0" cy="0"/>
        </a:xfrm>
      </p:grpSpPr>
      <p:sp>
        <p:nvSpPr>
          <p:cNvPr id="60" name="Google Shape;60;p44"/>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64" name="Shape 64"/>
        <p:cNvGrpSpPr/>
        <p:nvPr/>
      </p:nvGrpSpPr>
      <p:grpSpPr>
        <a:xfrm>
          <a:off x="0" y="0"/>
          <a:ext cx="0" cy="0"/>
          <a:chOff x="0" y="0"/>
          <a:chExt cx="0" cy="0"/>
        </a:xfrm>
      </p:grpSpPr>
      <p:sp>
        <p:nvSpPr>
          <p:cNvPr id="65" name="Google Shape;65;p4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8" name="Shape 68"/>
        <p:cNvGrpSpPr/>
        <p:nvPr/>
      </p:nvGrpSpPr>
      <p:grpSpPr>
        <a:xfrm>
          <a:off x="0" y="0"/>
          <a:ext cx="0" cy="0"/>
          <a:chOff x="0" y="0"/>
          <a:chExt cx="0" cy="0"/>
        </a:xfrm>
      </p:grpSpPr>
      <p:sp>
        <p:nvSpPr>
          <p:cNvPr id="69" name="Google Shape;69;p46"/>
          <p:cNvSpPr txBox="1"/>
          <p:nvPr>
            <p:ph type="title"/>
          </p:nvPr>
        </p:nvSpPr>
        <p:spPr>
          <a:xfrm>
            <a:off x="1154953" y="1447800"/>
            <a:ext cx="3401064" cy="1447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6"/>
          <p:cNvSpPr txBox="1"/>
          <p:nvPr>
            <p:ph idx="1" type="body"/>
          </p:nvPr>
        </p:nvSpPr>
        <p:spPr>
          <a:xfrm>
            <a:off x="4784616" y="1447800"/>
            <a:ext cx="5195997" cy="4572000"/>
          </a:xfrm>
          <a:prstGeom prst="rect">
            <a:avLst/>
          </a:prstGeom>
          <a:noFill/>
          <a:ln>
            <a:noFill/>
          </a:ln>
        </p:spPr>
        <p:txBody>
          <a:bodyPr anchorCtr="0" anchor="ctr" bIns="45700" lIns="91425" spcFirstLastPara="1" rIns="91425" wrap="square" tIns="45700">
            <a:normAutofit/>
          </a:bodyPr>
          <a:lstStyle>
            <a:lvl1pPr indent="-330200" lvl="0" marL="457200" algn="l">
              <a:spcBef>
                <a:spcPts val="1000"/>
              </a:spcBef>
              <a:spcAft>
                <a:spcPts val="0"/>
              </a:spcAft>
              <a:buSzPts val="1600"/>
              <a:buChar char="►"/>
              <a:defRPr sz="2000"/>
            </a:lvl1pPr>
            <a:lvl2pPr indent="-320040" lvl="1" marL="914400" algn="l">
              <a:spcBef>
                <a:spcPts val="1000"/>
              </a:spcBef>
              <a:spcAft>
                <a:spcPts val="0"/>
              </a:spcAft>
              <a:buSzPts val="1440"/>
              <a:buChar char="►"/>
              <a:defRPr sz="1800"/>
            </a:lvl2pPr>
            <a:lvl3pPr indent="-309880" lvl="2" marL="1371600" algn="l">
              <a:spcBef>
                <a:spcPts val="1000"/>
              </a:spcBef>
              <a:spcAft>
                <a:spcPts val="0"/>
              </a:spcAft>
              <a:buSzPts val="1280"/>
              <a:buChar char="►"/>
              <a:defRPr sz="1600"/>
            </a:lvl3pPr>
            <a:lvl4pPr indent="-299719" lvl="3" marL="1828800" algn="l">
              <a:spcBef>
                <a:spcPts val="1000"/>
              </a:spcBef>
              <a:spcAft>
                <a:spcPts val="0"/>
              </a:spcAft>
              <a:buSzPts val="1120"/>
              <a:buChar char="►"/>
              <a:defRPr sz="1400"/>
            </a:lvl4pPr>
            <a:lvl5pPr indent="-299720" lvl="4" marL="2286000" algn="l">
              <a:spcBef>
                <a:spcPts val="1000"/>
              </a:spcBef>
              <a:spcAft>
                <a:spcPts val="0"/>
              </a:spcAft>
              <a:buSzPts val="1120"/>
              <a:buChar char="►"/>
              <a:defRPr sz="1400"/>
            </a:lvl5pPr>
            <a:lvl6pPr indent="-299720" lvl="5" marL="2743200" algn="l">
              <a:spcBef>
                <a:spcPts val="1000"/>
              </a:spcBef>
              <a:spcAft>
                <a:spcPts val="0"/>
              </a:spcAft>
              <a:buSzPts val="1120"/>
              <a:buChar char="►"/>
              <a:defRPr sz="1400"/>
            </a:lvl6pPr>
            <a:lvl7pPr indent="-299720" lvl="6" marL="3200400" algn="l">
              <a:spcBef>
                <a:spcPts val="1000"/>
              </a:spcBef>
              <a:spcAft>
                <a:spcPts val="0"/>
              </a:spcAft>
              <a:buSzPts val="1120"/>
              <a:buChar char="►"/>
              <a:defRPr sz="1400"/>
            </a:lvl7pPr>
            <a:lvl8pPr indent="-299720" lvl="7" marL="3657600" algn="l">
              <a:spcBef>
                <a:spcPts val="1000"/>
              </a:spcBef>
              <a:spcAft>
                <a:spcPts val="0"/>
              </a:spcAft>
              <a:buSzPts val="1120"/>
              <a:buChar char="►"/>
              <a:defRPr sz="1400"/>
            </a:lvl8pPr>
            <a:lvl9pPr indent="-299720" lvl="8" marL="4114800" algn="l">
              <a:spcBef>
                <a:spcPts val="1000"/>
              </a:spcBef>
              <a:spcAft>
                <a:spcPts val="0"/>
              </a:spcAft>
              <a:buSzPts val="1120"/>
              <a:buChar char="►"/>
              <a:defRPr sz="1400"/>
            </a:lvl9pPr>
          </a:lstStyle>
          <a:p/>
        </p:txBody>
      </p:sp>
      <p:sp>
        <p:nvSpPr>
          <p:cNvPr id="71" name="Google Shape;71;p46"/>
          <p:cNvSpPr txBox="1"/>
          <p:nvPr>
            <p:ph idx="2" type="body"/>
          </p:nvPr>
        </p:nvSpPr>
        <p:spPr>
          <a:xfrm>
            <a:off x="1154953" y="3129280"/>
            <a:ext cx="3401063"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2" name="Google Shape;72;p4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5" name="Shape 75"/>
        <p:cNvGrpSpPr/>
        <p:nvPr/>
      </p:nvGrpSpPr>
      <p:grpSpPr>
        <a:xfrm>
          <a:off x="0" y="0"/>
          <a:ext cx="0" cy="0"/>
          <a:chOff x="0" y="0"/>
          <a:chExt cx="0" cy="0"/>
        </a:xfrm>
      </p:grpSpPr>
      <p:sp>
        <p:nvSpPr>
          <p:cNvPr id="76" name="Google Shape;76;p47"/>
          <p:cNvSpPr txBox="1"/>
          <p:nvPr>
            <p:ph type="title"/>
          </p:nvPr>
        </p:nvSpPr>
        <p:spPr>
          <a:xfrm>
            <a:off x="1153907" y="1854192"/>
            <a:ext cx="5092906" cy="157480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7"/>
          <p:cNvSpPr/>
          <p:nvPr>
            <p:ph idx="2" type="pic"/>
          </p:nvPr>
        </p:nvSpPr>
        <p:spPr>
          <a:xfrm>
            <a:off x="6949546" y="1143000"/>
            <a:ext cx="3200400"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78" name="Google Shape;78;p47"/>
          <p:cNvSpPr txBox="1"/>
          <p:nvPr>
            <p:ph idx="1" type="body"/>
          </p:nvPr>
        </p:nvSpPr>
        <p:spPr>
          <a:xfrm>
            <a:off x="1154954" y="3657600"/>
            <a:ext cx="5084979"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9" name="Google Shape;79;p4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anorámica con descripción">
  <p:cSld name="Imagen panorámica con descripción">
    <p:spTree>
      <p:nvGrpSpPr>
        <p:cNvPr id="82" name="Shape 82"/>
        <p:cNvGrpSpPr/>
        <p:nvPr/>
      </p:nvGrpSpPr>
      <p:grpSpPr>
        <a:xfrm>
          <a:off x="0" y="0"/>
          <a:ext cx="0" cy="0"/>
          <a:chOff x="0" y="0"/>
          <a:chExt cx="0" cy="0"/>
        </a:xfrm>
      </p:grpSpPr>
      <p:sp>
        <p:nvSpPr>
          <p:cNvPr id="83" name="Google Shape;83;p48"/>
          <p:cNvSpPr txBox="1"/>
          <p:nvPr>
            <p:ph type="title"/>
          </p:nvPr>
        </p:nvSpPr>
        <p:spPr>
          <a:xfrm>
            <a:off x="1154956" y="4800587"/>
            <a:ext cx="882565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8"/>
          <p:cNvSpPr/>
          <p:nvPr>
            <p:ph idx="2" type="pic"/>
          </p:nvPr>
        </p:nvSpPr>
        <p:spPr>
          <a:xfrm>
            <a:off x="1154955" y="685800"/>
            <a:ext cx="8825658" cy="3640666"/>
          </a:xfrm>
          <a:prstGeom prst="roundRect">
            <a:avLst>
              <a:gd fmla="val 1858" name="adj"/>
            </a:avLst>
          </a:prstGeom>
          <a:noFill/>
          <a:ln>
            <a:noFill/>
          </a:ln>
          <a:effectLst>
            <a:outerShdw blurRad="50800" rotWithShape="0" algn="tl" dir="5400000" dist="50800">
              <a:srgbClr val="000000">
                <a:alpha val="42745"/>
              </a:srgbClr>
            </a:outerShdw>
          </a:effectLst>
        </p:spPr>
      </p:sp>
      <p:sp>
        <p:nvSpPr>
          <p:cNvPr id="85" name="Google Shape;85;p48"/>
          <p:cNvSpPr txBox="1"/>
          <p:nvPr>
            <p:ph idx="1" type="body"/>
          </p:nvPr>
        </p:nvSpPr>
        <p:spPr>
          <a:xfrm>
            <a:off x="1154956" y="5367325"/>
            <a:ext cx="8825656"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6" name="Google Shape;86;p4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escripción">
  <p:cSld name="Título y descripción">
    <p:spTree>
      <p:nvGrpSpPr>
        <p:cNvPr id="89" name="Shape 89"/>
        <p:cNvGrpSpPr/>
        <p:nvPr/>
      </p:nvGrpSpPr>
      <p:grpSpPr>
        <a:xfrm>
          <a:off x="0" y="0"/>
          <a:ext cx="0" cy="0"/>
          <a:chOff x="0" y="0"/>
          <a:chExt cx="0" cy="0"/>
        </a:xfrm>
      </p:grpSpPr>
      <p:sp>
        <p:nvSpPr>
          <p:cNvPr id="90" name="Google Shape;90;p49"/>
          <p:cNvSpPr txBox="1"/>
          <p:nvPr>
            <p:ph type="title"/>
          </p:nvPr>
        </p:nvSpPr>
        <p:spPr>
          <a:xfrm>
            <a:off x="1154954" y="1447800"/>
            <a:ext cx="8825659" cy="1981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9"/>
          <p:cNvSpPr txBox="1"/>
          <p:nvPr>
            <p:ph idx="1" type="body"/>
          </p:nvPr>
        </p:nvSpPr>
        <p:spPr>
          <a:xfrm>
            <a:off x="1154954" y="3657600"/>
            <a:ext cx="8825659" cy="23622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2" name="Google Shape;92;p4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4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con descripción">
  <p:cSld name="Cita con descripción">
    <p:spTree>
      <p:nvGrpSpPr>
        <p:cNvPr id="95" name="Shape 95"/>
        <p:cNvGrpSpPr/>
        <p:nvPr/>
      </p:nvGrpSpPr>
      <p:grpSpPr>
        <a:xfrm>
          <a:off x="0" y="0"/>
          <a:ext cx="0" cy="0"/>
          <a:chOff x="0" y="0"/>
          <a:chExt cx="0" cy="0"/>
        </a:xfrm>
      </p:grpSpPr>
      <p:sp>
        <p:nvSpPr>
          <p:cNvPr id="96" name="Google Shape;96;p50"/>
          <p:cNvSpPr txBox="1"/>
          <p:nvPr>
            <p:ph type="title"/>
          </p:nvPr>
        </p:nvSpPr>
        <p:spPr>
          <a:xfrm>
            <a:off x="1574801" y="1447800"/>
            <a:ext cx="7999315" cy="2323374"/>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50"/>
          <p:cNvSpPr txBox="1"/>
          <p:nvPr>
            <p:ph idx="1" type="body"/>
          </p:nvPr>
        </p:nvSpPr>
        <p:spPr>
          <a:xfrm>
            <a:off x="1930400" y="3771174"/>
            <a:ext cx="7279649"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rgbClr val="86D1D8"/>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8" name="Google Shape;98;p50"/>
          <p:cNvSpPr txBox="1"/>
          <p:nvPr>
            <p:ph idx="2" type="body"/>
          </p:nvPr>
        </p:nvSpPr>
        <p:spPr>
          <a:xfrm>
            <a:off x="1154954" y="4350657"/>
            <a:ext cx="8825659" cy="16764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9" name="Google Shape;99;p5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5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5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
        <p:nvSpPr>
          <p:cNvPr id="102" name="Google Shape;102;p50"/>
          <p:cNvSpPr txBox="1"/>
          <p:nvPr/>
        </p:nvSpPr>
        <p:spPr>
          <a:xfrm>
            <a:off x="898295" y="971253"/>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s-ES" sz="12200">
                <a:solidFill>
                  <a:srgbClr val="86D1D8"/>
                </a:solidFill>
                <a:latin typeface="Arial"/>
                <a:ea typeface="Arial"/>
                <a:cs typeface="Arial"/>
                <a:sym typeface="Arial"/>
              </a:rPr>
              <a:t>“</a:t>
            </a:r>
            <a:endParaRPr/>
          </a:p>
        </p:txBody>
      </p:sp>
      <p:sp>
        <p:nvSpPr>
          <p:cNvPr id="103" name="Google Shape;103;p50"/>
          <p:cNvSpPr txBox="1"/>
          <p:nvPr/>
        </p:nvSpPr>
        <p:spPr>
          <a:xfrm>
            <a:off x="9330490" y="2613787"/>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s-ES" sz="12200">
                <a:solidFill>
                  <a:srgbClr val="86D1D8"/>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jeta de nombre">
  <p:cSld name="Tarjeta de nombre">
    <p:spTree>
      <p:nvGrpSpPr>
        <p:cNvPr id="104" name="Shape 104"/>
        <p:cNvGrpSpPr/>
        <p:nvPr/>
      </p:nvGrpSpPr>
      <p:grpSpPr>
        <a:xfrm>
          <a:off x="0" y="0"/>
          <a:ext cx="0" cy="0"/>
          <a:chOff x="0" y="0"/>
          <a:chExt cx="0" cy="0"/>
        </a:xfrm>
      </p:grpSpPr>
      <p:sp>
        <p:nvSpPr>
          <p:cNvPr id="105" name="Google Shape;105;p51"/>
          <p:cNvSpPr txBox="1"/>
          <p:nvPr>
            <p:ph type="title"/>
          </p:nvPr>
        </p:nvSpPr>
        <p:spPr>
          <a:xfrm>
            <a:off x="1154954" y="3124201"/>
            <a:ext cx="8825660" cy="165318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1"/>
          <p:cNvSpPr txBox="1"/>
          <p:nvPr>
            <p:ph idx="1" type="body"/>
          </p:nvPr>
        </p:nvSpPr>
        <p:spPr>
          <a:xfrm>
            <a:off x="1154954" y="4777381"/>
            <a:ext cx="882565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107" name="Google Shape;107;p5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5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5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a 3">
  <p:cSld name="Columna 3">
    <p:spTree>
      <p:nvGrpSpPr>
        <p:cNvPr id="110" name="Shape 110"/>
        <p:cNvGrpSpPr/>
        <p:nvPr/>
      </p:nvGrpSpPr>
      <p:grpSpPr>
        <a:xfrm>
          <a:off x="0" y="0"/>
          <a:ext cx="0" cy="0"/>
          <a:chOff x="0" y="0"/>
          <a:chExt cx="0" cy="0"/>
        </a:xfrm>
      </p:grpSpPr>
      <p:sp>
        <p:nvSpPr>
          <p:cNvPr id="111" name="Google Shape;111;p5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52"/>
          <p:cNvSpPr txBox="1"/>
          <p:nvPr>
            <p:ph idx="1" type="body"/>
          </p:nvPr>
        </p:nvSpPr>
        <p:spPr>
          <a:xfrm>
            <a:off x="632947" y="1981200"/>
            <a:ext cx="294686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3" name="Google Shape;113;p52"/>
          <p:cNvSpPr txBox="1"/>
          <p:nvPr>
            <p:ph idx="2" type="body"/>
          </p:nvPr>
        </p:nvSpPr>
        <p:spPr>
          <a:xfrm>
            <a:off x="652463" y="2667000"/>
            <a:ext cx="2927350"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14" name="Google Shape;114;p52"/>
          <p:cNvSpPr txBox="1"/>
          <p:nvPr>
            <p:ph idx="3" type="body"/>
          </p:nvPr>
        </p:nvSpPr>
        <p:spPr>
          <a:xfrm>
            <a:off x="3883659" y="1981200"/>
            <a:ext cx="293624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5" name="Google Shape;115;p52"/>
          <p:cNvSpPr txBox="1"/>
          <p:nvPr>
            <p:ph idx="4" type="body"/>
          </p:nvPr>
        </p:nvSpPr>
        <p:spPr>
          <a:xfrm>
            <a:off x="3873106" y="2667000"/>
            <a:ext cx="2946794"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16" name="Google Shape;116;p52"/>
          <p:cNvSpPr txBox="1"/>
          <p:nvPr>
            <p:ph idx="5" type="body"/>
          </p:nvPr>
        </p:nvSpPr>
        <p:spPr>
          <a:xfrm>
            <a:off x="7124700" y="1981200"/>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7" name="Google Shape;117;p52"/>
          <p:cNvSpPr txBox="1"/>
          <p:nvPr>
            <p:ph idx="6" type="body"/>
          </p:nvPr>
        </p:nvSpPr>
        <p:spPr>
          <a:xfrm>
            <a:off x="7124700" y="2667000"/>
            <a:ext cx="2932113"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18" name="Google Shape;118;p52"/>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19" name="Google Shape;119;p52"/>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20" name="Google Shape;120;p5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5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5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a de imagen 3">
  <p:cSld name="Columna de imagen 3">
    <p:spTree>
      <p:nvGrpSpPr>
        <p:cNvPr id="123" name="Shape 123"/>
        <p:cNvGrpSpPr/>
        <p:nvPr/>
      </p:nvGrpSpPr>
      <p:grpSpPr>
        <a:xfrm>
          <a:off x="0" y="0"/>
          <a:ext cx="0" cy="0"/>
          <a:chOff x="0" y="0"/>
          <a:chExt cx="0" cy="0"/>
        </a:xfrm>
      </p:grpSpPr>
      <p:sp>
        <p:nvSpPr>
          <p:cNvPr id="124" name="Google Shape;124;p5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53"/>
          <p:cNvSpPr txBox="1"/>
          <p:nvPr>
            <p:ph idx="1" type="body"/>
          </p:nvPr>
        </p:nvSpPr>
        <p:spPr>
          <a:xfrm>
            <a:off x="652463" y="4250949"/>
            <a:ext cx="2940050"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6" name="Google Shape;126;p53"/>
          <p:cNvSpPr/>
          <p:nvPr>
            <p:ph idx="2" type="pic"/>
          </p:nvPr>
        </p:nvSpPr>
        <p:spPr>
          <a:xfrm>
            <a:off x="652463" y="2209800"/>
            <a:ext cx="2940050"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7" name="Google Shape;127;p53"/>
          <p:cNvSpPr txBox="1"/>
          <p:nvPr>
            <p:ph idx="3" type="body"/>
          </p:nvPr>
        </p:nvSpPr>
        <p:spPr>
          <a:xfrm>
            <a:off x="652463" y="4827211"/>
            <a:ext cx="2940050"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8" name="Google Shape;128;p53"/>
          <p:cNvSpPr txBox="1"/>
          <p:nvPr>
            <p:ph idx="4" type="body"/>
          </p:nvPr>
        </p:nvSpPr>
        <p:spPr>
          <a:xfrm>
            <a:off x="3889375" y="4250949"/>
            <a:ext cx="293052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9" name="Google Shape;129;p53"/>
          <p:cNvSpPr/>
          <p:nvPr>
            <p:ph idx="5" type="pic"/>
          </p:nvPr>
        </p:nvSpPr>
        <p:spPr>
          <a:xfrm>
            <a:off x="3889374" y="2209800"/>
            <a:ext cx="2930525"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30" name="Google Shape;130;p53"/>
          <p:cNvSpPr txBox="1"/>
          <p:nvPr>
            <p:ph idx="6" type="body"/>
          </p:nvPr>
        </p:nvSpPr>
        <p:spPr>
          <a:xfrm>
            <a:off x="3888022" y="4827210"/>
            <a:ext cx="2934406"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1" name="Google Shape;131;p53"/>
          <p:cNvSpPr txBox="1"/>
          <p:nvPr>
            <p:ph idx="7" type="body"/>
          </p:nvPr>
        </p:nvSpPr>
        <p:spPr>
          <a:xfrm>
            <a:off x="7124700" y="4250949"/>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32" name="Google Shape;132;p53"/>
          <p:cNvSpPr/>
          <p:nvPr>
            <p:ph idx="8" type="pic"/>
          </p:nvPr>
        </p:nvSpPr>
        <p:spPr>
          <a:xfrm>
            <a:off x="7124699" y="2209800"/>
            <a:ext cx="2932113"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33" name="Google Shape;133;p53"/>
          <p:cNvSpPr txBox="1"/>
          <p:nvPr>
            <p:ph idx="9" type="body"/>
          </p:nvPr>
        </p:nvSpPr>
        <p:spPr>
          <a:xfrm>
            <a:off x="7124575" y="4827208"/>
            <a:ext cx="2935997"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34" name="Google Shape;134;p53"/>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35" name="Google Shape;135;p53"/>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36" name="Google Shape;136;p5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5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5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39" name="Shape 139"/>
        <p:cNvGrpSpPr/>
        <p:nvPr/>
      </p:nvGrpSpPr>
      <p:grpSpPr>
        <a:xfrm>
          <a:off x="0" y="0"/>
          <a:ext cx="0" cy="0"/>
          <a:chOff x="0" y="0"/>
          <a:chExt cx="0" cy="0"/>
        </a:xfrm>
      </p:grpSpPr>
      <p:sp>
        <p:nvSpPr>
          <p:cNvPr id="140" name="Google Shape;140;p54"/>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54"/>
          <p:cNvSpPr txBox="1"/>
          <p:nvPr>
            <p:ph idx="1" type="body"/>
          </p:nvPr>
        </p:nvSpPr>
        <p:spPr>
          <a:xfrm rot="5400000">
            <a:off x="3478842" y="-322612"/>
            <a:ext cx="4195481" cy="894654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2" name="Google Shape;142;p5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5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5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45" name="Shape 145"/>
        <p:cNvGrpSpPr/>
        <p:nvPr/>
      </p:nvGrpSpPr>
      <p:grpSpPr>
        <a:xfrm>
          <a:off x="0" y="0"/>
          <a:ext cx="0" cy="0"/>
          <a:chOff x="0" y="0"/>
          <a:chExt cx="0" cy="0"/>
        </a:xfrm>
      </p:grpSpPr>
      <p:sp>
        <p:nvSpPr>
          <p:cNvPr id="146" name="Google Shape;146;p55"/>
          <p:cNvSpPr txBox="1"/>
          <p:nvPr>
            <p:ph type="title"/>
          </p:nvPr>
        </p:nvSpPr>
        <p:spPr>
          <a:xfrm rot="5400000">
            <a:off x="6267450" y="2466975"/>
            <a:ext cx="5826125" cy="17526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55"/>
          <p:cNvSpPr txBox="1"/>
          <p:nvPr>
            <p:ph idx="1" type="body"/>
          </p:nvPr>
        </p:nvSpPr>
        <p:spPr>
          <a:xfrm rot="5400000">
            <a:off x="1679576" y="-139699"/>
            <a:ext cx="5368924" cy="742314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8" name="Google Shape;148;p5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5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5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Clr>
                <a:schemeClr val="lt1"/>
              </a:buClr>
              <a:buSzPts val="2800"/>
              <a:buFont typeface="Century Gothic"/>
              <a:buNone/>
              <a:defRPr/>
            </a:lvl1pPr>
            <a:lvl2pPr indent="0" lvl="1" marL="0" algn="r">
              <a:spcBef>
                <a:spcPts val="0"/>
              </a:spcBef>
              <a:spcAft>
                <a:spcPts val="0"/>
              </a:spcAft>
              <a:buClr>
                <a:schemeClr val="lt1"/>
              </a:buClr>
              <a:buSzPts val="2800"/>
              <a:buFont typeface="Century Gothic"/>
              <a:buNone/>
              <a:defRPr/>
            </a:lvl2pPr>
            <a:lvl3pPr indent="0" lvl="2" marL="0" algn="r">
              <a:spcBef>
                <a:spcPts val="0"/>
              </a:spcBef>
              <a:spcAft>
                <a:spcPts val="0"/>
              </a:spcAft>
              <a:buClr>
                <a:schemeClr val="lt1"/>
              </a:buClr>
              <a:buSzPts val="2800"/>
              <a:buFont typeface="Century Gothic"/>
              <a:buNone/>
              <a:defRPr/>
            </a:lvl3pPr>
            <a:lvl4pPr indent="0" lvl="3" marL="0" algn="r">
              <a:spcBef>
                <a:spcPts val="0"/>
              </a:spcBef>
              <a:spcAft>
                <a:spcPts val="0"/>
              </a:spcAft>
              <a:buClr>
                <a:schemeClr val="lt1"/>
              </a:buClr>
              <a:buSzPts val="2800"/>
              <a:buFont typeface="Century Gothic"/>
              <a:buNone/>
              <a:defRPr/>
            </a:lvl4pPr>
            <a:lvl5pPr indent="0" lvl="4" marL="0" algn="r">
              <a:spcBef>
                <a:spcPts val="0"/>
              </a:spcBef>
              <a:spcAft>
                <a:spcPts val="0"/>
              </a:spcAft>
              <a:buClr>
                <a:schemeClr val="lt1"/>
              </a:buClr>
              <a:buSzPts val="2800"/>
              <a:buFont typeface="Century Gothic"/>
              <a:buNone/>
              <a:defRPr/>
            </a:lvl5pPr>
            <a:lvl6pPr indent="0" lvl="5" marL="0" algn="r">
              <a:spcBef>
                <a:spcPts val="0"/>
              </a:spcBef>
              <a:spcAft>
                <a:spcPts val="0"/>
              </a:spcAft>
              <a:buClr>
                <a:schemeClr val="lt1"/>
              </a:buClr>
              <a:buSzPts val="2800"/>
              <a:buFont typeface="Century Gothic"/>
              <a:buNone/>
              <a:defRPr/>
            </a:lvl6pPr>
            <a:lvl7pPr indent="0" lvl="6" marL="0" algn="r">
              <a:spcBef>
                <a:spcPts val="0"/>
              </a:spcBef>
              <a:spcAft>
                <a:spcPts val="0"/>
              </a:spcAft>
              <a:buClr>
                <a:schemeClr val="lt1"/>
              </a:buClr>
              <a:buSzPts val="2800"/>
              <a:buFont typeface="Century Gothic"/>
              <a:buNone/>
              <a:defRPr/>
            </a:lvl7pPr>
            <a:lvl8pPr indent="0" lvl="7" marL="0" algn="r">
              <a:spcBef>
                <a:spcPts val="0"/>
              </a:spcBef>
              <a:spcAft>
                <a:spcPts val="0"/>
              </a:spcAft>
              <a:buClr>
                <a:schemeClr val="lt1"/>
              </a:buClr>
              <a:buSzPts val="2800"/>
              <a:buFont typeface="Century Gothic"/>
              <a:buNone/>
              <a:defRPr/>
            </a:lvl8pPr>
            <a:lvl9pPr indent="0" lvl="8" marL="0" algn="r">
              <a:spcBef>
                <a:spcPts val="0"/>
              </a:spcBef>
              <a:spcAft>
                <a:spcPts val="0"/>
              </a:spcAft>
              <a:buClr>
                <a:schemeClr val="lt1"/>
              </a:buClr>
              <a:buSzPts val="2800"/>
              <a:buFont typeface="Century Gothic"/>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3" name="Shape 163"/>
        <p:cNvGrpSpPr/>
        <p:nvPr/>
      </p:nvGrpSpPr>
      <p:grpSpPr>
        <a:xfrm>
          <a:off x="0" y="0"/>
          <a:ext cx="0" cy="0"/>
          <a:chOff x="0" y="0"/>
          <a:chExt cx="0" cy="0"/>
        </a:xfrm>
      </p:grpSpPr>
      <p:sp>
        <p:nvSpPr>
          <p:cNvPr id="164" name="Google Shape;164;p41"/>
          <p:cNvSpPr txBox="1"/>
          <p:nvPr>
            <p:ph type="title"/>
          </p:nvPr>
        </p:nvSpPr>
        <p:spPr>
          <a:xfrm>
            <a:off x="517200" y="610700"/>
            <a:ext cx="11157600" cy="91480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3000"/>
              <a:buFont typeface="Twentieth Century"/>
              <a:buNone/>
              <a:defRPr/>
            </a:lvl1pPr>
            <a:lvl2pPr lvl="1" algn="l">
              <a:spcBef>
                <a:spcPts val="0"/>
              </a:spcBef>
              <a:spcAft>
                <a:spcPts val="0"/>
              </a:spcAft>
              <a:buClr>
                <a:schemeClr val="dk2"/>
              </a:buClr>
              <a:buSzPts val="3000"/>
              <a:buNone/>
              <a:defRPr/>
            </a:lvl2pPr>
            <a:lvl3pPr lvl="2" algn="l">
              <a:spcBef>
                <a:spcPts val="0"/>
              </a:spcBef>
              <a:spcAft>
                <a:spcPts val="0"/>
              </a:spcAft>
              <a:buClr>
                <a:schemeClr val="dk2"/>
              </a:buClr>
              <a:buSzPts val="3000"/>
              <a:buNone/>
              <a:defRPr/>
            </a:lvl3pPr>
            <a:lvl4pPr lvl="3" algn="l">
              <a:spcBef>
                <a:spcPts val="0"/>
              </a:spcBef>
              <a:spcAft>
                <a:spcPts val="0"/>
              </a:spcAft>
              <a:buClr>
                <a:schemeClr val="dk2"/>
              </a:buClr>
              <a:buSzPts val="3000"/>
              <a:buNone/>
              <a:defRPr/>
            </a:lvl4pPr>
            <a:lvl5pPr lvl="4" algn="l">
              <a:spcBef>
                <a:spcPts val="0"/>
              </a:spcBef>
              <a:spcAft>
                <a:spcPts val="0"/>
              </a:spcAft>
              <a:buClr>
                <a:schemeClr val="dk2"/>
              </a:buClr>
              <a:buSzPts val="3000"/>
              <a:buNone/>
              <a:defRPr/>
            </a:lvl5pPr>
            <a:lvl6pPr lvl="5" algn="l">
              <a:spcBef>
                <a:spcPts val="0"/>
              </a:spcBef>
              <a:spcAft>
                <a:spcPts val="0"/>
              </a:spcAft>
              <a:buClr>
                <a:schemeClr val="dk2"/>
              </a:buClr>
              <a:buSzPts val="3000"/>
              <a:buNone/>
              <a:defRPr/>
            </a:lvl6pPr>
            <a:lvl7pPr lvl="6" algn="l">
              <a:spcBef>
                <a:spcPts val="0"/>
              </a:spcBef>
              <a:spcAft>
                <a:spcPts val="0"/>
              </a:spcAft>
              <a:buClr>
                <a:schemeClr val="dk2"/>
              </a:buClr>
              <a:buSzPts val="3000"/>
              <a:buNone/>
              <a:defRPr/>
            </a:lvl7pPr>
            <a:lvl8pPr lvl="7" algn="l">
              <a:spcBef>
                <a:spcPts val="0"/>
              </a:spcBef>
              <a:spcAft>
                <a:spcPts val="0"/>
              </a:spcAft>
              <a:buClr>
                <a:schemeClr val="dk2"/>
              </a:buClr>
              <a:buSzPts val="3000"/>
              <a:buNone/>
              <a:defRPr/>
            </a:lvl8pPr>
            <a:lvl9pPr lvl="8" algn="l">
              <a:spcBef>
                <a:spcPts val="0"/>
              </a:spcBef>
              <a:spcAft>
                <a:spcPts val="0"/>
              </a:spcAft>
              <a:buClr>
                <a:schemeClr val="dk2"/>
              </a:buClr>
              <a:buSzPts val="3000"/>
              <a:buNone/>
              <a:defRPr/>
            </a:lvl9pPr>
          </a:lstStyle>
          <a:p/>
        </p:txBody>
      </p:sp>
      <p:sp>
        <p:nvSpPr>
          <p:cNvPr id="165" name="Google Shape;165;p41"/>
          <p:cNvSpPr txBox="1"/>
          <p:nvPr>
            <p:ph idx="1" type="body"/>
          </p:nvPr>
        </p:nvSpPr>
        <p:spPr>
          <a:xfrm>
            <a:off x="517200" y="1986432"/>
            <a:ext cx="11157600" cy="4105200"/>
          </a:xfrm>
          <a:prstGeom prst="rect">
            <a:avLst/>
          </a:prstGeom>
          <a:noFill/>
          <a:ln>
            <a:noFill/>
          </a:ln>
        </p:spPr>
        <p:txBody>
          <a:bodyPr anchorCtr="0" anchor="t" bIns="91425" lIns="91425" spcFirstLastPara="1" rIns="91425" wrap="square" tIns="91425">
            <a:noAutofit/>
          </a:bodyPr>
          <a:lstStyle>
            <a:lvl1pPr indent="-342900" lvl="0" marL="457200" algn="l">
              <a:lnSpc>
                <a:spcPct val="120000"/>
              </a:lnSpc>
              <a:spcBef>
                <a:spcPts val="0"/>
              </a:spcBef>
              <a:spcAft>
                <a:spcPts val="0"/>
              </a:spcAft>
              <a:buClr>
                <a:schemeClr val="lt1"/>
              </a:buClr>
              <a:buSzPts val="1800"/>
              <a:buChar char="●"/>
              <a:defRPr/>
            </a:lvl1pPr>
            <a:lvl2pPr indent="-317500" lvl="1" marL="914400" algn="l">
              <a:lnSpc>
                <a:spcPct val="120000"/>
              </a:lnSpc>
              <a:spcBef>
                <a:spcPts val="2133"/>
              </a:spcBef>
              <a:spcAft>
                <a:spcPts val="0"/>
              </a:spcAft>
              <a:buClr>
                <a:schemeClr val="lt1"/>
              </a:buClr>
              <a:buSzPts val="1400"/>
              <a:buChar char="○"/>
              <a:defRPr/>
            </a:lvl2pPr>
            <a:lvl3pPr indent="-317500" lvl="2" marL="1371600" algn="l">
              <a:lnSpc>
                <a:spcPct val="120000"/>
              </a:lnSpc>
              <a:spcBef>
                <a:spcPts val="2133"/>
              </a:spcBef>
              <a:spcAft>
                <a:spcPts val="0"/>
              </a:spcAft>
              <a:buClr>
                <a:schemeClr val="lt1"/>
              </a:buClr>
              <a:buSzPts val="1400"/>
              <a:buChar char="■"/>
              <a:defRPr/>
            </a:lvl3pPr>
            <a:lvl4pPr indent="-317500" lvl="3" marL="1828800" algn="l">
              <a:lnSpc>
                <a:spcPct val="120000"/>
              </a:lnSpc>
              <a:spcBef>
                <a:spcPts val="2133"/>
              </a:spcBef>
              <a:spcAft>
                <a:spcPts val="0"/>
              </a:spcAft>
              <a:buClr>
                <a:schemeClr val="lt1"/>
              </a:buClr>
              <a:buSzPts val="1400"/>
              <a:buChar char="●"/>
              <a:defRPr/>
            </a:lvl4pPr>
            <a:lvl5pPr indent="-317500" lvl="4" marL="2286000" algn="l">
              <a:lnSpc>
                <a:spcPct val="120000"/>
              </a:lnSpc>
              <a:spcBef>
                <a:spcPts val="2133"/>
              </a:spcBef>
              <a:spcAft>
                <a:spcPts val="0"/>
              </a:spcAft>
              <a:buClr>
                <a:schemeClr val="lt1"/>
              </a:buClr>
              <a:buSzPts val="1400"/>
              <a:buChar char="○"/>
              <a:defRPr/>
            </a:lvl5pPr>
            <a:lvl6pPr indent="-317500" lvl="5" marL="2743200" algn="l">
              <a:lnSpc>
                <a:spcPct val="120000"/>
              </a:lnSpc>
              <a:spcBef>
                <a:spcPts val="2133"/>
              </a:spcBef>
              <a:spcAft>
                <a:spcPts val="0"/>
              </a:spcAft>
              <a:buClr>
                <a:schemeClr val="lt1"/>
              </a:buClr>
              <a:buSzPts val="1400"/>
              <a:buChar char="■"/>
              <a:defRPr/>
            </a:lvl6pPr>
            <a:lvl7pPr indent="-317500" lvl="6" marL="3200400" algn="l">
              <a:lnSpc>
                <a:spcPct val="120000"/>
              </a:lnSpc>
              <a:spcBef>
                <a:spcPts val="2133"/>
              </a:spcBef>
              <a:spcAft>
                <a:spcPts val="0"/>
              </a:spcAft>
              <a:buClr>
                <a:schemeClr val="lt1"/>
              </a:buClr>
              <a:buSzPts val="1400"/>
              <a:buChar char="●"/>
              <a:defRPr/>
            </a:lvl7pPr>
            <a:lvl8pPr indent="-317500" lvl="7" marL="3657600" algn="l">
              <a:lnSpc>
                <a:spcPct val="120000"/>
              </a:lnSpc>
              <a:spcBef>
                <a:spcPts val="2133"/>
              </a:spcBef>
              <a:spcAft>
                <a:spcPts val="0"/>
              </a:spcAft>
              <a:buClr>
                <a:schemeClr val="lt1"/>
              </a:buClr>
              <a:buSzPts val="1400"/>
              <a:buChar char="○"/>
              <a:defRPr/>
            </a:lvl8pPr>
            <a:lvl9pPr indent="-317500" lvl="8" marL="4114800" algn="l">
              <a:lnSpc>
                <a:spcPct val="120000"/>
              </a:lnSpc>
              <a:spcBef>
                <a:spcPts val="2133"/>
              </a:spcBef>
              <a:spcAft>
                <a:spcPts val="2133"/>
              </a:spcAft>
              <a:buClr>
                <a:schemeClr val="lt1"/>
              </a:buClr>
              <a:buSzPts val="1400"/>
              <a:buChar char="■"/>
              <a:defRPr/>
            </a:lvl9pPr>
          </a:lstStyle>
          <a:p/>
        </p:txBody>
      </p:sp>
      <p:sp>
        <p:nvSpPr>
          <p:cNvPr id="166" name="Google Shape;166;p4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Autofit/>
          </a:bodyPr>
          <a:lstStyle>
            <a:lvl1pPr indent="0" lvl="0"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1pPr>
            <a:lvl2pPr indent="0" lvl="1"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2pPr>
            <a:lvl3pPr indent="0" lvl="2"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3pPr>
            <a:lvl4pPr indent="0" lvl="3"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4pPr>
            <a:lvl5pPr indent="0" lvl="4"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5pPr>
            <a:lvl6pPr indent="0" lvl="5"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6pPr>
            <a:lvl7pPr indent="0" lvl="6"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7pPr>
            <a:lvl8pPr indent="0" lvl="7"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8pPr>
            <a:lvl9pPr indent="0" lvl="8" marL="0" marR="0" algn="r">
              <a:spcBef>
                <a:spcPts val="0"/>
              </a:spcBef>
              <a:spcAft>
                <a:spcPts val="0"/>
              </a:spcAft>
              <a:buClr>
                <a:schemeClr val="lt1"/>
              </a:buClr>
              <a:buSzPts val="1050"/>
              <a:buFont typeface="Twentieth Century"/>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5.xml"/><Relationship Id="rId11" Type="http://schemas.openxmlformats.org/officeDocument/2006/relationships/slideLayout" Target="../slideLayouts/slideLayout6.xml"/><Relationship Id="rId22" Type="http://schemas.openxmlformats.org/officeDocument/2006/relationships/slideLayout" Target="../slideLayouts/slideLayout17.xml"/><Relationship Id="rId10" Type="http://schemas.openxmlformats.org/officeDocument/2006/relationships/slideLayout" Target="../slideLayouts/slideLayout5.xml"/><Relationship Id="rId21" Type="http://schemas.openxmlformats.org/officeDocument/2006/relationships/slideLayout" Target="../slideLayouts/slideLayout16.xml"/><Relationship Id="rId13" Type="http://schemas.openxmlformats.org/officeDocument/2006/relationships/slideLayout" Target="../slideLayouts/slideLayout8.xml"/><Relationship Id="rId24" Type="http://schemas.openxmlformats.org/officeDocument/2006/relationships/theme" Target="../theme/theme2.xml"/><Relationship Id="rId12" Type="http://schemas.openxmlformats.org/officeDocument/2006/relationships/slideLayout" Target="../slideLayouts/slideLayout7.xml"/><Relationship Id="rId23" Type="http://schemas.openxmlformats.org/officeDocument/2006/relationships/slideLayout" Target="../slideLayouts/slideLayout18.xml"/><Relationship Id="rId1" Type="http://schemas.openxmlformats.org/officeDocument/2006/relationships/image" Target="../media/image9.png"/><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slideLayout" Target="../slideLayouts/slideLayout4.xml"/><Relationship Id="rId15" Type="http://schemas.openxmlformats.org/officeDocument/2006/relationships/slideLayout" Target="../slideLayouts/slideLayout10.xml"/><Relationship Id="rId14" Type="http://schemas.openxmlformats.org/officeDocument/2006/relationships/slideLayout" Target="../slideLayouts/slideLayout9.xml"/><Relationship Id="rId17" Type="http://schemas.openxmlformats.org/officeDocument/2006/relationships/slideLayout" Target="../slideLayouts/slideLayout12.xml"/><Relationship Id="rId16" Type="http://schemas.openxmlformats.org/officeDocument/2006/relationships/slideLayout" Target="../slideLayouts/slideLayout11.xml"/><Relationship Id="rId5" Type="http://schemas.openxmlformats.org/officeDocument/2006/relationships/image" Target="../media/image1.png"/><Relationship Id="rId19" Type="http://schemas.openxmlformats.org/officeDocument/2006/relationships/slideLayout" Target="../slideLayouts/slideLayout14.xml"/><Relationship Id="rId6" Type="http://schemas.openxmlformats.org/officeDocument/2006/relationships/slideLayout" Target="../slideLayouts/slideLayout1.xml"/><Relationship Id="rId18" Type="http://schemas.openxmlformats.org/officeDocument/2006/relationships/slideLayout" Target="../slideLayouts/slideLayout13.xml"/><Relationship Id="rId7" Type="http://schemas.openxmlformats.org/officeDocument/2006/relationships/slideLayout" Target="../slideLayouts/slideLayout2.xml"/><Relationship Id="rId8"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19.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pic>
        <p:nvPicPr>
          <p:cNvPr id="10" name="Google Shape;10;p35"/>
          <p:cNvPicPr preferRelativeResize="0"/>
          <p:nvPr/>
        </p:nvPicPr>
        <p:blipFill rotWithShape="1">
          <a:blip r:embed="rId2">
            <a:alphaModFix/>
          </a:blip>
          <a:srcRect b="0" l="3613" r="0" t="0"/>
          <a:stretch/>
        </p:blipFill>
        <p:spPr>
          <a:xfrm>
            <a:off x="0" y="2669685"/>
            <a:ext cx="4037012" cy="4188315"/>
          </a:xfrm>
          <a:prstGeom prst="rect">
            <a:avLst/>
          </a:prstGeom>
          <a:noFill/>
          <a:ln>
            <a:noFill/>
          </a:ln>
        </p:spPr>
      </p:pic>
      <p:pic>
        <p:nvPicPr>
          <p:cNvPr id="11" name="Google Shape;11;p35"/>
          <p:cNvPicPr preferRelativeResize="0"/>
          <p:nvPr/>
        </p:nvPicPr>
        <p:blipFill rotWithShape="1">
          <a:blip r:embed="rId3">
            <a:alphaModFix/>
          </a:blip>
          <a:srcRect b="0" l="35640" r="0" t="0"/>
          <a:stretch/>
        </p:blipFill>
        <p:spPr>
          <a:xfrm>
            <a:off x="0" y="2892347"/>
            <a:ext cx="1522412" cy="2365453"/>
          </a:xfrm>
          <a:prstGeom prst="rect">
            <a:avLst/>
          </a:prstGeom>
          <a:noFill/>
          <a:ln>
            <a:noFill/>
          </a:ln>
        </p:spPr>
      </p:pic>
      <p:sp>
        <p:nvSpPr>
          <p:cNvPr id="12" name="Google Shape;12;p35"/>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 name="Google Shape;13;p35"/>
          <p:cNvPicPr preferRelativeResize="0"/>
          <p:nvPr/>
        </p:nvPicPr>
        <p:blipFill rotWithShape="1">
          <a:blip r:embed="rId4">
            <a:alphaModFix/>
          </a:blip>
          <a:srcRect b="0" l="0" r="0" t="28812"/>
          <a:stretch/>
        </p:blipFill>
        <p:spPr>
          <a:xfrm>
            <a:off x="7999412" y="0"/>
            <a:ext cx="1603387" cy="1141407"/>
          </a:xfrm>
          <a:prstGeom prst="rect">
            <a:avLst/>
          </a:prstGeom>
          <a:noFill/>
          <a:ln>
            <a:noFill/>
          </a:ln>
        </p:spPr>
      </p:pic>
      <p:pic>
        <p:nvPicPr>
          <p:cNvPr id="14" name="Google Shape;14;p35"/>
          <p:cNvPicPr preferRelativeResize="0"/>
          <p:nvPr/>
        </p:nvPicPr>
        <p:blipFill rotWithShape="1">
          <a:blip r:embed="rId5">
            <a:alphaModFix/>
          </a:blip>
          <a:srcRect b="23320" l="0" r="0" t="0"/>
          <a:stretch/>
        </p:blipFill>
        <p:spPr>
          <a:xfrm>
            <a:off x="8605878" y="6096000"/>
            <a:ext cx="993734" cy="762000"/>
          </a:xfrm>
          <a:prstGeom prst="rect">
            <a:avLst/>
          </a:prstGeom>
          <a:noFill/>
          <a:ln>
            <a:noFill/>
          </a:ln>
        </p:spPr>
      </p:pic>
      <p:sp>
        <p:nvSpPr>
          <p:cNvPr id="15" name="Google Shape;15;p35"/>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7" name="Google Shape;17;p35"/>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rgbClr val="86D1D8"/>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spcBef>
                <a:spcPts val="1000"/>
              </a:spcBef>
              <a:spcAft>
                <a:spcPts val="0"/>
              </a:spcAft>
              <a:buClr>
                <a:srgbClr val="86D1D8"/>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spcBef>
                <a:spcPts val="1000"/>
              </a:spcBef>
              <a:spcAft>
                <a:spcPts val="0"/>
              </a:spcAft>
              <a:buClr>
                <a:srgbClr val="86D1D8"/>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19" lvl="3" marL="1828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8" name="Google Shape;18;p3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9" name="Google Shape;19;p3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20" name="Google Shape;20;p3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1pPr>
            <a:lvl2pPr indent="0" lvl="1" marL="0" marR="0" rtl="0" algn="r">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2pPr>
            <a:lvl3pPr indent="0" lvl="2" marL="0" marR="0" rtl="0" algn="r">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3pPr>
            <a:lvl4pPr indent="0" lvl="3" marL="0" marR="0" rtl="0" algn="r">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4pPr>
            <a:lvl5pPr indent="0" lvl="4" marL="0" marR="0" rtl="0" algn="r">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5pPr>
            <a:lvl6pPr indent="0" lvl="5" marL="0" marR="0" rtl="0" algn="r">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6pPr>
            <a:lvl7pPr indent="0" lvl="6" marL="0" marR="0" rtl="0" algn="r">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7pPr>
            <a:lvl8pPr indent="0" lvl="7" marL="0" marR="0" rtl="0" algn="r">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8pPr>
            <a:lvl9pPr indent="0" lvl="8" marL="0" marR="0" rtl="0" algn="r">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 id="2147483660" r:id="rId17"/>
    <p:sldLayoutId id="2147483661" r:id="rId18"/>
    <p:sldLayoutId id="2147483662" r:id="rId19"/>
    <p:sldLayoutId id="2147483663" r:id="rId20"/>
    <p:sldLayoutId id="2147483664" r:id="rId21"/>
    <p:sldLayoutId id="2147483665" r:id="rId22"/>
    <p:sldLayoutId id="2147483666"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51" name="Shape 151"/>
        <p:cNvGrpSpPr/>
        <p:nvPr/>
      </p:nvGrpSpPr>
      <p:grpSpPr>
        <a:xfrm>
          <a:off x="0" y="0"/>
          <a:ext cx="0" cy="0"/>
          <a:chOff x="0" y="0"/>
          <a:chExt cx="0" cy="0"/>
        </a:xfrm>
      </p:grpSpPr>
      <p:pic>
        <p:nvPicPr>
          <p:cNvPr id="152" name="Google Shape;152;p39"/>
          <p:cNvPicPr preferRelativeResize="0"/>
          <p:nvPr/>
        </p:nvPicPr>
        <p:blipFill rotWithShape="1">
          <a:blip r:embed="rId2">
            <a:alphaModFix/>
          </a:blip>
          <a:srcRect b="0" l="3613" r="0" t="0"/>
          <a:stretch/>
        </p:blipFill>
        <p:spPr>
          <a:xfrm>
            <a:off x="0" y="2669685"/>
            <a:ext cx="4037012" cy="4188315"/>
          </a:xfrm>
          <a:prstGeom prst="rect">
            <a:avLst/>
          </a:prstGeom>
          <a:noFill/>
          <a:ln>
            <a:noFill/>
          </a:ln>
        </p:spPr>
      </p:pic>
      <p:pic>
        <p:nvPicPr>
          <p:cNvPr id="153" name="Google Shape;153;p39"/>
          <p:cNvPicPr preferRelativeResize="0"/>
          <p:nvPr/>
        </p:nvPicPr>
        <p:blipFill rotWithShape="1">
          <a:blip r:embed="rId3">
            <a:alphaModFix/>
          </a:blip>
          <a:srcRect b="0" l="35640" r="0" t="0"/>
          <a:stretch/>
        </p:blipFill>
        <p:spPr>
          <a:xfrm>
            <a:off x="0" y="2892347"/>
            <a:ext cx="1522412" cy="2365453"/>
          </a:xfrm>
          <a:prstGeom prst="rect">
            <a:avLst/>
          </a:prstGeom>
          <a:noFill/>
          <a:ln>
            <a:noFill/>
          </a:ln>
        </p:spPr>
      </p:pic>
      <p:sp>
        <p:nvSpPr>
          <p:cNvPr id="154" name="Google Shape;154;p39"/>
          <p:cNvSpPr/>
          <p:nvPr/>
        </p:nvSpPr>
        <p:spPr>
          <a:xfrm>
            <a:off x="8609012" y="1676400"/>
            <a:ext cx="2819400" cy="2819400"/>
          </a:xfrm>
          <a:prstGeom prst="ellipse">
            <a:avLst/>
          </a:prstGeom>
          <a:gradFill>
            <a:gsLst>
              <a:gs pos="0">
                <a:srgbClr val="F3F3F3">
                  <a:alpha val="6666"/>
                </a:srgbClr>
              </a:gs>
              <a:gs pos="36000">
                <a:srgbClr val="F3F3F3">
                  <a:alpha val="5882"/>
                </a:srgbClr>
              </a:gs>
              <a:gs pos="69000">
                <a:srgbClr val="F3F3F3">
                  <a:alpha val="0"/>
                </a:srgbClr>
              </a:gs>
              <a:gs pos="100000">
                <a:srgbClr val="F3F3F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5" name="Google Shape;155;p39"/>
          <p:cNvPicPr preferRelativeResize="0"/>
          <p:nvPr/>
        </p:nvPicPr>
        <p:blipFill rotWithShape="1">
          <a:blip r:embed="rId4">
            <a:alphaModFix/>
          </a:blip>
          <a:srcRect b="0" l="0" r="0" t="28812"/>
          <a:stretch/>
        </p:blipFill>
        <p:spPr>
          <a:xfrm>
            <a:off x="7999412" y="0"/>
            <a:ext cx="1603387" cy="1141407"/>
          </a:xfrm>
          <a:prstGeom prst="rect">
            <a:avLst/>
          </a:prstGeom>
          <a:noFill/>
          <a:ln>
            <a:noFill/>
          </a:ln>
        </p:spPr>
      </p:pic>
      <p:pic>
        <p:nvPicPr>
          <p:cNvPr id="156" name="Google Shape;156;p39"/>
          <p:cNvPicPr preferRelativeResize="0"/>
          <p:nvPr/>
        </p:nvPicPr>
        <p:blipFill rotWithShape="1">
          <a:blip r:embed="rId5">
            <a:alphaModFix/>
          </a:blip>
          <a:srcRect b="23320" l="0" r="0" t="0"/>
          <a:stretch/>
        </p:blipFill>
        <p:spPr>
          <a:xfrm>
            <a:off x="8605878" y="6096000"/>
            <a:ext cx="993734" cy="762000"/>
          </a:xfrm>
          <a:prstGeom prst="rect">
            <a:avLst/>
          </a:prstGeom>
          <a:noFill/>
          <a:ln>
            <a:noFill/>
          </a:ln>
        </p:spPr>
      </p:pic>
      <p:sp>
        <p:nvSpPr>
          <p:cNvPr id="157" name="Google Shape;157;p3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4200"/>
              <a:buFont typeface="Century Gothic"/>
              <a:buNone/>
              <a:defRPr b="0" i="0" sz="4200" u="none" cap="none" strike="noStrike">
                <a:solidFill>
                  <a:schemeClr val="dk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59" name="Google Shape;159;p39"/>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rgbClr val="F7F7F7"/>
              </a:buClr>
              <a:buSzPts val="1600"/>
              <a:buFont typeface="Noto Sans Symbols"/>
              <a:buChar char="►"/>
              <a:defRPr b="0" i="0" sz="2000" u="none" cap="none" strike="noStrike">
                <a:solidFill>
                  <a:schemeClr val="dk1"/>
                </a:solidFill>
                <a:latin typeface="Century Gothic"/>
                <a:ea typeface="Century Gothic"/>
                <a:cs typeface="Century Gothic"/>
                <a:sym typeface="Century Gothic"/>
              </a:defRPr>
            </a:lvl1pPr>
            <a:lvl2pPr indent="-320040" lvl="1" marL="914400" marR="0" rtl="0" algn="l">
              <a:spcBef>
                <a:spcPts val="1000"/>
              </a:spcBef>
              <a:spcAft>
                <a:spcPts val="0"/>
              </a:spcAft>
              <a:buClr>
                <a:srgbClr val="F7F7F7"/>
              </a:buClr>
              <a:buSzPts val="1440"/>
              <a:buFont typeface="Noto Sans Symbols"/>
              <a:buChar char="►"/>
              <a:defRPr b="0" i="0" sz="1800" u="none" cap="none" strike="noStrike">
                <a:solidFill>
                  <a:schemeClr val="dk1"/>
                </a:solidFill>
                <a:latin typeface="Century Gothic"/>
                <a:ea typeface="Century Gothic"/>
                <a:cs typeface="Century Gothic"/>
                <a:sym typeface="Century Gothic"/>
              </a:defRPr>
            </a:lvl2pPr>
            <a:lvl3pPr indent="-309880" lvl="2" marL="1371600" marR="0" rtl="0" algn="l">
              <a:spcBef>
                <a:spcPts val="1000"/>
              </a:spcBef>
              <a:spcAft>
                <a:spcPts val="0"/>
              </a:spcAft>
              <a:buClr>
                <a:srgbClr val="F7F7F7"/>
              </a:buClr>
              <a:buSzPts val="1280"/>
              <a:buFont typeface="Noto Sans Symbols"/>
              <a:buChar char="►"/>
              <a:defRPr b="0" i="0" sz="1600" u="none" cap="none" strike="noStrike">
                <a:solidFill>
                  <a:schemeClr val="dk1"/>
                </a:solidFill>
                <a:latin typeface="Century Gothic"/>
                <a:ea typeface="Century Gothic"/>
                <a:cs typeface="Century Gothic"/>
                <a:sym typeface="Century Gothic"/>
              </a:defRPr>
            </a:lvl3pPr>
            <a:lvl4pPr indent="-299719" lvl="3" marL="18288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4pPr>
            <a:lvl5pPr indent="-299720" lvl="4" marL="22860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5pPr>
            <a:lvl6pPr indent="-299720" lvl="5" marL="27432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6pPr>
            <a:lvl7pPr indent="-299720" lvl="6" marL="32004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7pPr>
            <a:lvl8pPr indent="-299720" lvl="7" marL="36576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8pPr>
            <a:lvl9pPr indent="-299720" lvl="8" marL="4114800" marR="0" rtl="0" algn="l">
              <a:spcBef>
                <a:spcPts val="1000"/>
              </a:spcBef>
              <a:spcAft>
                <a:spcPts val="0"/>
              </a:spcAft>
              <a:buClr>
                <a:srgbClr val="F7F7F7"/>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9pPr>
          </a:lstStyle>
          <a:p/>
        </p:txBody>
      </p:sp>
      <p:sp>
        <p:nvSpPr>
          <p:cNvPr id="160" name="Google Shape;160;p3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100">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61" name="Google Shape;161;p3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62" name="Google Shape;162;p3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spcAft>
                <a:spcPts val="0"/>
              </a:spcAft>
              <a:buClr>
                <a:srgbClr val="888888"/>
              </a:buClr>
              <a:buSzPts val="2800"/>
              <a:buFont typeface="Century Gothic"/>
              <a:buNone/>
              <a:defRPr b="0" i="0" sz="2800" u="none">
                <a:solidFill>
                  <a:srgbClr val="888888"/>
                </a:solidFill>
                <a:latin typeface="Century Gothic"/>
                <a:ea typeface="Century Gothic"/>
                <a:cs typeface="Century Gothic"/>
                <a:sym typeface="Century Gothic"/>
              </a:defRPr>
            </a:lvl1pPr>
            <a:lvl2pPr indent="0" lvl="1" marL="0" marR="0" rtl="0" algn="r">
              <a:spcBef>
                <a:spcPts val="0"/>
              </a:spcBef>
              <a:spcAft>
                <a:spcPts val="0"/>
              </a:spcAft>
              <a:buClr>
                <a:srgbClr val="888888"/>
              </a:buClr>
              <a:buSzPts val="2800"/>
              <a:buFont typeface="Century Gothic"/>
              <a:buNone/>
              <a:defRPr b="0" i="0" sz="2800" u="none">
                <a:solidFill>
                  <a:srgbClr val="888888"/>
                </a:solidFill>
                <a:latin typeface="Century Gothic"/>
                <a:ea typeface="Century Gothic"/>
                <a:cs typeface="Century Gothic"/>
                <a:sym typeface="Century Gothic"/>
              </a:defRPr>
            </a:lvl2pPr>
            <a:lvl3pPr indent="0" lvl="2" marL="0" marR="0" rtl="0" algn="r">
              <a:spcBef>
                <a:spcPts val="0"/>
              </a:spcBef>
              <a:spcAft>
                <a:spcPts val="0"/>
              </a:spcAft>
              <a:buClr>
                <a:srgbClr val="888888"/>
              </a:buClr>
              <a:buSzPts val="2800"/>
              <a:buFont typeface="Century Gothic"/>
              <a:buNone/>
              <a:defRPr b="0" i="0" sz="2800" u="none">
                <a:solidFill>
                  <a:srgbClr val="888888"/>
                </a:solidFill>
                <a:latin typeface="Century Gothic"/>
                <a:ea typeface="Century Gothic"/>
                <a:cs typeface="Century Gothic"/>
                <a:sym typeface="Century Gothic"/>
              </a:defRPr>
            </a:lvl3pPr>
            <a:lvl4pPr indent="0" lvl="3" marL="0" marR="0" rtl="0" algn="r">
              <a:spcBef>
                <a:spcPts val="0"/>
              </a:spcBef>
              <a:spcAft>
                <a:spcPts val="0"/>
              </a:spcAft>
              <a:buClr>
                <a:srgbClr val="888888"/>
              </a:buClr>
              <a:buSzPts val="2800"/>
              <a:buFont typeface="Century Gothic"/>
              <a:buNone/>
              <a:defRPr b="0" i="0" sz="2800" u="none">
                <a:solidFill>
                  <a:srgbClr val="888888"/>
                </a:solidFill>
                <a:latin typeface="Century Gothic"/>
                <a:ea typeface="Century Gothic"/>
                <a:cs typeface="Century Gothic"/>
                <a:sym typeface="Century Gothic"/>
              </a:defRPr>
            </a:lvl4pPr>
            <a:lvl5pPr indent="0" lvl="4" marL="0" marR="0" rtl="0" algn="r">
              <a:spcBef>
                <a:spcPts val="0"/>
              </a:spcBef>
              <a:spcAft>
                <a:spcPts val="0"/>
              </a:spcAft>
              <a:buClr>
                <a:srgbClr val="888888"/>
              </a:buClr>
              <a:buSzPts val="2800"/>
              <a:buFont typeface="Century Gothic"/>
              <a:buNone/>
              <a:defRPr b="0" i="0" sz="2800" u="none">
                <a:solidFill>
                  <a:srgbClr val="888888"/>
                </a:solidFill>
                <a:latin typeface="Century Gothic"/>
                <a:ea typeface="Century Gothic"/>
                <a:cs typeface="Century Gothic"/>
                <a:sym typeface="Century Gothic"/>
              </a:defRPr>
            </a:lvl5pPr>
            <a:lvl6pPr indent="0" lvl="5" marL="0" marR="0" rtl="0" algn="r">
              <a:spcBef>
                <a:spcPts val="0"/>
              </a:spcBef>
              <a:spcAft>
                <a:spcPts val="0"/>
              </a:spcAft>
              <a:buClr>
                <a:srgbClr val="888888"/>
              </a:buClr>
              <a:buSzPts val="2800"/>
              <a:buFont typeface="Century Gothic"/>
              <a:buNone/>
              <a:defRPr b="0" i="0" sz="2800" u="none">
                <a:solidFill>
                  <a:srgbClr val="888888"/>
                </a:solidFill>
                <a:latin typeface="Century Gothic"/>
                <a:ea typeface="Century Gothic"/>
                <a:cs typeface="Century Gothic"/>
                <a:sym typeface="Century Gothic"/>
              </a:defRPr>
            </a:lvl6pPr>
            <a:lvl7pPr indent="0" lvl="6" marL="0" marR="0" rtl="0" algn="r">
              <a:spcBef>
                <a:spcPts val="0"/>
              </a:spcBef>
              <a:spcAft>
                <a:spcPts val="0"/>
              </a:spcAft>
              <a:buClr>
                <a:srgbClr val="888888"/>
              </a:buClr>
              <a:buSzPts val="2800"/>
              <a:buFont typeface="Century Gothic"/>
              <a:buNone/>
              <a:defRPr b="0" i="0" sz="2800" u="none">
                <a:solidFill>
                  <a:srgbClr val="888888"/>
                </a:solidFill>
                <a:latin typeface="Century Gothic"/>
                <a:ea typeface="Century Gothic"/>
                <a:cs typeface="Century Gothic"/>
                <a:sym typeface="Century Gothic"/>
              </a:defRPr>
            </a:lvl7pPr>
            <a:lvl8pPr indent="0" lvl="7" marL="0" marR="0" rtl="0" algn="r">
              <a:spcBef>
                <a:spcPts val="0"/>
              </a:spcBef>
              <a:spcAft>
                <a:spcPts val="0"/>
              </a:spcAft>
              <a:buClr>
                <a:srgbClr val="888888"/>
              </a:buClr>
              <a:buSzPts val="2800"/>
              <a:buFont typeface="Century Gothic"/>
              <a:buNone/>
              <a:defRPr b="0" i="0" sz="2800" u="none">
                <a:solidFill>
                  <a:srgbClr val="888888"/>
                </a:solidFill>
                <a:latin typeface="Century Gothic"/>
                <a:ea typeface="Century Gothic"/>
                <a:cs typeface="Century Gothic"/>
                <a:sym typeface="Century Gothic"/>
              </a:defRPr>
            </a:lvl8pPr>
            <a:lvl9pPr indent="0" lvl="8" marL="0" marR="0" rtl="0" algn="r">
              <a:spcBef>
                <a:spcPts val="0"/>
              </a:spcBef>
              <a:spcAft>
                <a:spcPts val="0"/>
              </a:spcAft>
              <a:buClr>
                <a:srgbClr val="888888"/>
              </a:buClr>
              <a:buSzPts val="2800"/>
              <a:buFont typeface="Century Gothic"/>
              <a:buNone/>
              <a:defRPr b="0" i="0" sz="2800" u="non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8"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image" Target="../media/image2.png"/><Relationship Id="rId7" Type="http://schemas.openxmlformats.org/officeDocument/2006/relationships/image" Target="../media/image1.png"/><Relationship Id="rId8"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9.png"/><Relationship Id="rId8"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9.png"/><Relationship Id="rId8"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 name="Shape 171"/>
        <p:cNvGrpSpPr/>
        <p:nvPr/>
      </p:nvGrpSpPr>
      <p:grpSpPr>
        <a:xfrm>
          <a:off x="0" y="0"/>
          <a:ext cx="0" cy="0"/>
          <a:chOff x="0" y="0"/>
          <a:chExt cx="0" cy="0"/>
        </a:xfrm>
      </p:grpSpPr>
      <p:sp>
        <p:nvSpPr>
          <p:cNvPr id="172" name="Google Shape;172;p1"/>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73" name="Google Shape;173;p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cxnSp>
        <p:nvCxnSpPr>
          <p:cNvPr id="174" name="Google Shape;174;p1"/>
          <p:cNvCxnSpPr/>
          <p:nvPr/>
        </p:nvCxnSpPr>
        <p:spPr>
          <a:xfrm>
            <a:off x="4356687" y="1930986"/>
            <a:ext cx="0" cy="3200400"/>
          </a:xfrm>
          <a:prstGeom prst="straightConnector1">
            <a:avLst/>
          </a:prstGeom>
          <a:noFill/>
          <a:ln cap="sq" cmpd="sng" w="15875">
            <a:solidFill>
              <a:schemeClr val="lt2">
                <a:alpha val="69803"/>
              </a:schemeClr>
            </a:solidFill>
            <a:prstDash val="solid"/>
            <a:miter lim="800000"/>
            <a:headEnd len="sm" w="sm" type="none"/>
            <a:tailEnd len="sm" w="sm" type="none"/>
          </a:ln>
        </p:spPr>
      </p:cxnSp>
      <p:sp>
        <p:nvSpPr>
          <p:cNvPr id="175" name="Google Shape;175;p1"/>
          <p:cNvSpPr txBox="1"/>
          <p:nvPr>
            <p:ph type="ctrTitle"/>
          </p:nvPr>
        </p:nvSpPr>
        <p:spPr>
          <a:xfrm>
            <a:off x="4870163" y="1164771"/>
            <a:ext cx="6808362" cy="452845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4800"/>
              <a:buFont typeface="Twentieth Century"/>
              <a:buNone/>
            </a:pPr>
            <a:r>
              <a:rPr lang="es-ES"/>
              <a:t>Semana 3</a:t>
            </a:r>
            <a:endParaRPr/>
          </a:p>
        </p:txBody>
      </p:sp>
      <p:sp>
        <p:nvSpPr>
          <p:cNvPr id="176" name="Google Shape;176;p1"/>
          <p:cNvSpPr/>
          <p:nvPr/>
        </p:nvSpPr>
        <p:spPr>
          <a:xfrm>
            <a:off x="0" y="0"/>
            <a:ext cx="12192000"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Century Gothic"/>
              <a:buNone/>
            </a:pPr>
            <a:r>
              <a:t/>
            </a:r>
            <a:endParaRPr b="0" i="0" sz="18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
          <p:cNvSpPr txBox="1"/>
          <p:nvPr>
            <p:ph type="title"/>
          </p:nvPr>
        </p:nvSpPr>
        <p:spPr>
          <a:xfrm>
            <a:off x="214313" y="469639"/>
            <a:ext cx="3914649" cy="65643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95238"/>
              <a:buFont typeface="Twentieth Century"/>
              <a:buNone/>
            </a:pPr>
            <a:r>
              <a:rPr lang="es-ES"/>
              <a:t>CONTENIDO</a:t>
            </a:r>
            <a:endParaRPr/>
          </a:p>
        </p:txBody>
      </p:sp>
      <p:grpSp>
        <p:nvGrpSpPr>
          <p:cNvPr id="183" name="Google Shape;183;p2"/>
          <p:cNvGrpSpPr/>
          <p:nvPr/>
        </p:nvGrpSpPr>
        <p:grpSpPr>
          <a:xfrm>
            <a:off x="998750" y="2763412"/>
            <a:ext cx="10194500" cy="2447685"/>
            <a:chOff x="509462" y="0"/>
            <a:chExt cx="9396536" cy="1769149"/>
          </a:xfrm>
        </p:grpSpPr>
        <p:sp>
          <p:nvSpPr>
            <p:cNvPr id="184" name="Google Shape;184;p2"/>
            <p:cNvSpPr/>
            <p:nvPr/>
          </p:nvSpPr>
          <p:spPr>
            <a:xfrm>
              <a:off x="509462" y="0"/>
              <a:ext cx="2786062" cy="1769149"/>
            </a:xfrm>
            <a:prstGeom prst="roundRect">
              <a:avLst>
                <a:gd fmla="val 10000" name="adj"/>
              </a:avLst>
            </a:prstGeom>
            <a:solidFill>
              <a:srgbClr val="163C3F"/>
            </a:solidFill>
            <a:ln cap="flat" cmpd="sng" w="15875">
              <a:solidFill>
                <a:srgbClr val="4ECE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lt1"/>
                </a:buClr>
                <a:buSzPts val="1800"/>
                <a:buFont typeface="Century Gothic"/>
                <a:buNone/>
              </a:pPr>
              <a:r>
                <a:t/>
              </a:r>
              <a:endParaRPr sz="1800">
                <a:solidFill>
                  <a:schemeClr val="lt1"/>
                </a:solidFill>
                <a:latin typeface="Century Gothic"/>
                <a:ea typeface="Century Gothic"/>
                <a:cs typeface="Century Gothic"/>
                <a:sym typeface="Century Gothic"/>
              </a:endParaRPr>
            </a:p>
          </p:txBody>
        </p:sp>
        <p:sp>
          <p:nvSpPr>
            <p:cNvPr id="185" name="Google Shape;185;p2"/>
            <p:cNvSpPr txBox="1"/>
            <p:nvPr/>
          </p:nvSpPr>
          <p:spPr>
            <a:xfrm>
              <a:off x="509462" y="51817"/>
              <a:ext cx="2734245" cy="1665515"/>
            </a:xfrm>
            <a:prstGeom prst="rect">
              <a:avLst/>
            </a:prstGeom>
            <a:solidFill>
              <a:srgbClr val="163C3F"/>
            </a:solidFill>
            <a:ln>
              <a:noFill/>
            </a:ln>
          </p:spPr>
          <p:txBody>
            <a:bodyPr anchorCtr="0" anchor="ctr" bIns="140950" lIns="140950" spcFirstLastPara="1" rIns="140950" wrap="square" tIns="140950">
              <a:noAutofit/>
            </a:bodyPr>
            <a:lstStyle/>
            <a:p>
              <a:pPr indent="0" lvl="0" marL="0" marR="0" rtl="0" algn="ctr">
                <a:lnSpc>
                  <a:spcPct val="90000"/>
                </a:lnSpc>
                <a:spcBef>
                  <a:spcPts val="0"/>
                </a:spcBef>
                <a:spcAft>
                  <a:spcPts val="0"/>
                </a:spcAft>
                <a:buClr>
                  <a:schemeClr val="lt1"/>
                </a:buClr>
                <a:buSzPts val="3700"/>
                <a:buFont typeface="Twentieth Century"/>
                <a:buNone/>
              </a:pPr>
              <a:r>
                <a:rPr b="0" i="0" lang="es-ES" sz="3700" u="none" cap="none" strike="noStrike">
                  <a:solidFill>
                    <a:schemeClr val="lt1"/>
                  </a:solidFill>
                  <a:latin typeface="Twentieth Century"/>
                  <a:ea typeface="Twentieth Century"/>
                  <a:cs typeface="Twentieth Century"/>
                  <a:sym typeface="Twentieth Century"/>
                </a:rPr>
                <a:t>Formas de Minimizacion de funciones</a:t>
              </a:r>
              <a:endParaRPr/>
            </a:p>
            <a:p>
              <a:pPr indent="0" lvl="0" marL="0" marR="0" rtl="0" algn="ctr">
                <a:lnSpc>
                  <a:spcPct val="90000"/>
                </a:lnSpc>
                <a:spcBef>
                  <a:spcPts val="0"/>
                </a:spcBef>
                <a:spcAft>
                  <a:spcPts val="0"/>
                </a:spcAft>
                <a:buClr>
                  <a:schemeClr val="lt1"/>
                </a:buClr>
                <a:buSzPts val="3700"/>
                <a:buFont typeface="Twentieth Century"/>
                <a:buNone/>
              </a:pPr>
              <a:r>
                <a:rPr b="0" i="0" lang="es-ES" sz="3700" u="none" cap="none" strike="noStrike">
                  <a:solidFill>
                    <a:schemeClr val="lt1"/>
                  </a:solidFill>
                  <a:latin typeface="Twentieth Century"/>
                  <a:ea typeface="Twentieth Century"/>
                  <a:cs typeface="Twentieth Century"/>
                  <a:sym typeface="Twentieth Century"/>
                </a:rPr>
                <a:t>booleanas</a:t>
              </a:r>
              <a:endParaRPr sz="1800">
                <a:solidFill>
                  <a:schemeClr val="lt1"/>
                </a:solidFill>
                <a:latin typeface="Century Gothic"/>
                <a:ea typeface="Century Gothic"/>
                <a:cs typeface="Century Gothic"/>
                <a:sym typeface="Century Gothic"/>
              </a:endParaRPr>
            </a:p>
          </p:txBody>
        </p:sp>
        <p:sp>
          <p:nvSpPr>
            <p:cNvPr id="186" name="Google Shape;186;p2"/>
            <p:cNvSpPr/>
            <p:nvPr/>
          </p:nvSpPr>
          <p:spPr>
            <a:xfrm>
              <a:off x="3914649" y="0"/>
              <a:ext cx="2786062" cy="1769149"/>
            </a:xfrm>
            <a:prstGeom prst="roundRect">
              <a:avLst>
                <a:gd fmla="val 10000" name="adj"/>
              </a:avLst>
            </a:prstGeom>
            <a:solidFill>
              <a:srgbClr val="163C3F"/>
            </a:solidFill>
            <a:ln cap="flat" cmpd="sng" w="15875">
              <a:solidFill>
                <a:srgbClr val="4ECE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lt1"/>
                </a:buClr>
                <a:buSzPts val="1800"/>
                <a:buFont typeface="Century Gothic"/>
                <a:buNone/>
              </a:pPr>
              <a:r>
                <a:t/>
              </a:r>
              <a:endParaRPr sz="1800">
                <a:solidFill>
                  <a:schemeClr val="lt1"/>
                </a:solidFill>
                <a:latin typeface="Century Gothic"/>
                <a:ea typeface="Century Gothic"/>
                <a:cs typeface="Century Gothic"/>
                <a:sym typeface="Century Gothic"/>
              </a:endParaRPr>
            </a:p>
          </p:txBody>
        </p:sp>
        <p:sp>
          <p:nvSpPr>
            <p:cNvPr id="187" name="Google Shape;187;p2"/>
            <p:cNvSpPr/>
            <p:nvPr/>
          </p:nvSpPr>
          <p:spPr>
            <a:xfrm>
              <a:off x="7119936" y="0"/>
              <a:ext cx="2786062" cy="1769149"/>
            </a:xfrm>
            <a:prstGeom prst="roundRect">
              <a:avLst>
                <a:gd fmla="val 10000" name="adj"/>
              </a:avLst>
            </a:prstGeom>
            <a:solidFill>
              <a:srgbClr val="163C3F"/>
            </a:solidFill>
            <a:ln cap="flat" cmpd="sng" w="15875">
              <a:solidFill>
                <a:srgbClr val="4ECE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lt1"/>
                </a:buClr>
                <a:buSzPts val="1800"/>
                <a:buFont typeface="Century Gothic"/>
                <a:buNone/>
              </a:pPr>
              <a:r>
                <a:t/>
              </a:r>
              <a:endParaRPr sz="1800">
                <a:solidFill>
                  <a:schemeClr val="lt1"/>
                </a:solidFill>
                <a:latin typeface="Century Gothic"/>
                <a:ea typeface="Century Gothic"/>
                <a:cs typeface="Century Gothic"/>
                <a:sym typeface="Century Gothic"/>
              </a:endParaRPr>
            </a:p>
          </p:txBody>
        </p:sp>
        <p:sp>
          <p:nvSpPr>
            <p:cNvPr id="188" name="Google Shape;188;p2"/>
            <p:cNvSpPr txBox="1"/>
            <p:nvPr/>
          </p:nvSpPr>
          <p:spPr>
            <a:xfrm>
              <a:off x="3973165" y="64852"/>
              <a:ext cx="2682428" cy="1665515"/>
            </a:xfrm>
            <a:prstGeom prst="rect">
              <a:avLst/>
            </a:prstGeom>
            <a:solidFill>
              <a:srgbClr val="163C3F"/>
            </a:solidFill>
            <a:ln>
              <a:noFill/>
            </a:ln>
          </p:spPr>
          <p:txBody>
            <a:bodyPr anchorCtr="0" anchor="ctr" bIns="140950" lIns="140950" spcFirstLastPara="1" rIns="140950" wrap="square" tIns="140950">
              <a:noAutofit/>
            </a:bodyPr>
            <a:lstStyle/>
            <a:p>
              <a:pPr indent="0" lvl="0" marL="0" marR="0" rtl="0" algn="ctr">
                <a:lnSpc>
                  <a:spcPct val="90000"/>
                </a:lnSpc>
                <a:spcBef>
                  <a:spcPts val="0"/>
                </a:spcBef>
                <a:spcAft>
                  <a:spcPts val="0"/>
                </a:spcAft>
                <a:buClr>
                  <a:schemeClr val="lt1"/>
                </a:buClr>
                <a:buSzPts val="3700"/>
                <a:buFont typeface="Twentieth Century"/>
                <a:buNone/>
              </a:pPr>
              <a:r>
                <a:rPr b="0" i="0" lang="es-ES" sz="3700" u="none" cap="none" strike="noStrike">
                  <a:solidFill>
                    <a:schemeClr val="lt1"/>
                  </a:solidFill>
                  <a:latin typeface="Twentieth Century"/>
                  <a:ea typeface="Twentieth Century"/>
                  <a:cs typeface="Twentieth Century"/>
                  <a:sym typeface="Twentieth Century"/>
                </a:rPr>
                <a:t>Mapas de Karnaugh</a:t>
              </a:r>
              <a:endParaRPr sz="1800">
                <a:solidFill>
                  <a:schemeClr val="lt1"/>
                </a:solidFill>
                <a:latin typeface="Century Gothic"/>
                <a:ea typeface="Century Gothic"/>
                <a:cs typeface="Century Gothic"/>
                <a:sym typeface="Century Gothic"/>
              </a:endParaRPr>
            </a:p>
          </p:txBody>
        </p:sp>
        <p:sp>
          <p:nvSpPr>
            <p:cNvPr id="189" name="Google Shape;189;p2"/>
            <p:cNvSpPr txBox="1"/>
            <p:nvPr/>
          </p:nvSpPr>
          <p:spPr>
            <a:xfrm>
              <a:off x="7158035" y="51817"/>
              <a:ext cx="2709863" cy="1697196"/>
            </a:xfrm>
            <a:prstGeom prst="rect">
              <a:avLst/>
            </a:prstGeom>
            <a:solidFill>
              <a:srgbClr val="163C3F"/>
            </a:solidFill>
            <a:ln>
              <a:noFill/>
            </a:ln>
          </p:spPr>
          <p:txBody>
            <a:bodyPr anchorCtr="0" anchor="ctr" bIns="140950" lIns="140950" spcFirstLastPara="1" rIns="140950" wrap="square" tIns="140950">
              <a:noAutofit/>
            </a:bodyPr>
            <a:lstStyle/>
            <a:p>
              <a:pPr indent="0" lvl="0" marL="0" marR="0" rtl="0" algn="ctr">
                <a:lnSpc>
                  <a:spcPct val="90000"/>
                </a:lnSpc>
                <a:spcBef>
                  <a:spcPts val="0"/>
                </a:spcBef>
                <a:spcAft>
                  <a:spcPts val="0"/>
                </a:spcAft>
                <a:buClr>
                  <a:schemeClr val="lt1"/>
                </a:buClr>
                <a:buSzPts val="3200"/>
                <a:buFont typeface="Twentieth Century"/>
                <a:buNone/>
              </a:pPr>
              <a:r>
                <a:rPr b="0" i="0" lang="es-ES" sz="3200" u="none" cap="none" strike="noStrike">
                  <a:solidFill>
                    <a:schemeClr val="lt1"/>
                  </a:solidFill>
                  <a:latin typeface="Twentieth Century"/>
                  <a:ea typeface="Twentieth Century"/>
                  <a:cs typeface="Twentieth Century"/>
                  <a:sym typeface="Twentieth Century"/>
                </a:rPr>
                <a:t>Minterminos y Maxterminos</a:t>
              </a:r>
              <a:endParaRPr b="0" i="0" sz="3200" u="none" cap="none" strike="noStrike">
                <a:solidFill>
                  <a:schemeClr val="lt1"/>
                </a:solidFill>
                <a:latin typeface="Twentieth Century"/>
                <a:ea typeface="Twentieth Century"/>
                <a:cs typeface="Twentieth Century"/>
                <a:sym typeface="Twentieth Century"/>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7"/>
          <p:cNvSpPr txBox="1"/>
          <p:nvPr>
            <p:ph type="title"/>
          </p:nvPr>
        </p:nvSpPr>
        <p:spPr>
          <a:xfrm>
            <a:off x="1066800" y="0"/>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wentieth Century"/>
              <a:buNone/>
            </a:pPr>
            <a:r>
              <a:rPr lang="es-ES"/>
              <a:t>MINTERMINOS Y MAXTERMINOS </a:t>
            </a:r>
            <a:endParaRPr/>
          </a:p>
        </p:txBody>
      </p:sp>
      <p:sp>
        <p:nvSpPr>
          <p:cNvPr id="195" name="Google Shape;195;p7"/>
          <p:cNvSpPr txBox="1"/>
          <p:nvPr>
            <p:ph idx="1" type="body"/>
          </p:nvPr>
        </p:nvSpPr>
        <p:spPr>
          <a:xfrm>
            <a:off x="883920" y="1126080"/>
            <a:ext cx="4878389" cy="5284552"/>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FFFFFF"/>
              </a:buClr>
              <a:buSzPts val="3000"/>
              <a:buNone/>
            </a:pPr>
            <a:r>
              <a:rPr lang="es-ES">
                <a:solidFill>
                  <a:srgbClr val="FFFFFF"/>
                </a:solidFill>
                <a:latin typeface="Roboto Slab"/>
                <a:ea typeface="Roboto Slab"/>
                <a:cs typeface="Roboto Slab"/>
                <a:sym typeface="Roboto Slab"/>
              </a:rPr>
              <a:t>MINTÉRMINO</a:t>
            </a:r>
            <a:endParaRPr/>
          </a:p>
          <a:p>
            <a:pPr indent="0" lvl="0" marL="0" rtl="0" algn="ctr">
              <a:lnSpc>
                <a:spcPct val="100000"/>
              </a:lnSpc>
              <a:spcBef>
                <a:spcPts val="0"/>
              </a:spcBef>
              <a:spcAft>
                <a:spcPts val="0"/>
              </a:spcAft>
              <a:buClr>
                <a:schemeClr val="lt1"/>
              </a:buClr>
              <a:buSzPts val="3000"/>
              <a:buNone/>
            </a:pPr>
            <a:r>
              <a:t/>
            </a:r>
            <a:endParaRPr>
              <a:solidFill>
                <a:srgbClr val="FFFFFF"/>
              </a:solidFill>
              <a:latin typeface="Roboto Slab"/>
              <a:ea typeface="Roboto Slab"/>
              <a:cs typeface="Roboto Slab"/>
              <a:sym typeface="Roboto Slab"/>
            </a:endParaRPr>
          </a:p>
          <a:p>
            <a:pPr indent="0" lvl="0" marL="0" rtl="0" algn="just">
              <a:lnSpc>
                <a:spcPct val="100000"/>
              </a:lnSpc>
              <a:spcBef>
                <a:spcPts val="0"/>
              </a:spcBef>
              <a:spcAft>
                <a:spcPts val="0"/>
              </a:spcAft>
              <a:buClr>
                <a:schemeClr val="lt1"/>
              </a:buClr>
              <a:buSzPts val="3000"/>
              <a:buNone/>
            </a:pPr>
            <a:r>
              <a:rPr lang="es-ES">
                <a:latin typeface="Roboto Slab"/>
                <a:ea typeface="Roboto Slab"/>
                <a:cs typeface="Roboto Slab"/>
                <a:sym typeface="Roboto Slab"/>
              </a:rPr>
              <a:t>Para una función booleana de </a:t>
            </a:r>
            <a:r>
              <a:rPr i="1" lang="es-ES">
                <a:latin typeface="Roboto Slab"/>
                <a:ea typeface="Roboto Slab"/>
                <a:cs typeface="Roboto Slab"/>
                <a:sym typeface="Roboto Slab"/>
              </a:rPr>
              <a:t>n</a:t>
            </a:r>
            <a:r>
              <a:rPr lang="es-ES">
                <a:latin typeface="Roboto Slab"/>
                <a:ea typeface="Roboto Slab"/>
                <a:cs typeface="Roboto Slab"/>
                <a:sym typeface="Roboto Slab"/>
              </a:rPr>
              <a:t> variables </a:t>
            </a:r>
            <a:r>
              <a:rPr i="1" lang="es-ES">
                <a:latin typeface="Roboto Slab"/>
                <a:ea typeface="Roboto Slab"/>
                <a:cs typeface="Roboto Slab"/>
                <a:sym typeface="Roboto Slab"/>
              </a:rPr>
              <a:t>x</a:t>
            </a:r>
            <a:r>
              <a:rPr baseline="-25000" lang="es-ES">
                <a:latin typeface="Roboto Slab"/>
                <a:ea typeface="Roboto Slab"/>
                <a:cs typeface="Roboto Slab"/>
                <a:sym typeface="Roboto Slab"/>
              </a:rPr>
              <a:t>1</a:t>
            </a:r>
            <a:r>
              <a:rPr lang="es-ES">
                <a:latin typeface="Roboto Slab"/>
                <a:ea typeface="Roboto Slab"/>
                <a:cs typeface="Roboto Slab"/>
                <a:sym typeface="Roboto Slab"/>
              </a:rPr>
              <a:t>,...</a:t>
            </a:r>
            <a:r>
              <a:rPr i="1" lang="es-ES">
                <a:latin typeface="Roboto Slab"/>
                <a:ea typeface="Roboto Slab"/>
                <a:cs typeface="Roboto Slab"/>
                <a:sym typeface="Roboto Slab"/>
              </a:rPr>
              <a:t>x</a:t>
            </a:r>
            <a:r>
              <a:rPr baseline="-25000" i="1" lang="es-ES">
                <a:latin typeface="Roboto Slab"/>
                <a:ea typeface="Roboto Slab"/>
                <a:cs typeface="Roboto Slab"/>
                <a:sym typeface="Roboto Slab"/>
              </a:rPr>
              <a:t>n</a:t>
            </a:r>
            <a:r>
              <a:rPr lang="es-ES">
                <a:latin typeface="Roboto Slab"/>
                <a:ea typeface="Roboto Slab"/>
                <a:cs typeface="Roboto Slab"/>
                <a:sym typeface="Roboto Slab"/>
              </a:rPr>
              <a:t>, se le llama </a:t>
            </a:r>
            <a:r>
              <a:rPr i="1" lang="es-ES">
                <a:latin typeface="Roboto Slab"/>
                <a:ea typeface="Roboto Slab"/>
                <a:cs typeface="Roboto Slab"/>
                <a:sym typeface="Roboto Slab"/>
              </a:rPr>
              <a:t>minterm</a:t>
            </a:r>
            <a:r>
              <a:rPr lang="es-ES">
                <a:latin typeface="Roboto Slab"/>
                <a:ea typeface="Roboto Slab"/>
                <a:cs typeface="Roboto Slab"/>
                <a:sym typeface="Roboto Slab"/>
              </a:rPr>
              <a:t> a un producto booleano en el que cada una de las </a:t>
            </a:r>
            <a:r>
              <a:rPr i="1" lang="es-ES">
                <a:latin typeface="Roboto Slab"/>
                <a:ea typeface="Roboto Slab"/>
                <a:cs typeface="Roboto Slab"/>
                <a:sym typeface="Roboto Slab"/>
              </a:rPr>
              <a:t>n</a:t>
            </a:r>
            <a:r>
              <a:rPr lang="es-ES">
                <a:latin typeface="Roboto Slab"/>
                <a:ea typeface="Roboto Slab"/>
                <a:cs typeface="Roboto Slab"/>
                <a:sym typeface="Roboto Slab"/>
              </a:rPr>
              <a:t> variables aparece una sola vez (negada o sin negar)  . Es decir, un </a:t>
            </a:r>
            <a:r>
              <a:rPr i="1" lang="es-ES">
                <a:latin typeface="Roboto Slab"/>
                <a:ea typeface="Roboto Slab"/>
                <a:cs typeface="Roboto Slab"/>
                <a:sym typeface="Roboto Slab"/>
              </a:rPr>
              <a:t>minterm</a:t>
            </a:r>
            <a:r>
              <a:rPr lang="es-ES">
                <a:latin typeface="Roboto Slab"/>
                <a:ea typeface="Roboto Slab"/>
                <a:cs typeface="Roboto Slab"/>
                <a:sym typeface="Roboto Slab"/>
              </a:rPr>
              <a:t> es una expresión lógica de </a:t>
            </a:r>
            <a:r>
              <a:rPr i="1" lang="es-ES">
                <a:latin typeface="Roboto Slab"/>
                <a:ea typeface="Roboto Slab"/>
                <a:cs typeface="Roboto Slab"/>
                <a:sym typeface="Roboto Slab"/>
              </a:rPr>
              <a:t>n</a:t>
            </a:r>
            <a:r>
              <a:rPr lang="es-ES">
                <a:latin typeface="Roboto Slab"/>
                <a:ea typeface="Roboto Slab"/>
                <a:cs typeface="Roboto Slab"/>
                <a:sym typeface="Roboto Slab"/>
              </a:rPr>
              <a:t> variables consistente únicamente en el operador conjunción lógica (AND) y el operador complemento o negación (NOT).</a:t>
            </a:r>
            <a:endParaRPr>
              <a:latin typeface="Roboto Slab"/>
              <a:ea typeface="Roboto Slab"/>
              <a:cs typeface="Roboto Slab"/>
              <a:sym typeface="Roboto Slab"/>
            </a:endParaRPr>
          </a:p>
        </p:txBody>
      </p:sp>
      <p:sp>
        <p:nvSpPr>
          <p:cNvPr id="196" name="Google Shape;196;p7"/>
          <p:cNvSpPr txBox="1"/>
          <p:nvPr>
            <p:ph idx="2" type="body"/>
          </p:nvPr>
        </p:nvSpPr>
        <p:spPr>
          <a:xfrm>
            <a:off x="6604861" y="1126080"/>
            <a:ext cx="4875211" cy="3541714"/>
          </a:xfrm>
          <a:prstGeom prst="rect">
            <a:avLst/>
          </a:prstGeom>
          <a:noFill/>
          <a:ln>
            <a:noFill/>
          </a:ln>
        </p:spPr>
        <p:txBody>
          <a:bodyPr anchorCtr="0" anchor="t" bIns="91425" lIns="91425" spcFirstLastPara="1" rIns="91425" wrap="square" tIns="91425">
            <a:noAutofit/>
          </a:bodyPr>
          <a:lstStyle/>
          <a:p>
            <a:pPr indent="0" lvl="0" marL="0" marR="0" rtl="0" algn="ctr">
              <a:lnSpc>
                <a:spcPct val="120000"/>
              </a:lnSpc>
              <a:spcBef>
                <a:spcPts val="0"/>
              </a:spcBef>
              <a:spcAft>
                <a:spcPts val="0"/>
              </a:spcAft>
              <a:buClr>
                <a:srgbClr val="FFFFFF"/>
              </a:buClr>
              <a:buSzPts val="3000"/>
              <a:buFont typeface="Arial"/>
              <a:buNone/>
            </a:pPr>
            <a:r>
              <a:rPr b="0" i="0" lang="es-ES" sz="2400" u="none" cap="none" strike="noStrike">
                <a:solidFill>
                  <a:srgbClr val="FFFFFF"/>
                </a:solidFill>
                <a:latin typeface="Roboto Slab"/>
                <a:ea typeface="Roboto Slab"/>
                <a:cs typeface="Roboto Slab"/>
                <a:sym typeface="Roboto Slab"/>
              </a:rPr>
              <a:t>MAXTÉRMINO</a:t>
            </a:r>
            <a:endParaRPr/>
          </a:p>
          <a:p>
            <a:pPr indent="0" lvl="0" marL="0" marR="0" rtl="0" algn="ctr">
              <a:lnSpc>
                <a:spcPct val="120000"/>
              </a:lnSpc>
              <a:spcBef>
                <a:spcPts val="0"/>
              </a:spcBef>
              <a:spcAft>
                <a:spcPts val="0"/>
              </a:spcAft>
              <a:buClr>
                <a:schemeClr val="lt1"/>
              </a:buClr>
              <a:buSzPts val="3000"/>
              <a:buFont typeface="Arial"/>
              <a:buNone/>
            </a:pPr>
            <a:r>
              <a:t/>
            </a:r>
            <a:endParaRPr b="0" i="0" sz="2400" u="none" cap="none" strike="noStrike">
              <a:solidFill>
                <a:srgbClr val="FFFFFF"/>
              </a:solidFill>
              <a:latin typeface="Roboto Slab"/>
              <a:ea typeface="Roboto Slab"/>
              <a:cs typeface="Roboto Slab"/>
              <a:sym typeface="Roboto Slab"/>
            </a:endParaRPr>
          </a:p>
          <a:p>
            <a:pPr indent="0" lvl="0" marL="0" marR="0" rtl="0" algn="just">
              <a:lnSpc>
                <a:spcPct val="120000"/>
              </a:lnSpc>
              <a:spcBef>
                <a:spcPts val="0"/>
              </a:spcBef>
              <a:spcAft>
                <a:spcPts val="0"/>
              </a:spcAft>
              <a:buClr>
                <a:srgbClr val="FFFFFF"/>
              </a:buClr>
              <a:buSzPts val="3000"/>
              <a:buFont typeface="Arial"/>
              <a:buNone/>
            </a:pPr>
            <a:r>
              <a:rPr b="0" i="0" lang="es-ES" sz="2000" u="none" cap="none" strike="noStrike">
                <a:solidFill>
                  <a:srgbClr val="FFFFFF"/>
                </a:solidFill>
                <a:latin typeface="Roboto Slab"/>
                <a:ea typeface="Roboto Slab"/>
                <a:cs typeface="Roboto Slab"/>
                <a:sym typeface="Roboto Slab"/>
              </a:rPr>
              <a:t>Un maxterm es una expresión lógica de n variables que consiste únicamente en la disyunción lógica y el operador complemento o negación. Los maxterms son una expresión dual de los minterms. En vez de usar operaciones AND utilizamos operaciones OR y procedemos de forma similar.</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1" name="Shape 201"/>
        <p:cNvGrpSpPr/>
        <p:nvPr/>
      </p:nvGrpSpPr>
      <p:grpSpPr>
        <a:xfrm>
          <a:off x="0" y="0"/>
          <a:ext cx="0" cy="0"/>
          <a:chOff x="0" y="0"/>
          <a:chExt cx="0" cy="0"/>
        </a:xfrm>
      </p:grpSpPr>
      <p:pic>
        <p:nvPicPr>
          <p:cNvPr id="202" name="Google Shape;202;p8"/>
          <p:cNvPicPr preferRelativeResize="0"/>
          <p:nvPr/>
        </p:nvPicPr>
        <p:blipFill rotWithShape="1">
          <a:blip r:embed="rId4">
            <a:alphaModFix/>
          </a:blip>
          <a:srcRect b="0" l="3613" r="0" t="0"/>
          <a:stretch/>
        </p:blipFill>
        <p:spPr>
          <a:xfrm>
            <a:off x="0" y="2669685"/>
            <a:ext cx="4037012" cy="4188315"/>
          </a:xfrm>
          <a:prstGeom prst="rect">
            <a:avLst/>
          </a:prstGeom>
          <a:noFill/>
          <a:ln>
            <a:noFill/>
          </a:ln>
        </p:spPr>
      </p:pic>
      <p:pic>
        <p:nvPicPr>
          <p:cNvPr id="203" name="Google Shape;203;p8"/>
          <p:cNvPicPr preferRelativeResize="0"/>
          <p:nvPr/>
        </p:nvPicPr>
        <p:blipFill rotWithShape="1">
          <a:blip r:embed="rId5">
            <a:alphaModFix/>
          </a:blip>
          <a:srcRect b="0" l="35640" r="0" t="0"/>
          <a:stretch/>
        </p:blipFill>
        <p:spPr>
          <a:xfrm>
            <a:off x="0" y="2892347"/>
            <a:ext cx="1522412" cy="2365453"/>
          </a:xfrm>
          <a:prstGeom prst="rect">
            <a:avLst/>
          </a:prstGeom>
          <a:noFill/>
          <a:ln>
            <a:noFill/>
          </a:ln>
        </p:spPr>
      </p:pic>
      <p:sp>
        <p:nvSpPr>
          <p:cNvPr id="204" name="Google Shape;204;p8"/>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205" name="Google Shape;205;p8"/>
          <p:cNvPicPr preferRelativeResize="0"/>
          <p:nvPr/>
        </p:nvPicPr>
        <p:blipFill rotWithShape="1">
          <a:blip r:embed="rId6">
            <a:alphaModFix/>
          </a:blip>
          <a:srcRect b="0" l="0" r="0" t="28812"/>
          <a:stretch/>
        </p:blipFill>
        <p:spPr>
          <a:xfrm>
            <a:off x="7999412" y="0"/>
            <a:ext cx="1603387" cy="1141407"/>
          </a:xfrm>
          <a:prstGeom prst="rect">
            <a:avLst/>
          </a:prstGeom>
          <a:noFill/>
          <a:ln>
            <a:noFill/>
          </a:ln>
        </p:spPr>
      </p:pic>
      <p:pic>
        <p:nvPicPr>
          <p:cNvPr id="206" name="Google Shape;206;p8"/>
          <p:cNvPicPr preferRelativeResize="0"/>
          <p:nvPr/>
        </p:nvPicPr>
        <p:blipFill rotWithShape="1">
          <a:blip r:embed="rId7">
            <a:alphaModFix/>
          </a:blip>
          <a:srcRect b="23320" l="0" r="0" t="0"/>
          <a:stretch/>
        </p:blipFill>
        <p:spPr>
          <a:xfrm>
            <a:off x="8605878" y="6096000"/>
            <a:ext cx="993734" cy="762000"/>
          </a:xfrm>
          <a:prstGeom prst="rect">
            <a:avLst/>
          </a:prstGeom>
          <a:noFill/>
          <a:ln>
            <a:noFill/>
          </a:ln>
        </p:spPr>
      </p:pic>
      <p:sp>
        <p:nvSpPr>
          <p:cNvPr id="207" name="Google Shape;207;p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8" name="Google Shape;208;p8"/>
          <p:cNvSpPr txBox="1"/>
          <p:nvPr>
            <p:ph type="title"/>
          </p:nvPr>
        </p:nvSpPr>
        <p:spPr>
          <a:xfrm>
            <a:off x="636916" y="4542503"/>
            <a:ext cx="9184606" cy="117987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Century Gothic"/>
              <a:buNone/>
            </a:pPr>
            <a:r>
              <a:rPr lang="es-ES" sz="4700"/>
              <a:t>MINTERMINOS Y MAXTERMINOS </a:t>
            </a:r>
            <a:endParaRPr/>
          </a:p>
        </p:txBody>
      </p:sp>
      <p:pic>
        <p:nvPicPr>
          <p:cNvPr id="209" name="Google Shape;209;p8"/>
          <p:cNvPicPr preferRelativeResize="0"/>
          <p:nvPr/>
        </p:nvPicPr>
        <p:blipFill rotWithShape="1">
          <a:blip r:embed="rId8">
            <a:alphaModFix/>
          </a:blip>
          <a:srcRect b="1949" l="0" r="-1" t="0"/>
          <a:stretch/>
        </p:blipFill>
        <p:spPr>
          <a:xfrm>
            <a:off x="635458" y="640080"/>
            <a:ext cx="9639252" cy="3855720"/>
          </a:xfrm>
          <a:prstGeom prst="rect">
            <a:avLst/>
          </a:prstGeom>
          <a:noFill/>
          <a:ln>
            <a:noFill/>
          </a:ln>
          <a:effectLst>
            <a:outerShdw blurRad="50800" rotWithShape="0" algn="t" dir="5400000" dist="38100">
              <a:srgbClr val="000000">
                <a:alpha val="4274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08"/>
                                        </p:tgtEl>
                                        <p:attrNameLst>
                                          <p:attrName>style.visibility</p:attrName>
                                        </p:attrNameLst>
                                      </p:cBhvr>
                                      <p:to>
                                        <p:strVal val="visible"/>
                                      </p:to>
                                    </p:set>
                                    <p:animEffect filter="fade" transition="in">
                                      <p:cBhvr>
                                        <p:cTn dur="4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4" name="Shape 214"/>
        <p:cNvGrpSpPr/>
        <p:nvPr/>
      </p:nvGrpSpPr>
      <p:grpSpPr>
        <a:xfrm>
          <a:off x="0" y="0"/>
          <a:ext cx="0" cy="0"/>
          <a:chOff x="0" y="0"/>
          <a:chExt cx="0" cy="0"/>
        </a:xfrm>
      </p:grpSpPr>
      <p:sp>
        <p:nvSpPr>
          <p:cNvPr id="215" name="Google Shape;215;p9"/>
          <p:cNvSpPr txBox="1"/>
          <p:nvPr>
            <p:ph type="title"/>
          </p:nvPr>
        </p:nvSpPr>
        <p:spPr>
          <a:xfrm>
            <a:off x="6742108" y="629266"/>
            <a:ext cx="3307744" cy="164198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3600"/>
              <a:buFont typeface="Twentieth Century"/>
              <a:buNone/>
            </a:pPr>
            <a:r>
              <a:rPr lang="es-ES"/>
              <a:t>MAPAS DE KARNAUGH</a:t>
            </a:r>
            <a:endParaRPr/>
          </a:p>
        </p:txBody>
      </p:sp>
      <p:pic>
        <p:nvPicPr>
          <p:cNvPr id="216" name="Google Shape;216;p9"/>
          <p:cNvPicPr preferRelativeResize="0"/>
          <p:nvPr/>
        </p:nvPicPr>
        <p:blipFill rotWithShape="1">
          <a:blip r:embed="rId4">
            <a:alphaModFix/>
          </a:blip>
          <a:srcRect b="-1" l="1990" r="5026" t="0"/>
          <a:stretch/>
        </p:blipFill>
        <p:spPr>
          <a:xfrm>
            <a:off x="815263" y="747261"/>
            <a:ext cx="4984957" cy="5152093"/>
          </a:xfrm>
          <a:prstGeom prst="rect">
            <a:avLst/>
          </a:prstGeom>
          <a:noFill/>
          <a:ln>
            <a:noFill/>
          </a:ln>
        </p:spPr>
      </p:pic>
      <p:sp>
        <p:nvSpPr>
          <p:cNvPr id="217" name="Google Shape;217;p9"/>
          <p:cNvSpPr txBox="1"/>
          <p:nvPr>
            <p:ph idx="1" type="body"/>
          </p:nvPr>
        </p:nvSpPr>
        <p:spPr>
          <a:xfrm>
            <a:off x="6742108" y="2438401"/>
            <a:ext cx="4535492" cy="3790334"/>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600"/>
              </a:spcAft>
              <a:buClr>
                <a:schemeClr val="lt1"/>
              </a:buClr>
              <a:buSzPts val="2500"/>
              <a:buNone/>
            </a:pPr>
            <a:r>
              <a:rPr lang="es-ES" sz="1700"/>
              <a:t>Es un diagrama utilizado para la simplificación de funciones algebraicas Booleanas. Dichos mapas reducen la necesidad de hacer cálculos extensos para la simplificación de expresiones booleanas, aprovechando la capacidad del cerebro humano para el reconocimiento de patrones y otras formas de expresión analítica, permitiendo así identificar y eliminar condiciones muy complicadas de ejecutar por simple algebra booleana.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1" name="Shape 221"/>
        <p:cNvGrpSpPr/>
        <p:nvPr/>
      </p:nvGrpSpPr>
      <p:grpSpPr>
        <a:xfrm>
          <a:off x="0" y="0"/>
          <a:ext cx="0" cy="0"/>
          <a:chOff x="0" y="0"/>
          <a:chExt cx="0" cy="0"/>
        </a:xfrm>
      </p:grpSpPr>
      <p:pic>
        <p:nvPicPr>
          <p:cNvPr id="222" name="Google Shape;222;p10"/>
          <p:cNvPicPr preferRelativeResize="0"/>
          <p:nvPr/>
        </p:nvPicPr>
        <p:blipFill rotWithShape="1">
          <a:blip r:embed="rId3">
            <a:alphaModFix/>
          </a:blip>
          <a:srcRect b="0" l="3613" r="0" t="0"/>
          <a:stretch/>
        </p:blipFill>
        <p:spPr>
          <a:xfrm>
            <a:off x="0" y="2669685"/>
            <a:ext cx="4037012" cy="4188315"/>
          </a:xfrm>
          <a:prstGeom prst="rect">
            <a:avLst/>
          </a:prstGeom>
          <a:noFill/>
          <a:ln>
            <a:noFill/>
          </a:ln>
        </p:spPr>
      </p:pic>
      <p:pic>
        <p:nvPicPr>
          <p:cNvPr id="223" name="Google Shape;223;p10"/>
          <p:cNvPicPr preferRelativeResize="0"/>
          <p:nvPr/>
        </p:nvPicPr>
        <p:blipFill rotWithShape="1">
          <a:blip r:embed="rId4">
            <a:alphaModFix/>
          </a:blip>
          <a:srcRect b="0" l="35640" r="0" t="0"/>
          <a:stretch/>
        </p:blipFill>
        <p:spPr>
          <a:xfrm>
            <a:off x="0" y="2892347"/>
            <a:ext cx="1522412" cy="2365453"/>
          </a:xfrm>
          <a:prstGeom prst="rect">
            <a:avLst/>
          </a:prstGeom>
          <a:noFill/>
          <a:ln>
            <a:noFill/>
          </a:ln>
        </p:spPr>
      </p:pic>
      <p:sp>
        <p:nvSpPr>
          <p:cNvPr id="224" name="Google Shape;224;p10"/>
          <p:cNvSpPr/>
          <p:nvPr/>
        </p:nvSpPr>
        <p:spPr>
          <a:xfrm>
            <a:off x="8609012" y="1676400"/>
            <a:ext cx="2819400" cy="2819400"/>
          </a:xfrm>
          <a:prstGeom prst="ellipse">
            <a:avLst/>
          </a:prstGeom>
          <a:gradFill>
            <a:gsLst>
              <a:gs pos="0">
                <a:srgbClr val="F3F3F3">
                  <a:alpha val="6666"/>
                </a:srgbClr>
              </a:gs>
              <a:gs pos="36000">
                <a:srgbClr val="F3F3F3">
                  <a:alpha val="5882"/>
                </a:srgbClr>
              </a:gs>
              <a:gs pos="69000">
                <a:srgbClr val="F3F3F3">
                  <a:alpha val="0"/>
                </a:srgbClr>
              </a:gs>
              <a:gs pos="100000">
                <a:srgbClr val="F3F3F3">
                  <a:alpha val="0"/>
                </a:srgbClr>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225" name="Google Shape;225;p10"/>
          <p:cNvPicPr preferRelativeResize="0"/>
          <p:nvPr/>
        </p:nvPicPr>
        <p:blipFill rotWithShape="1">
          <a:blip r:embed="rId5">
            <a:alphaModFix/>
          </a:blip>
          <a:srcRect b="0" l="0" r="0" t="28812"/>
          <a:stretch/>
        </p:blipFill>
        <p:spPr>
          <a:xfrm>
            <a:off x="7999412" y="0"/>
            <a:ext cx="1603387" cy="1141407"/>
          </a:xfrm>
          <a:prstGeom prst="rect">
            <a:avLst/>
          </a:prstGeom>
          <a:noFill/>
          <a:ln>
            <a:noFill/>
          </a:ln>
        </p:spPr>
      </p:pic>
      <p:pic>
        <p:nvPicPr>
          <p:cNvPr id="226" name="Google Shape;226;p10"/>
          <p:cNvPicPr preferRelativeResize="0"/>
          <p:nvPr/>
        </p:nvPicPr>
        <p:blipFill rotWithShape="1">
          <a:blip r:embed="rId6">
            <a:alphaModFix/>
          </a:blip>
          <a:srcRect b="23320" l="0" r="0" t="0"/>
          <a:stretch/>
        </p:blipFill>
        <p:spPr>
          <a:xfrm>
            <a:off x="8605878" y="6096000"/>
            <a:ext cx="993734" cy="762000"/>
          </a:xfrm>
          <a:prstGeom prst="rect">
            <a:avLst/>
          </a:prstGeom>
          <a:noFill/>
          <a:ln>
            <a:noFill/>
          </a:ln>
        </p:spPr>
      </p:pic>
      <p:sp>
        <p:nvSpPr>
          <p:cNvPr id="227" name="Google Shape;227;p1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8" name="Google Shape;228;p10"/>
          <p:cNvSpPr/>
          <p:nvPr/>
        </p:nvSpPr>
        <p:spPr>
          <a:xfrm>
            <a:off x="0" y="0"/>
            <a:ext cx="12192000" cy="6858000"/>
          </a:xfrm>
          <a:prstGeom prst="rect">
            <a:avLst/>
          </a:prstGeom>
          <a:blipFill rotWithShape="1">
            <a:blip r:embed="rId7">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9" name="Google Shape;229;p10"/>
          <p:cNvSpPr txBox="1"/>
          <p:nvPr>
            <p:ph type="title"/>
          </p:nvPr>
        </p:nvSpPr>
        <p:spPr>
          <a:xfrm>
            <a:off x="8200279" y="1325880"/>
            <a:ext cx="3344020" cy="306650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None/>
            </a:pPr>
            <a:r>
              <a:rPr b="0" i="0" lang="es-ES" sz="2600">
                <a:solidFill>
                  <a:srgbClr val="EBEBEB"/>
                </a:solidFill>
                <a:latin typeface="Century Gothic"/>
                <a:ea typeface="Century Gothic"/>
                <a:cs typeface="Century Gothic"/>
                <a:sym typeface="Century Gothic"/>
              </a:rPr>
              <a:t>REPRESENTACIÓN DEL MAPA DE 2 VARIABLES</a:t>
            </a:r>
            <a:endParaRPr/>
          </a:p>
        </p:txBody>
      </p:sp>
      <p:sp>
        <p:nvSpPr>
          <p:cNvPr id="230" name="Google Shape;230;p10"/>
          <p:cNvSpPr/>
          <p:nvPr/>
        </p:nvSpPr>
        <p:spPr>
          <a:xfrm>
            <a:off x="636914" y="639905"/>
            <a:ext cx="6915664" cy="557818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1" name="Google Shape;231;p1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232" name="Google Shape;232;p10"/>
          <p:cNvPicPr preferRelativeResize="0"/>
          <p:nvPr/>
        </p:nvPicPr>
        <p:blipFill rotWithShape="1">
          <a:blip r:embed="rId8">
            <a:alphaModFix/>
          </a:blip>
          <a:srcRect b="0" l="0" r="0" t="0"/>
          <a:stretch/>
        </p:blipFill>
        <p:spPr>
          <a:xfrm>
            <a:off x="955392" y="1376343"/>
            <a:ext cx="6275584" cy="411050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1"/>
          <p:cNvSpPr txBox="1"/>
          <p:nvPr>
            <p:ph type="title"/>
          </p:nvPr>
        </p:nvSpPr>
        <p:spPr>
          <a:xfrm>
            <a:off x="517200" y="610700"/>
            <a:ext cx="11157600" cy="914800"/>
          </a:xfrm>
          <a:prstGeom prst="rect">
            <a:avLst/>
          </a:prstGeom>
          <a:noFill/>
          <a:ln>
            <a:noFill/>
          </a:ln>
        </p:spPr>
        <p:txBody>
          <a:bodyPr anchorCtr="0" anchor="b" bIns="121900" lIns="121900" spcFirstLastPara="1" rIns="121900" wrap="square" tIns="121900">
            <a:noAutofit/>
          </a:bodyPr>
          <a:lstStyle/>
          <a:p>
            <a:pPr indent="0" lvl="0" marL="0" rtl="0" algn="l">
              <a:lnSpc>
                <a:spcPct val="90000"/>
              </a:lnSpc>
              <a:spcBef>
                <a:spcPts val="0"/>
              </a:spcBef>
              <a:spcAft>
                <a:spcPts val="0"/>
              </a:spcAft>
              <a:buClr>
                <a:schemeClr val="lt1"/>
              </a:buClr>
              <a:buSzPts val="3000"/>
              <a:buFont typeface="Twentieth Century"/>
              <a:buNone/>
            </a:pPr>
            <a:r>
              <a:rPr lang="es-ES"/>
              <a:t>REPRESENTACIÓN DEL MAPA DE 3 VARIABLES</a:t>
            </a:r>
            <a:endParaRPr/>
          </a:p>
        </p:txBody>
      </p:sp>
      <p:pic>
        <p:nvPicPr>
          <p:cNvPr id="238" name="Google Shape;238;p11"/>
          <p:cNvPicPr preferRelativeResize="0"/>
          <p:nvPr/>
        </p:nvPicPr>
        <p:blipFill rotWithShape="1">
          <a:blip r:embed="rId3">
            <a:alphaModFix/>
          </a:blip>
          <a:srcRect b="0" l="0" r="0" t="0"/>
          <a:stretch/>
        </p:blipFill>
        <p:spPr>
          <a:xfrm>
            <a:off x="781050" y="2128834"/>
            <a:ext cx="10629900" cy="4000500"/>
          </a:xfrm>
          <a:prstGeom prst="rect">
            <a:avLst/>
          </a:prstGeom>
          <a:noFill/>
          <a:ln>
            <a:noFill/>
          </a:ln>
        </p:spPr>
      </p:pic>
      <p:sp>
        <p:nvSpPr>
          <p:cNvPr id="239" name="Google Shape;239;p11"/>
          <p:cNvSpPr/>
          <p:nvPr/>
        </p:nvSpPr>
        <p:spPr>
          <a:xfrm>
            <a:off x="6558116" y="2615381"/>
            <a:ext cx="196645" cy="314632"/>
          </a:xfrm>
          <a:prstGeom prst="rect">
            <a:avLst/>
          </a:prstGeom>
          <a:solidFill>
            <a:schemeClr val="dk1"/>
          </a:solid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entury Gothic"/>
                <a:ea typeface="Century Gothic"/>
                <a:cs typeface="Century Gothic"/>
                <a:sym typeface="Century Gothic"/>
              </a:rPr>
              <a:t>y</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pic>
        <p:nvPicPr>
          <p:cNvPr id="244" name="Google Shape;244;p12"/>
          <p:cNvPicPr preferRelativeResize="0"/>
          <p:nvPr/>
        </p:nvPicPr>
        <p:blipFill rotWithShape="1">
          <a:blip r:embed="rId3">
            <a:alphaModFix/>
          </a:blip>
          <a:srcRect b="0" l="3613" r="0" t="0"/>
          <a:stretch/>
        </p:blipFill>
        <p:spPr>
          <a:xfrm>
            <a:off x="0" y="2669685"/>
            <a:ext cx="4037012" cy="4188315"/>
          </a:xfrm>
          <a:prstGeom prst="rect">
            <a:avLst/>
          </a:prstGeom>
          <a:noFill/>
          <a:ln>
            <a:noFill/>
          </a:ln>
        </p:spPr>
      </p:pic>
      <p:pic>
        <p:nvPicPr>
          <p:cNvPr id="245" name="Google Shape;245;p12"/>
          <p:cNvPicPr preferRelativeResize="0"/>
          <p:nvPr/>
        </p:nvPicPr>
        <p:blipFill rotWithShape="1">
          <a:blip r:embed="rId4">
            <a:alphaModFix/>
          </a:blip>
          <a:srcRect b="0" l="35640" r="0" t="0"/>
          <a:stretch/>
        </p:blipFill>
        <p:spPr>
          <a:xfrm>
            <a:off x="0" y="2892347"/>
            <a:ext cx="1522412" cy="2365453"/>
          </a:xfrm>
          <a:prstGeom prst="rect">
            <a:avLst/>
          </a:prstGeom>
          <a:noFill/>
          <a:ln>
            <a:noFill/>
          </a:ln>
        </p:spPr>
      </p:pic>
      <p:sp>
        <p:nvSpPr>
          <p:cNvPr id="246" name="Google Shape;246;p12"/>
          <p:cNvSpPr/>
          <p:nvPr/>
        </p:nvSpPr>
        <p:spPr>
          <a:xfrm>
            <a:off x="8609012" y="1676400"/>
            <a:ext cx="2819400" cy="2819400"/>
          </a:xfrm>
          <a:prstGeom prst="ellipse">
            <a:avLst/>
          </a:prstGeom>
          <a:gradFill>
            <a:gsLst>
              <a:gs pos="0">
                <a:srgbClr val="F3F3F3">
                  <a:alpha val="6666"/>
                </a:srgbClr>
              </a:gs>
              <a:gs pos="36000">
                <a:srgbClr val="F3F3F3">
                  <a:alpha val="5882"/>
                </a:srgbClr>
              </a:gs>
              <a:gs pos="69000">
                <a:srgbClr val="F3F3F3">
                  <a:alpha val="0"/>
                </a:srgbClr>
              </a:gs>
              <a:gs pos="100000">
                <a:srgbClr val="F3F3F3">
                  <a:alpha val="0"/>
                </a:srgbClr>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247" name="Google Shape;247;p12"/>
          <p:cNvPicPr preferRelativeResize="0"/>
          <p:nvPr/>
        </p:nvPicPr>
        <p:blipFill rotWithShape="1">
          <a:blip r:embed="rId5">
            <a:alphaModFix/>
          </a:blip>
          <a:srcRect b="0" l="0" r="0" t="28812"/>
          <a:stretch/>
        </p:blipFill>
        <p:spPr>
          <a:xfrm>
            <a:off x="7999412" y="0"/>
            <a:ext cx="1603387" cy="1141407"/>
          </a:xfrm>
          <a:prstGeom prst="rect">
            <a:avLst/>
          </a:prstGeom>
          <a:noFill/>
          <a:ln>
            <a:noFill/>
          </a:ln>
        </p:spPr>
      </p:pic>
      <p:pic>
        <p:nvPicPr>
          <p:cNvPr id="248" name="Google Shape;248;p12"/>
          <p:cNvPicPr preferRelativeResize="0"/>
          <p:nvPr/>
        </p:nvPicPr>
        <p:blipFill rotWithShape="1">
          <a:blip r:embed="rId6">
            <a:alphaModFix/>
          </a:blip>
          <a:srcRect b="23320" l="0" r="0" t="0"/>
          <a:stretch/>
        </p:blipFill>
        <p:spPr>
          <a:xfrm>
            <a:off x="8605878" y="6096000"/>
            <a:ext cx="993734" cy="762000"/>
          </a:xfrm>
          <a:prstGeom prst="rect">
            <a:avLst/>
          </a:prstGeom>
          <a:noFill/>
          <a:ln>
            <a:noFill/>
          </a:ln>
        </p:spPr>
      </p:pic>
      <p:sp>
        <p:nvSpPr>
          <p:cNvPr id="249" name="Google Shape;249;p12"/>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50" name="Google Shape;250;p12"/>
          <p:cNvSpPr/>
          <p:nvPr/>
        </p:nvSpPr>
        <p:spPr>
          <a:xfrm>
            <a:off x="0" y="0"/>
            <a:ext cx="12192000" cy="6858000"/>
          </a:xfrm>
          <a:prstGeom prst="rect">
            <a:avLst/>
          </a:prstGeom>
          <a:blipFill rotWithShape="1">
            <a:blip r:embed="rId7">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51" name="Google Shape;251;p12"/>
          <p:cNvSpPr txBox="1"/>
          <p:nvPr>
            <p:ph type="title"/>
          </p:nvPr>
        </p:nvSpPr>
        <p:spPr>
          <a:xfrm>
            <a:off x="8200279" y="1325880"/>
            <a:ext cx="3344020" cy="306650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None/>
            </a:pPr>
            <a:r>
              <a:rPr b="0" i="0" lang="es-ES" sz="2600">
                <a:solidFill>
                  <a:srgbClr val="EBEBEB"/>
                </a:solidFill>
                <a:latin typeface="Century Gothic"/>
                <a:ea typeface="Century Gothic"/>
                <a:cs typeface="Century Gothic"/>
                <a:sym typeface="Century Gothic"/>
              </a:rPr>
              <a:t>REPRESENTACIÓN DEL MAPA DE 4 VARIABLES</a:t>
            </a:r>
            <a:endParaRPr/>
          </a:p>
        </p:txBody>
      </p:sp>
      <p:sp>
        <p:nvSpPr>
          <p:cNvPr id="252" name="Google Shape;252;p12"/>
          <p:cNvSpPr/>
          <p:nvPr/>
        </p:nvSpPr>
        <p:spPr>
          <a:xfrm>
            <a:off x="636914" y="639905"/>
            <a:ext cx="6915664" cy="557818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53" name="Google Shape;253;p12"/>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254" name="Google Shape;254;p12"/>
          <p:cNvPicPr preferRelativeResize="0"/>
          <p:nvPr/>
        </p:nvPicPr>
        <p:blipFill rotWithShape="1">
          <a:blip r:embed="rId8">
            <a:alphaModFix/>
          </a:blip>
          <a:srcRect b="0" l="0" r="0" t="0"/>
          <a:stretch/>
        </p:blipFill>
        <p:spPr>
          <a:xfrm>
            <a:off x="955392" y="1627366"/>
            <a:ext cx="6275584" cy="360846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3"/>
          <p:cNvSpPr txBox="1"/>
          <p:nvPr>
            <p:ph type="title"/>
          </p:nvPr>
        </p:nvSpPr>
        <p:spPr>
          <a:xfrm>
            <a:off x="517200" y="610700"/>
            <a:ext cx="11157600" cy="914800"/>
          </a:xfrm>
          <a:prstGeom prst="rect">
            <a:avLst/>
          </a:prstGeom>
          <a:noFill/>
          <a:ln>
            <a:noFill/>
          </a:ln>
        </p:spPr>
        <p:txBody>
          <a:bodyPr anchorCtr="0" anchor="b" bIns="121900" lIns="121900" spcFirstLastPara="1" rIns="121900" wrap="square" tIns="121900">
            <a:noAutofit/>
          </a:bodyPr>
          <a:lstStyle/>
          <a:p>
            <a:pPr indent="0" lvl="0" marL="0" rtl="0" algn="l">
              <a:lnSpc>
                <a:spcPct val="90000"/>
              </a:lnSpc>
              <a:spcBef>
                <a:spcPts val="0"/>
              </a:spcBef>
              <a:spcAft>
                <a:spcPts val="0"/>
              </a:spcAft>
              <a:buClr>
                <a:schemeClr val="lt1"/>
              </a:buClr>
              <a:buSzPts val="3000"/>
              <a:buFont typeface="Twentieth Century"/>
              <a:buNone/>
            </a:pPr>
            <a:r>
              <a:rPr lang="es-ES"/>
              <a:t>PROCEDIMIENTO</a:t>
            </a:r>
            <a:endParaRPr/>
          </a:p>
        </p:txBody>
      </p:sp>
      <p:sp>
        <p:nvSpPr>
          <p:cNvPr id="260" name="Google Shape;260;p13"/>
          <p:cNvSpPr txBox="1"/>
          <p:nvPr>
            <p:ph idx="1" type="body"/>
          </p:nvPr>
        </p:nvSpPr>
        <p:spPr>
          <a:xfrm>
            <a:off x="517200" y="1986432"/>
            <a:ext cx="11157600" cy="4105200"/>
          </a:xfrm>
          <a:prstGeom prst="rect">
            <a:avLst/>
          </a:prstGeom>
          <a:noFill/>
          <a:ln>
            <a:noFill/>
          </a:ln>
        </p:spPr>
        <p:txBody>
          <a:bodyPr anchorCtr="0" anchor="t" bIns="121900" lIns="121900" spcFirstLastPara="1" rIns="121900" wrap="square" tIns="121900">
            <a:noAutofit/>
          </a:bodyPr>
          <a:lstStyle/>
          <a:p>
            <a:pPr indent="-457188" lvl="0" marL="609585" rtl="0" algn="l">
              <a:lnSpc>
                <a:spcPct val="120000"/>
              </a:lnSpc>
              <a:spcBef>
                <a:spcPts val="0"/>
              </a:spcBef>
              <a:spcAft>
                <a:spcPts val="0"/>
              </a:spcAft>
              <a:buClr>
                <a:schemeClr val="accent5"/>
              </a:buClr>
              <a:buSzPts val="1800"/>
              <a:buFont typeface="Noto Sans Symbols"/>
              <a:buChar char="❖"/>
            </a:pPr>
            <a:r>
              <a:rPr lang="es-ES"/>
              <a:t>Paso # 1: Rellenar el Mapa de Karnaugh con la Función a simplificar.</a:t>
            </a:r>
            <a:endParaRPr/>
          </a:p>
          <a:p>
            <a:pPr indent="-457188" lvl="0" marL="609585" rtl="0" algn="l">
              <a:lnSpc>
                <a:spcPct val="120000"/>
              </a:lnSpc>
              <a:spcBef>
                <a:spcPts val="0"/>
              </a:spcBef>
              <a:spcAft>
                <a:spcPts val="0"/>
              </a:spcAft>
              <a:buClr>
                <a:schemeClr val="accent5"/>
              </a:buClr>
              <a:buSzPts val="1800"/>
              <a:buFont typeface="Noto Sans Symbols"/>
              <a:buChar char="❖"/>
            </a:pPr>
            <a:r>
              <a:rPr lang="es-ES"/>
              <a:t>Paso # 2: Búsqueda de la mínima cantidad de conjuntos ya sean de 0´s o 1´s dependiendo de la elección de MinTerms o MaxTerms. </a:t>
            </a:r>
            <a:endParaRPr/>
          </a:p>
          <a:p>
            <a:pPr indent="-457188" lvl="0" marL="609585" rtl="0" algn="l">
              <a:lnSpc>
                <a:spcPct val="120000"/>
              </a:lnSpc>
              <a:spcBef>
                <a:spcPts val="0"/>
              </a:spcBef>
              <a:spcAft>
                <a:spcPts val="0"/>
              </a:spcAft>
              <a:buClr>
                <a:schemeClr val="accent5"/>
              </a:buClr>
              <a:buSzPts val="1800"/>
              <a:buFont typeface="Noto Sans Symbols"/>
              <a:buChar char="❖"/>
            </a:pPr>
            <a:r>
              <a:rPr lang="es-ES"/>
              <a:t>Paso # 3: Reduccion de Terminos en los conjuntos encontrados, entre filas y columnas, el resultado será una expresión de MinTerms o MaxTerms dependiendo el caso.</a:t>
            </a:r>
            <a:endParaRPr/>
          </a:p>
          <a:p>
            <a:pPr indent="-457188" lvl="0" marL="609585" rtl="0" algn="l">
              <a:lnSpc>
                <a:spcPct val="120000"/>
              </a:lnSpc>
              <a:spcBef>
                <a:spcPts val="0"/>
              </a:spcBef>
              <a:spcAft>
                <a:spcPts val="0"/>
              </a:spcAft>
              <a:buClr>
                <a:schemeClr val="accent5"/>
              </a:buClr>
              <a:buSzPts val="1800"/>
              <a:buFont typeface="Noto Sans Symbols"/>
              <a:buChar char="❖"/>
            </a:pPr>
            <a:r>
              <a:rPr lang="es-ES"/>
              <a:t>Paso # 4: Si la Expresión se puede minimizar aún más es porque el mapa no fue bien trabajado con excepción de las estructuras algebraicas que se presten a la simplificación por estructuras algebraicas de XOR.</a:t>
            </a:r>
            <a:endParaRPr/>
          </a:p>
          <a:p>
            <a:pPr indent="0" lvl="0" marL="0" rtl="0" algn="l">
              <a:lnSpc>
                <a:spcPct val="120000"/>
              </a:lnSpc>
              <a:spcBef>
                <a:spcPts val="2133"/>
              </a:spcBef>
              <a:spcAft>
                <a:spcPts val="2133"/>
              </a:spcAft>
              <a:buClr>
                <a:schemeClr val="lt1"/>
              </a:buClr>
              <a:buSzPts val="1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2020-08-08T06:15:47Z</dcterms:created>
  <dc:creator>Diego Josue Berrios Gutierrez</dc:creator>
</cp:coreProperties>
</file>