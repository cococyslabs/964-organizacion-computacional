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8229600" cx="14630400"/>
  <p:notesSz cx="8229600" cy="14630400"/>
  <p:embeddedFontLst>
    <p:embeddedFont>
      <p:font typeface="Quattrocento"/>
      <p:regular r:id="rId15"/>
      <p:bold r:id="rId16"/>
    </p:embeddedFont>
    <p:embeddedFont>
      <p:font typeface="Century Gothic"/>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hC887j6uJ7hOCjiAY+3VsKKgOy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CenturyGothic-boldItalic.fntdata"/><Relationship Id="rId21" Type="http://customschemas.google.com/relationships/presentationmetadata" Target="meta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font" Target="fonts/Quattrocento-regular.fntdata"/><Relationship Id="rId14" Type="http://schemas.openxmlformats.org/officeDocument/2006/relationships/slide" Target="slides/slide10.xml"/><Relationship Id="rId17" Type="http://schemas.openxmlformats.org/officeDocument/2006/relationships/font" Target="fonts/CenturyGothic-regular.fntdata"/><Relationship Id="rId16" Type="http://schemas.openxmlformats.org/officeDocument/2006/relationships/font" Target="fonts/Quattrocento-bold.fntdata"/><Relationship Id="rId19" Type="http://schemas.openxmlformats.org/officeDocument/2006/relationships/font" Target="fonts/CenturyGothic-italic.fntdata"/><Relationship Id="rId18" Type="http://schemas.openxmlformats.org/officeDocument/2006/relationships/font" Target="fonts/CenturyGothic-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37" name="Google Shape;137;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45" name="Google Shape;145;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4" name="Google Shape;174;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75" name="Google Shape;175;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 name="Google Shape;18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89" name="Google Shape;189;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09" name="Google Shape;209;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8" name="Google Shape;238;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39" name="Google Shape;239;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8" name="Google Shape;258;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59" name="Google Shape;259;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1" name="Google Shape;29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92" name="Google Shape;292;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1" name="Google Shape;311;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12" name="Google Shape;312;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8" name="Google Shape;328;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29" name="Google Shape;329;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2" name="Shape 12"/>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3" name="Shape 13"/>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14" name="Shape 14"/>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15" name="Shape 15"/>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16" name="Shape 16"/>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17" name="Shape 17"/>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18" name="Shape 18"/>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19" name="Shape 19"/>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20" name="Shape 20"/>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2"/>
          <p:cNvSpPr txBox="1"/>
          <p:nvPr>
            <p:ph type="ctrTitle"/>
          </p:nvPr>
        </p:nvSpPr>
        <p:spPr>
          <a:xfrm>
            <a:off x="2101215" y="731521"/>
            <a:ext cx="10411466" cy="384048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lt1"/>
              </a:buClr>
              <a:buSzPts val="5760"/>
              <a:buFont typeface="Century Gothic"/>
              <a:buNone/>
              <a:defRPr sz="576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2"/>
          <p:cNvSpPr txBox="1"/>
          <p:nvPr>
            <p:ph idx="1" type="subTitle"/>
          </p:nvPr>
        </p:nvSpPr>
        <p:spPr>
          <a:xfrm>
            <a:off x="2101215" y="4663440"/>
            <a:ext cx="10411466" cy="2286000"/>
          </a:xfrm>
          <a:prstGeom prst="rect">
            <a:avLst/>
          </a:prstGeom>
          <a:noFill/>
          <a:ln>
            <a:noFill/>
          </a:ln>
        </p:spPr>
        <p:txBody>
          <a:bodyPr anchorCtr="0" anchor="t" bIns="45700" lIns="91425" spcFirstLastPara="1" rIns="91425" wrap="square" tIns="45700">
            <a:normAutofit/>
          </a:bodyPr>
          <a:lstStyle>
            <a:lvl1pPr lvl="0" algn="ctr">
              <a:spcBef>
                <a:spcPts val="504"/>
              </a:spcBef>
              <a:spcAft>
                <a:spcPts val="0"/>
              </a:spcAft>
              <a:buSzPts val="2520"/>
              <a:buNone/>
              <a:defRPr sz="2520">
                <a:solidFill>
                  <a:schemeClr val="lt1"/>
                </a:solidFill>
              </a:defRPr>
            </a:lvl1pPr>
            <a:lvl2pPr lvl="1" algn="ctr">
              <a:spcBef>
                <a:spcPts val="720"/>
              </a:spcBef>
              <a:spcAft>
                <a:spcPts val="0"/>
              </a:spcAft>
              <a:buSzPts val="2160"/>
              <a:buNone/>
              <a:defRPr>
                <a:solidFill>
                  <a:schemeClr val="lt1"/>
                </a:solidFill>
              </a:defRPr>
            </a:lvl2pPr>
            <a:lvl3pPr lvl="2" algn="ctr">
              <a:spcBef>
                <a:spcPts val="720"/>
              </a:spcBef>
              <a:spcAft>
                <a:spcPts val="0"/>
              </a:spcAft>
              <a:buSzPts val="1920"/>
              <a:buNone/>
              <a:defRPr>
                <a:solidFill>
                  <a:schemeClr val="lt1"/>
                </a:solidFill>
              </a:defRPr>
            </a:lvl3pPr>
            <a:lvl4pPr lvl="3" algn="ctr">
              <a:spcBef>
                <a:spcPts val="720"/>
              </a:spcBef>
              <a:spcAft>
                <a:spcPts val="0"/>
              </a:spcAft>
              <a:buSzPts val="1680"/>
              <a:buNone/>
              <a:defRPr>
                <a:solidFill>
                  <a:schemeClr val="lt1"/>
                </a:solidFill>
              </a:defRPr>
            </a:lvl4pPr>
            <a:lvl5pPr lvl="4" algn="ctr">
              <a:spcBef>
                <a:spcPts val="720"/>
              </a:spcBef>
              <a:spcAft>
                <a:spcPts val="0"/>
              </a:spcAft>
              <a:buSzPts val="1680"/>
              <a:buNone/>
              <a:defRPr>
                <a:solidFill>
                  <a:schemeClr val="lt1"/>
                </a:solidFill>
              </a:defRPr>
            </a:lvl5pPr>
            <a:lvl6pPr lvl="5" algn="ctr">
              <a:spcBef>
                <a:spcPts val="720"/>
              </a:spcBef>
              <a:spcAft>
                <a:spcPts val="0"/>
              </a:spcAft>
              <a:buSzPts val="1440"/>
              <a:buNone/>
              <a:defRPr>
                <a:solidFill>
                  <a:schemeClr val="lt1"/>
                </a:solidFill>
              </a:defRPr>
            </a:lvl6pPr>
            <a:lvl7pPr lvl="6" algn="ctr">
              <a:spcBef>
                <a:spcPts val="720"/>
              </a:spcBef>
              <a:spcAft>
                <a:spcPts val="0"/>
              </a:spcAft>
              <a:buSzPts val="1440"/>
              <a:buNone/>
              <a:defRPr>
                <a:solidFill>
                  <a:schemeClr val="lt1"/>
                </a:solidFill>
              </a:defRPr>
            </a:lvl7pPr>
            <a:lvl8pPr lvl="7" algn="ctr">
              <a:spcBef>
                <a:spcPts val="720"/>
              </a:spcBef>
              <a:spcAft>
                <a:spcPts val="0"/>
              </a:spcAft>
              <a:buSzPts val="1440"/>
              <a:buNone/>
              <a:defRPr>
                <a:solidFill>
                  <a:schemeClr val="lt1"/>
                </a:solidFill>
              </a:defRPr>
            </a:lvl8pPr>
            <a:lvl9pPr lvl="8" algn="ctr">
              <a:spcBef>
                <a:spcPts val="720"/>
              </a:spcBef>
              <a:spcAft>
                <a:spcPts val="720"/>
              </a:spcAft>
              <a:buSzPts val="1440"/>
              <a:buNone/>
              <a:defRPr>
                <a:solidFill>
                  <a:schemeClr val="lt1"/>
                </a:solidFill>
              </a:defRPr>
            </a:lvl9pPr>
          </a:lstStyle>
          <a:p/>
        </p:txBody>
      </p:sp>
      <p:sp>
        <p:nvSpPr>
          <p:cNvPr id="24" name="Google Shape;24;p22"/>
          <p:cNvSpPr txBox="1"/>
          <p:nvPr>
            <p:ph idx="10" type="dt"/>
          </p:nvPr>
        </p:nvSpPr>
        <p:spPr>
          <a:xfrm>
            <a:off x="10605134" y="7059931"/>
            <a:ext cx="1920240" cy="4381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2"/>
          <p:cNvSpPr txBox="1"/>
          <p:nvPr>
            <p:ph idx="11" type="ftr"/>
          </p:nvPr>
        </p:nvSpPr>
        <p:spPr>
          <a:xfrm>
            <a:off x="1369694" y="7059931"/>
            <a:ext cx="9052560" cy="4381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2"/>
          <p:cNvSpPr txBox="1"/>
          <p:nvPr>
            <p:ph idx="12" type="sldNum"/>
          </p:nvPr>
        </p:nvSpPr>
        <p:spPr>
          <a:xfrm>
            <a:off x="12616815" y="7059931"/>
            <a:ext cx="661400" cy="43815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23"/>
          <p:cNvSpPr txBox="1"/>
          <p:nvPr>
            <p:ph type="title"/>
          </p:nvPr>
        </p:nvSpPr>
        <p:spPr>
          <a:xfrm>
            <a:off x="1369695" y="731520"/>
            <a:ext cx="11887198" cy="2286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3"/>
          <p:cNvSpPr txBox="1"/>
          <p:nvPr>
            <p:ph idx="1" type="body"/>
          </p:nvPr>
        </p:nvSpPr>
        <p:spPr>
          <a:xfrm>
            <a:off x="1369695" y="3200400"/>
            <a:ext cx="11887198" cy="3749041"/>
          </a:xfrm>
          <a:prstGeom prst="rect">
            <a:avLst/>
          </a:prstGeom>
          <a:noFill/>
          <a:ln>
            <a:noFill/>
          </a:ln>
        </p:spPr>
        <p:txBody>
          <a:bodyPr anchorCtr="0" anchor="ctr"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720"/>
              </a:spcBef>
              <a:spcAft>
                <a:spcPts val="0"/>
              </a:spcAft>
              <a:buSzPts val="1800"/>
              <a:buChar char="•"/>
              <a:defRPr/>
            </a:lvl2pPr>
            <a:lvl3pPr indent="-342900" lvl="2" marL="1371600" algn="l">
              <a:spcBef>
                <a:spcPts val="720"/>
              </a:spcBef>
              <a:spcAft>
                <a:spcPts val="0"/>
              </a:spcAft>
              <a:buSzPts val="1800"/>
              <a:buChar char="•"/>
              <a:defRPr/>
            </a:lvl3pPr>
            <a:lvl4pPr indent="-342900" lvl="3" marL="1828800" algn="l">
              <a:spcBef>
                <a:spcPts val="720"/>
              </a:spcBef>
              <a:spcAft>
                <a:spcPts val="0"/>
              </a:spcAft>
              <a:buSzPts val="1800"/>
              <a:buChar char="•"/>
              <a:defRPr/>
            </a:lvl4pPr>
            <a:lvl5pPr indent="-342900" lvl="4" marL="2286000" algn="l">
              <a:spcBef>
                <a:spcPts val="720"/>
              </a:spcBef>
              <a:spcAft>
                <a:spcPts val="0"/>
              </a:spcAft>
              <a:buSzPts val="1800"/>
              <a:buChar char="•"/>
              <a:defRPr/>
            </a:lvl5pPr>
            <a:lvl6pPr indent="-342900" lvl="5" marL="2743200" algn="l">
              <a:spcBef>
                <a:spcPts val="720"/>
              </a:spcBef>
              <a:spcAft>
                <a:spcPts val="0"/>
              </a:spcAft>
              <a:buSzPts val="1800"/>
              <a:buChar char="•"/>
              <a:defRPr/>
            </a:lvl6pPr>
            <a:lvl7pPr indent="-342900" lvl="6" marL="3200400" algn="l">
              <a:spcBef>
                <a:spcPts val="720"/>
              </a:spcBef>
              <a:spcAft>
                <a:spcPts val="0"/>
              </a:spcAft>
              <a:buSzPts val="1800"/>
              <a:buChar char="•"/>
              <a:defRPr/>
            </a:lvl7pPr>
            <a:lvl8pPr indent="-342900" lvl="7" marL="3657600" algn="l">
              <a:spcBef>
                <a:spcPts val="720"/>
              </a:spcBef>
              <a:spcAft>
                <a:spcPts val="0"/>
              </a:spcAft>
              <a:buSzPts val="1800"/>
              <a:buChar char="•"/>
              <a:defRPr/>
            </a:lvl8pPr>
            <a:lvl9pPr indent="-342900" lvl="8" marL="4114800" algn="l">
              <a:spcBef>
                <a:spcPts val="720"/>
              </a:spcBef>
              <a:spcAft>
                <a:spcPts val="720"/>
              </a:spcAft>
              <a:buSzPts val="1800"/>
              <a:buChar char="•"/>
              <a:defRPr/>
            </a:lvl9pPr>
          </a:lstStyle>
          <a:p/>
        </p:txBody>
      </p:sp>
      <p:sp>
        <p:nvSpPr>
          <p:cNvPr id="30" name="Google Shape;30;p23"/>
          <p:cNvSpPr txBox="1"/>
          <p:nvPr>
            <p:ph idx="10" type="dt"/>
          </p:nvPr>
        </p:nvSpPr>
        <p:spPr>
          <a:xfrm>
            <a:off x="10605134" y="7059931"/>
            <a:ext cx="1920240" cy="4381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3"/>
          <p:cNvSpPr txBox="1"/>
          <p:nvPr>
            <p:ph idx="11" type="ftr"/>
          </p:nvPr>
        </p:nvSpPr>
        <p:spPr>
          <a:xfrm>
            <a:off x="1369694" y="7059931"/>
            <a:ext cx="9052560" cy="4381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3"/>
          <p:cNvSpPr txBox="1"/>
          <p:nvPr>
            <p:ph idx="12" type="sldNum"/>
          </p:nvPr>
        </p:nvSpPr>
        <p:spPr>
          <a:xfrm>
            <a:off x="12616815" y="7059931"/>
            <a:ext cx="661400" cy="43815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24"/>
          <p:cNvSpPr txBox="1"/>
          <p:nvPr>
            <p:ph type="title"/>
          </p:nvPr>
        </p:nvSpPr>
        <p:spPr>
          <a:xfrm>
            <a:off x="2101216" y="3970297"/>
            <a:ext cx="10424160" cy="1762560"/>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lt1"/>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4"/>
          <p:cNvSpPr txBox="1"/>
          <p:nvPr>
            <p:ph idx="1" type="body"/>
          </p:nvPr>
        </p:nvSpPr>
        <p:spPr>
          <a:xfrm>
            <a:off x="2101214" y="5732857"/>
            <a:ext cx="10424161" cy="1032480"/>
          </a:xfrm>
          <a:prstGeom prst="rect">
            <a:avLst/>
          </a:prstGeom>
          <a:noFill/>
          <a:ln>
            <a:noFill/>
          </a:ln>
        </p:spPr>
        <p:txBody>
          <a:bodyPr anchorCtr="0" anchor="t" bIns="45700" lIns="91425" spcFirstLastPara="1" rIns="91425" wrap="square" tIns="45700">
            <a:normAutofit/>
          </a:bodyPr>
          <a:lstStyle>
            <a:lvl1pPr indent="-228600" lvl="0" marL="457200" algn="r">
              <a:spcBef>
                <a:spcPts val="480"/>
              </a:spcBef>
              <a:spcAft>
                <a:spcPts val="0"/>
              </a:spcAft>
              <a:buSzPts val="2400"/>
              <a:buNone/>
              <a:defRPr sz="2400">
                <a:solidFill>
                  <a:schemeClr val="lt1"/>
                </a:solidFill>
              </a:defRPr>
            </a:lvl1pPr>
            <a:lvl2pPr indent="-228600" lvl="1" marL="914400" algn="l">
              <a:spcBef>
                <a:spcPts val="720"/>
              </a:spcBef>
              <a:spcAft>
                <a:spcPts val="0"/>
              </a:spcAft>
              <a:buSzPts val="2160"/>
              <a:buNone/>
              <a:defRPr sz="2160">
                <a:solidFill>
                  <a:schemeClr val="lt1"/>
                </a:solidFill>
              </a:defRPr>
            </a:lvl2pPr>
            <a:lvl3pPr indent="-228600" lvl="2" marL="1371600" algn="l">
              <a:spcBef>
                <a:spcPts val="720"/>
              </a:spcBef>
              <a:spcAft>
                <a:spcPts val="0"/>
              </a:spcAft>
              <a:buSzPts val="1920"/>
              <a:buNone/>
              <a:defRPr sz="1920">
                <a:solidFill>
                  <a:schemeClr val="lt1"/>
                </a:solidFill>
              </a:defRPr>
            </a:lvl3pPr>
            <a:lvl4pPr indent="-228600" lvl="3" marL="1828800" algn="l">
              <a:spcBef>
                <a:spcPts val="720"/>
              </a:spcBef>
              <a:spcAft>
                <a:spcPts val="0"/>
              </a:spcAft>
              <a:buSzPts val="1680"/>
              <a:buNone/>
              <a:defRPr sz="1679">
                <a:solidFill>
                  <a:schemeClr val="lt1"/>
                </a:solidFill>
              </a:defRPr>
            </a:lvl4pPr>
            <a:lvl5pPr indent="-228600" lvl="4" marL="2286000" algn="l">
              <a:spcBef>
                <a:spcPts val="720"/>
              </a:spcBef>
              <a:spcAft>
                <a:spcPts val="0"/>
              </a:spcAft>
              <a:buSzPts val="1680"/>
              <a:buNone/>
              <a:defRPr sz="1679">
                <a:solidFill>
                  <a:schemeClr val="lt1"/>
                </a:solidFill>
              </a:defRPr>
            </a:lvl5pPr>
            <a:lvl6pPr indent="-228600" lvl="5" marL="2743200" algn="l">
              <a:spcBef>
                <a:spcPts val="720"/>
              </a:spcBef>
              <a:spcAft>
                <a:spcPts val="0"/>
              </a:spcAft>
              <a:buSzPts val="1680"/>
              <a:buNone/>
              <a:defRPr sz="1679">
                <a:solidFill>
                  <a:schemeClr val="lt1"/>
                </a:solidFill>
              </a:defRPr>
            </a:lvl6pPr>
            <a:lvl7pPr indent="-228600" lvl="6" marL="3200400" algn="l">
              <a:spcBef>
                <a:spcPts val="720"/>
              </a:spcBef>
              <a:spcAft>
                <a:spcPts val="0"/>
              </a:spcAft>
              <a:buSzPts val="1680"/>
              <a:buNone/>
              <a:defRPr sz="1679">
                <a:solidFill>
                  <a:schemeClr val="lt1"/>
                </a:solidFill>
              </a:defRPr>
            </a:lvl7pPr>
            <a:lvl8pPr indent="-228600" lvl="7" marL="3657600" algn="l">
              <a:spcBef>
                <a:spcPts val="720"/>
              </a:spcBef>
              <a:spcAft>
                <a:spcPts val="0"/>
              </a:spcAft>
              <a:buSzPts val="1680"/>
              <a:buNone/>
              <a:defRPr sz="1679">
                <a:solidFill>
                  <a:schemeClr val="lt1"/>
                </a:solidFill>
              </a:defRPr>
            </a:lvl8pPr>
            <a:lvl9pPr indent="-228600" lvl="8" marL="4114800" algn="l">
              <a:spcBef>
                <a:spcPts val="720"/>
              </a:spcBef>
              <a:spcAft>
                <a:spcPts val="720"/>
              </a:spcAft>
              <a:buSzPts val="1680"/>
              <a:buNone/>
              <a:defRPr sz="1679">
                <a:solidFill>
                  <a:schemeClr val="lt1"/>
                </a:solidFill>
              </a:defRPr>
            </a:lvl9pPr>
          </a:lstStyle>
          <a:p/>
        </p:txBody>
      </p:sp>
      <p:sp>
        <p:nvSpPr>
          <p:cNvPr id="36" name="Google Shape;36;p24"/>
          <p:cNvSpPr txBox="1"/>
          <p:nvPr>
            <p:ph idx="10" type="dt"/>
          </p:nvPr>
        </p:nvSpPr>
        <p:spPr>
          <a:xfrm>
            <a:off x="10605134" y="7059931"/>
            <a:ext cx="1920240" cy="4381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4"/>
          <p:cNvSpPr txBox="1"/>
          <p:nvPr>
            <p:ph idx="11" type="ftr"/>
          </p:nvPr>
        </p:nvSpPr>
        <p:spPr>
          <a:xfrm>
            <a:off x="1369694" y="7059931"/>
            <a:ext cx="9052560" cy="4381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4"/>
          <p:cNvSpPr txBox="1"/>
          <p:nvPr>
            <p:ph idx="12" type="sldNum"/>
          </p:nvPr>
        </p:nvSpPr>
        <p:spPr>
          <a:xfrm>
            <a:off x="12616815" y="7059931"/>
            <a:ext cx="661400" cy="43815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25"/>
          <p:cNvSpPr txBox="1"/>
          <p:nvPr>
            <p:ph type="title"/>
          </p:nvPr>
        </p:nvSpPr>
        <p:spPr>
          <a:xfrm>
            <a:off x="1369695" y="731520"/>
            <a:ext cx="11887198" cy="2286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5"/>
          <p:cNvSpPr txBox="1"/>
          <p:nvPr>
            <p:ph idx="1" type="body"/>
          </p:nvPr>
        </p:nvSpPr>
        <p:spPr>
          <a:xfrm>
            <a:off x="1369694" y="3200400"/>
            <a:ext cx="5852160" cy="3749041"/>
          </a:xfrm>
          <a:prstGeom prst="rect">
            <a:avLst/>
          </a:prstGeom>
          <a:noFill/>
          <a:ln>
            <a:noFill/>
          </a:ln>
        </p:spPr>
        <p:txBody>
          <a:bodyPr anchorCtr="0" anchor="ctr" bIns="45700" lIns="91425" spcFirstLastPara="1" rIns="91425" wrap="square" tIns="45700">
            <a:normAutofit/>
          </a:bodyPr>
          <a:lstStyle>
            <a:lvl1pPr indent="-365760" lvl="0" marL="457200" algn="l">
              <a:spcBef>
                <a:spcPts val="432"/>
              </a:spcBef>
              <a:spcAft>
                <a:spcPts val="0"/>
              </a:spcAft>
              <a:buSzPts val="2160"/>
              <a:buChar char="•"/>
              <a:defRPr sz="2160"/>
            </a:lvl1pPr>
            <a:lvl2pPr indent="-350519" lvl="1" marL="914400" algn="l">
              <a:spcBef>
                <a:spcPts val="720"/>
              </a:spcBef>
              <a:spcAft>
                <a:spcPts val="0"/>
              </a:spcAft>
              <a:buSzPts val="1920"/>
              <a:buChar char="•"/>
              <a:defRPr sz="1920"/>
            </a:lvl2pPr>
            <a:lvl3pPr indent="-335280" lvl="2" marL="1371600" algn="l">
              <a:spcBef>
                <a:spcPts val="720"/>
              </a:spcBef>
              <a:spcAft>
                <a:spcPts val="0"/>
              </a:spcAft>
              <a:buSzPts val="1680"/>
              <a:buChar char="•"/>
              <a:defRPr sz="1679"/>
            </a:lvl3pPr>
            <a:lvl4pPr indent="-320039" lvl="3" marL="1828800" algn="l">
              <a:spcBef>
                <a:spcPts val="720"/>
              </a:spcBef>
              <a:spcAft>
                <a:spcPts val="0"/>
              </a:spcAft>
              <a:buSzPts val="1440"/>
              <a:buChar char="•"/>
              <a:defRPr sz="1440"/>
            </a:lvl4pPr>
            <a:lvl5pPr indent="-320039" lvl="4" marL="2286000" algn="l">
              <a:spcBef>
                <a:spcPts val="720"/>
              </a:spcBef>
              <a:spcAft>
                <a:spcPts val="0"/>
              </a:spcAft>
              <a:buSzPts val="1440"/>
              <a:buChar char="•"/>
              <a:defRPr sz="1440"/>
            </a:lvl5pPr>
            <a:lvl6pPr indent="-320039" lvl="5" marL="2743200" algn="l">
              <a:spcBef>
                <a:spcPts val="720"/>
              </a:spcBef>
              <a:spcAft>
                <a:spcPts val="0"/>
              </a:spcAft>
              <a:buSzPts val="1440"/>
              <a:buChar char="•"/>
              <a:defRPr sz="1440"/>
            </a:lvl6pPr>
            <a:lvl7pPr indent="-320039" lvl="6" marL="3200400" algn="l">
              <a:spcBef>
                <a:spcPts val="720"/>
              </a:spcBef>
              <a:spcAft>
                <a:spcPts val="0"/>
              </a:spcAft>
              <a:buSzPts val="1440"/>
              <a:buChar char="•"/>
              <a:defRPr sz="1440"/>
            </a:lvl7pPr>
            <a:lvl8pPr indent="-320040" lvl="7" marL="3657600" algn="l">
              <a:spcBef>
                <a:spcPts val="720"/>
              </a:spcBef>
              <a:spcAft>
                <a:spcPts val="0"/>
              </a:spcAft>
              <a:buSzPts val="1440"/>
              <a:buChar char="•"/>
              <a:defRPr sz="1440"/>
            </a:lvl8pPr>
            <a:lvl9pPr indent="-320040" lvl="8" marL="4114800" algn="l">
              <a:spcBef>
                <a:spcPts val="720"/>
              </a:spcBef>
              <a:spcAft>
                <a:spcPts val="720"/>
              </a:spcAft>
              <a:buSzPts val="1440"/>
              <a:buChar char="•"/>
              <a:defRPr sz="1440"/>
            </a:lvl9pPr>
          </a:lstStyle>
          <a:p/>
        </p:txBody>
      </p:sp>
      <p:sp>
        <p:nvSpPr>
          <p:cNvPr id="42" name="Google Shape;42;p25"/>
          <p:cNvSpPr txBox="1"/>
          <p:nvPr>
            <p:ph idx="2" type="body"/>
          </p:nvPr>
        </p:nvSpPr>
        <p:spPr>
          <a:xfrm>
            <a:off x="7404734" y="3200400"/>
            <a:ext cx="5852160" cy="3749040"/>
          </a:xfrm>
          <a:prstGeom prst="rect">
            <a:avLst/>
          </a:prstGeom>
          <a:noFill/>
          <a:ln>
            <a:noFill/>
          </a:ln>
        </p:spPr>
        <p:txBody>
          <a:bodyPr anchorCtr="0" anchor="ctr" bIns="45700" lIns="91425" spcFirstLastPara="1" rIns="91425" wrap="square" tIns="45700">
            <a:normAutofit/>
          </a:bodyPr>
          <a:lstStyle>
            <a:lvl1pPr indent="-365760" lvl="0" marL="457200" algn="l">
              <a:spcBef>
                <a:spcPts val="432"/>
              </a:spcBef>
              <a:spcAft>
                <a:spcPts val="0"/>
              </a:spcAft>
              <a:buSzPts val="2160"/>
              <a:buChar char="•"/>
              <a:defRPr sz="2160"/>
            </a:lvl1pPr>
            <a:lvl2pPr indent="-350519" lvl="1" marL="914400" algn="l">
              <a:spcBef>
                <a:spcPts val="720"/>
              </a:spcBef>
              <a:spcAft>
                <a:spcPts val="0"/>
              </a:spcAft>
              <a:buSzPts val="1920"/>
              <a:buChar char="•"/>
              <a:defRPr sz="1920"/>
            </a:lvl2pPr>
            <a:lvl3pPr indent="-335280" lvl="2" marL="1371600" algn="l">
              <a:spcBef>
                <a:spcPts val="720"/>
              </a:spcBef>
              <a:spcAft>
                <a:spcPts val="0"/>
              </a:spcAft>
              <a:buSzPts val="1680"/>
              <a:buChar char="•"/>
              <a:defRPr sz="1679"/>
            </a:lvl3pPr>
            <a:lvl4pPr indent="-320039" lvl="3" marL="1828800" algn="l">
              <a:spcBef>
                <a:spcPts val="720"/>
              </a:spcBef>
              <a:spcAft>
                <a:spcPts val="0"/>
              </a:spcAft>
              <a:buSzPts val="1440"/>
              <a:buChar char="•"/>
              <a:defRPr sz="1440"/>
            </a:lvl4pPr>
            <a:lvl5pPr indent="-320039" lvl="4" marL="2286000" algn="l">
              <a:spcBef>
                <a:spcPts val="720"/>
              </a:spcBef>
              <a:spcAft>
                <a:spcPts val="0"/>
              </a:spcAft>
              <a:buSzPts val="1440"/>
              <a:buChar char="•"/>
              <a:defRPr sz="1440"/>
            </a:lvl5pPr>
            <a:lvl6pPr indent="-320039" lvl="5" marL="2743200" algn="l">
              <a:spcBef>
                <a:spcPts val="720"/>
              </a:spcBef>
              <a:spcAft>
                <a:spcPts val="0"/>
              </a:spcAft>
              <a:buSzPts val="1440"/>
              <a:buChar char="•"/>
              <a:defRPr sz="1440"/>
            </a:lvl6pPr>
            <a:lvl7pPr indent="-320039" lvl="6" marL="3200400" algn="l">
              <a:spcBef>
                <a:spcPts val="720"/>
              </a:spcBef>
              <a:spcAft>
                <a:spcPts val="0"/>
              </a:spcAft>
              <a:buSzPts val="1440"/>
              <a:buChar char="•"/>
              <a:defRPr sz="1440"/>
            </a:lvl7pPr>
            <a:lvl8pPr indent="-320040" lvl="7" marL="3657600" algn="l">
              <a:spcBef>
                <a:spcPts val="720"/>
              </a:spcBef>
              <a:spcAft>
                <a:spcPts val="0"/>
              </a:spcAft>
              <a:buSzPts val="1440"/>
              <a:buChar char="•"/>
              <a:defRPr sz="1440"/>
            </a:lvl8pPr>
            <a:lvl9pPr indent="-320040" lvl="8" marL="4114800" algn="l">
              <a:spcBef>
                <a:spcPts val="720"/>
              </a:spcBef>
              <a:spcAft>
                <a:spcPts val="720"/>
              </a:spcAft>
              <a:buSzPts val="1440"/>
              <a:buChar char="•"/>
              <a:defRPr sz="1440"/>
            </a:lvl9pPr>
          </a:lstStyle>
          <a:p/>
        </p:txBody>
      </p:sp>
      <p:sp>
        <p:nvSpPr>
          <p:cNvPr id="43" name="Google Shape;43;p25"/>
          <p:cNvSpPr txBox="1"/>
          <p:nvPr>
            <p:ph idx="10" type="dt"/>
          </p:nvPr>
        </p:nvSpPr>
        <p:spPr>
          <a:xfrm>
            <a:off x="10605134" y="7059931"/>
            <a:ext cx="1920240" cy="4381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5"/>
          <p:cNvSpPr txBox="1"/>
          <p:nvPr>
            <p:ph idx="11" type="ftr"/>
          </p:nvPr>
        </p:nvSpPr>
        <p:spPr>
          <a:xfrm>
            <a:off x="1369694" y="7059931"/>
            <a:ext cx="9052560" cy="4381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5"/>
          <p:cNvSpPr txBox="1"/>
          <p:nvPr>
            <p:ph idx="12" type="sldNum"/>
          </p:nvPr>
        </p:nvSpPr>
        <p:spPr>
          <a:xfrm>
            <a:off x="12616815" y="7059931"/>
            <a:ext cx="661400" cy="43815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26"/>
          <p:cNvSpPr txBox="1"/>
          <p:nvPr>
            <p:ph type="title"/>
          </p:nvPr>
        </p:nvSpPr>
        <p:spPr>
          <a:xfrm>
            <a:off x="1369695" y="731520"/>
            <a:ext cx="11887198" cy="2286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384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6"/>
          <p:cNvSpPr txBox="1"/>
          <p:nvPr>
            <p:ph idx="1" type="body"/>
          </p:nvPr>
        </p:nvSpPr>
        <p:spPr>
          <a:xfrm>
            <a:off x="1715137" y="3190240"/>
            <a:ext cx="5506717" cy="691514"/>
          </a:xfrm>
          <a:prstGeom prst="rect">
            <a:avLst/>
          </a:prstGeom>
          <a:noFill/>
          <a:ln>
            <a:noFill/>
          </a:ln>
        </p:spPr>
        <p:txBody>
          <a:bodyPr anchorCtr="0" anchor="b" bIns="45700" lIns="91425" spcFirstLastPara="1" rIns="91425" wrap="square" tIns="45700">
            <a:noAutofit/>
          </a:bodyPr>
          <a:lstStyle>
            <a:lvl1pPr indent="-228600" lvl="0" marL="457200" algn="l">
              <a:spcBef>
                <a:spcPts val="672"/>
              </a:spcBef>
              <a:spcAft>
                <a:spcPts val="0"/>
              </a:spcAft>
              <a:buSzPts val="3360"/>
              <a:buNone/>
              <a:defRPr b="0" sz="3359"/>
            </a:lvl1pPr>
            <a:lvl2pPr indent="-228600" lvl="1" marL="914400" algn="l">
              <a:spcBef>
                <a:spcPts val="720"/>
              </a:spcBef>
              <a:spcAft>
                <a:spcPts val="0"/>
              </a:spcAft>
              <a:buSzPts val="2400"/>
              <a:buNone/>
              <a:defRPr b="1" sz="2400"/>
            </a:lvl2pPr>
            <a:lvl3pPr indent="-228600" lvl="2" marL="1371600" algn="l">
              <a:spcBef>
                <a:spcPts val="720"/>
              </a:spcBef>
              <a:spcAft>
                <a:spcPts val="0"/>
              </a:spcAft>
              <a:buSzPts val="2160"/>
              <a:buNone/>
              <a:defRPr b="1" sz="2160"/>
            </a:lvl3pPr>
            <a:lvl4pPr indent="-228600" lvl="3" marL="1828800" algn="l">
              <a:spcBef>
                <a:spcPts val="720"/>
              </a:spcBef>
              <a:spcAft>
                <a:spcPts val="0"/>
              </a:spcAft>
              <a:buSzPts val="1920"/>
              <a:buNone/>
              <a:defRPr b="1" sz="1920"/>
            </a:lvl4pPr>
            <a:lvl5pPr indent="-228600" lvl="4" marL="2286000" algn="l">
              <a:spcBef>
                <a:spcPts val="720"/>
              </a:spcBef>
              <a:spcAft>
                <a:spcPts val="0"/>
              </a:spcAft>
              <a:buSzPts val="1920"/>
              <a:buNone/>
              <a:defRPr b="1" sz="1920"/>
            </a:lvl5pPr>
            <a:lvl6pPr indent="-228600" lvl="5" marL="2743200" algn="l">
              <a:spcBef>
                <a:spcPts val="720"/>
              </a:spcBef>
              <a:spcAft>
                <a:spcPts val="0"/>
              </a:spcAft>
              <a:buSzPts val="1920"/>
              <a:buNone/>
              <a:defRPr b="1" sz="1920"/>
            </a:lvl6pPr>
            <a:lvl7pPr indent="-228600" lvl="6" marL="3200400" algn="l">
              <a:spcBef>
                <a:spcPts val="720"/>
              </a:spcBef>
              <a:spcAft>
                <a:spcPts val="0"/>
              </a:spcAft>
              <a:buSzPts val="1920"/>
              <a:buNone/>
              <a:defRPr b="1" sz="1920"/>
            </a:lvl7pPr>
            <a:lvl8pPr indent="-228600" lvl="7" marL="3657600" algn="l">
              <a:spcBef>
                <a:spcPts val="720"/>
              </a:spcBef>
              <a:spcAft>
                <a:spcPts val="0"/>
              </a:spcAft>
              <a:buSzPts val="1920"/>
              <a:buNone/>
              <a:defRPr b="1" sz="1920"/>
            </a:lvl8pPr>
            <a:lvl9pPr indent="-228600" lvl="8" marL="4114800" algn="l">
              <a:spcBef>
                <a:spcPts val="720"/>
              </a:spcBef>
              <a:spcAft>
                <a:spcPts val="720"/>
              </a:spcAft>
              <a:buSzPts val="1920"/>
              <a:buNone/>
              <a:defRPr b="1" sz="1920"/>
            </a:lvl9pPr>
          </a:lstStyle>
          <a:p/>
        </p:txBody>
      </p:sp>
      <p:sp>
        <p:nvSpPr>
          <p:cNvPr id="49" name="Google Shape;49;p26"/>
          <p:cNvSpPr txBox="1"/>
          <p:nvPr>
            <p:ph idx="2" type="body"/>
          </p:nvPr>
        </p:nvSpPr>
        <p:spPr>
          <a:xfrm>
            <a:off x="1369694" y="3891915"/>
            <a:ext cx="5852160" cy="3057524"/>
          </a:xfrm>
          <a:prstGeom prst="rect">
            <a:avLst/>
          </a:prstGeom>
          <a:noFill/>
          <a:ln>
            <a:noFill/>
          </a:ln>
        </p:spPr>
        <p:txBody>
          <a:bodyPr anchorCtr="0" anchor="t" bIns="45700" lIns="91425" spcFirstLastPara="1" rIns="91425" wrap="square" tIns="45700">
            <a:normAutofit/>
          </a:bodyPr>
          <a:lstStyle>
            <a:lvl1pPr indent="-365760" lvl="0" marL="457200" algn="l">
              <a:spcBef>
                <a:spcPts val="432"/>
              </a:spcBef>
              <a:spcAft>
                <a:spcPts val="0"/>
              </a:spcAft>
              <a:buSzPts val="2160"/>
              <a:buChar char="•"/>
              <a:defRPr sz="2160"/>
            </a:lvl1pPr>
            <a:lvl2pPr indent="-350519" lvl="1" marL="914400" algn="l">
              <a:spcBef>
                <a:spcPts val="720"/>
              </a:spcBef>
              <a:spcAft>
                <a:spcPts val="0"/>
              </a:spcAft>
              <a:buSzPts val="1920"/>
              <a:buChar char="•"/>
              <a:defRPr sz="1920"/>
            </a:lvl2pPr>
            <a:lvl3pPr indent="-335280" lvl="2" marL="1371600" algn="l">
              <a:spcBef>
                <a:spcPts val="720"/>
              </a:spcBef>
              <a:spcAft>
                <a:spcPts val="0"/>
              </a:spcAft>
              <a:buSzPts val="1680"/>
              <a:buChar char="•"/>
              <a:defRPr sz="1679"/>
            </a:lvl3pPr>
            <a:lvl4pPr indent="-320039" lvl="3" marL="1828800" algn="l">
              <a:spcBef>
                <a:spcPts val="720"/>
              </a:spcBef>
              <a:spcAft>
                <a:spcPts val="0"/>
              </a:spcAft>
              <a:buSzPts val="1440"/>
              <a:buChar char="•"/>
              <a:defRPr sz="1440"/>
            </a:lvl4pPr>
            <a:lvl5pPr indent="-320039" lvl="4" marL="2286000" algn="l">
              <a:spcBef>
                <a:spcPts val="720"/>
              </a:spcBef>
              <a:spcAft>
                <a:spcPts val="0"/>
              </a:spcAft>
              <a:buSzPts val="1440"/>
              <a:buChar char="•"/>
              <a:defRPr sz="1440"/>
            </a:lvl5pPr>
            <a:lvl6pPr indent="-320039" lvl="5" marL="2743200" algn="l">
              <a:spcBef>
                <a:spcPts val="720"/>
              </a:spcBef>
              <a:spcAft>
                <a:spcPts val="0"/>
              </a:spcAft>
              <a:buSzPts val="1440"/>
              <a:buChar char="•"/>
              <a:defRPr sz="1440"/>
            </a:lvl6pPr>
            <a:lvl7pPr indent="-320039" lvl="6" marL="3200400" algn="l">
              <a:spcBef>
                <a:spcPts val="720"/>
              </a:spcBef>
              <a:spcAft>
                <a:spcPts val="0"/>
              </a:spcAft>
              <a:buSzPts val="1440"/>
              <a:buChar char="•"/>
              <a:defRPr sz="1440"/>
            </a:lvl7pPr>
            <a:lvl8pPr indent="-320040" lvl="7" marL="3657600" algn="l">
              <a:spcBef>
                <a:spcPts val="720"/>
              </a:spcBef>
              <a:spcAft>
                <a:spcPts val="0"/>
              </a:spcAft>
              <a:buSzPts val="1440"/>
              <a:buChar char="•"/>
              <a:defRPr sz="1440"/>
            </a:lvl8pPr>
            <a:lvl9pPr indent="-320040" lvl="8" marL="4114800" algn="l">
              <a:spcBef>
                <a:spcPts val="720"/>
              </a:spcBef>
              <a:spcAft>
                <a:spcPts val="720"/>
              </a:spcAft>
              <a:buSzPts val="1440"/>
              <a:buChar char="•"/>
              <a:defRPr sz="1440"/>
            </a:lvl9pPr>
          </a:lstStyle>
          <a:p/>
        </p:txBody>
      </p:sp>
      <p:sp>
        <p:nvSpPr>
          <p:cNvPr id="50" name="Google Shape;50;p26"/>
          <p:cNvSpPr txBox="1"/>
          <p:nvPr>
            <p:ph idx="3" type="body"/>
          </p:nvPr>
        </p:nvSpPr>
        <p:spPr>
          <a:xfrm>
            <a:off x="7731760" y="3200400"/>
            <a:ext cx="5525136" cy="691514"/>
          </a:xfrm>
          <a:prstGeom prst="rect">
            <a:avLst/>
          </a:prstGeom>
          <a:noFill/>
          <a:ln>
            <a:noFill/>
          </a:ln>
        </p:spPr>
        <p:txBody>
          <a:bodyPr anchorCtr="0" anchor="b" bIns="45700" lIns="91425" spcFirstLastPara="1" rIns="91425" wrap="square" tIns="45700">
            <a:noAutofit/>
          </a:bodyPr>
          <a:lstStyle>
            <a:lvl1pPr indent="-228600" lvl="0" marL="457200" algn="l">
              <a:spcBef>
                <a:spcPts val="672"/>
              </a:spcBef>
              <a:spcAft>
                <a:spcPts val="0"/>
              </a:spcAft>
              <a:buSzPts val="3360"/>
              <a:buNone/>
              <a:defRPr b="0" sz="3359"/>
            </a:lvl1pPr>
            <a:lvl2pPr indent="-228600" lvl="1" marL="914400" algn="l">
              <a:spcBef>
                <a:spcPts val="720"/>
              </a:spcBef>
              <a:spcAft>
                <a:spcPts val="0"/>
              </a:spcAft>
              <a:buSzPts val="2400"/>
              <a:buNone/>
              <a:defRPr b="1" sz="2400"/>
            </a:lvl2pPr>
            <a:lvl3pPr indent="-228600" lvl="2" marL="1371600" algn="l">
              <a:spcBef>
                <a:spcPts val="720"/>
              </a:spcBef>
              <a:spcAft>
                <a:spcPts val="0"/>
              </a:spcAft>
              <a:buSzPts val="2160"/>
              <a:buNone/>
              <a:defRPr b="1" sz="2160"/>
            </a:lvl3pPr>
            <a:lvl4pPr indent="-228600" lvl="3" marL="1828800" algn="l">
              <a:spcBef>
                <a:spcPts val="720"/>
              </a:spcBef>
              <a:spcAft>
                <a:spcPts val="0"/>
              </a:spcAft>
              <a:buSzPts val="1920"/>
              <a:buNone/>
              <a:defRPr b="1" sz="1920"/>
            </a:lvl4pPr>
            <a:lvl5pPr indent="-228600" lvl="4" marL="2286000" algn="l">
              <a:spcBef>
                <a:spcPts val="720"/>
              </a:spcBef>
              <a:spcAft>
                <a:spcPts val="0"/>
              </a:spcAft>
              <a:buSzPts val="1920"/>
              <a:buNone/>
              <a:defRPr b="1" sz="1920"/>
            </a:lvl5pPr>
            <a:lvl6pPr indent="-228600" lvl="5" marL="2743200" algn="l">
              <a:spcBef>
                <a:spcPts val="720"/>
              </a:spcBef>
              <a:spcAft>
                <a:spcPts val="0"/>
              </a:spcAft>
              <a:buSzPts val="1920"/>
              <a:buNone/>
              <a:defRPr b="1" sz="1920"/>
            </a:lvl6pPr>
            <a:lvl7pPr indent="-228600" lvl="6" marL="3200400" algn="l">
              <a:spcBef>
                <a:spcPts val="720"/>
              </a:spcBef>
              <a:spcAft>
                <a:spcPts val="0"/>
              </a:spcAft>
              <a:buSzPts val="1920"/>
              <a:buNone/>
              <a:defRPr b="1" sz="1920"/>
            </a:lvl7pPr>
            <a:lvl8pPr indent="-228600" lvl="7" marL="3657600" algn="l">
              <a:spcBef>
                <a:spcPts val="720"/>
              </a:spcBef>
              <a:spcAft>
                <a:spcPts val="0"/>
              </a:spcAft>
              <a:buSzPts val="1920"/>
              <a:buNone/>
              <a:defRPr b="1" sz="1920"/>
            </a:lvl8pPr>
            <a:lvl9pPr indent="-228600" lvl="8" marL="4114800" algn="l">
              <a:spcBef>
                <a:spcPts val="720"/>
              </a:spcBef>
              <a:spcAft>
                <a:spcPts val="720"/>
              </a:spcAft>
              <a:buSzPts val="1920"/>
              <a:buNone/>
              <a:defRPr b="1" sz="1920"/>
            </a:lvl9pPr>
          </a:lstStyle>
          <a:p/>
        </p:txBody>
      </p:sp>
      <p:sp>
        <p:nvSpPr>
          <p:cNvPr id="51" name="Google Shape;51;p26"/>
          <p:cNvSpPr txBox="1"/>
          <p:nvPr>
            <p:ph idx="4" type="body"/>
          </p:nvPr>
        </p:nvSpPr>
        <p:spPr>
          <a:xfrm>
            <a:off x="7404735" y="3891915"/>
            <a:ext cx="5852161" cy="3057524"/>
          </a:xfrm>
          <a:prstGeom prst="rect">
            <a:avLst/>
          </a:prstGeom>
          <a:noFill/>
          <a:ln>
            <a:noFill/>
          </a:ln>
        </p:spPr>
        <p:txBody>
          <a:bodyPr anchorCtr="0" anchor="t" bIns="45700" lIns="91425" spcFirstLastPara="1" rIns="91425" wrap="square" tIns="45700">
            <a:normAutofit/>
          </a:bodyPr>
          <a:lstStyle>
            <a:lvl1pPr indent="-365760" lvl="0" marL="457200" algn="l">
              <a:spcBef>
                <a:spcPts val="432"/>
              </a:spcBef>
              <a:spcAft>
                <a:spcPts val="0"/>
              </a:spcAft>
              <a:buSzPts val="2160"/>
              <a:buChar char="•"/>
              <a:defRPr sz="2160"/>
            </a:lvl1pPr>
            <a:lvl2pPr indent="-350519" lvl="1" marL="914400" algn="l">
              <a:spcBef>
                <a:spcPts val="720"/>
              </a:spcBef>
              <a:spcAft>
                <a:spcPts val="0"/>
              </a:spcAft>
              <a:buSzPts val="1920"/>
              <a:buChar char="•"/>
              <a:defRPr sz="1920"/>
            </a:lvl2pPr>
            <a:lvl3pPr indent="-335280" lvl="2" marL="1371600" algn="l">
              <a:spcBef>
                <a:spcPts val="720"/>
              </a:spcBef>
              <a:spcAft>
                <a:spcPts val="0"/>
              </a:spcAft>
              <a:buSzPts val="1680"/>
              <a:buChar char="•"/>
              <a:defRPr sz="1679"/>
            </a:lvl3pPr>
            <a:lvl4pPr indent="-320039" lvl="3" marL="1828800" algn="l">
              <a:spcBef>
                <a:spcPts val="720"/>
              </a:spcBef>
              <a:spcAft>
                <a:spcPts val="0"/>
              </a:spcAft>
              <a:buSzPts val="1440"/>
              <a:buChar char="•"/>
              <a:defRPr sz="1440"/>
            </a:lvl4pPr>
            <a:lvl5pPr indent="-320039" lvl="4" marL="2286000" algn="l">
              <a:spcBef>
                <a:spcPts val="720"/>
              </a:spcBef>
              <a:spcAft>
                <a:spcPts val="0"/>
              </a:spcAft>
              <a:buSzPts val="1440"/>
              <a:buChar char="•"/>
              <a:defRPr sz="1440"/>
            </a:lvl5pPr>
            <a:lvl6pPr indent="-320039" lvl="5" marL="2743200" algn="l">
              <a:spcBef>
                <a:spcPts val="720"/>
              </a:spcBef>
              <a:spcAft>
                <a:spcPts val="0"/>
              </a:spcAft>
              <a:buSzPts val="1440"/>
              <a:buChar char="•"/>
              <a:defRPr sz="1440"/>
            </a:lvl6pPr>
            <a:lvl7pPr indent="-320039" lvl="6" marL="3200400" algn="l">
              <a:spcBef>
                <a:spcPts val="720"/>
              </a:spcBef>
              <a:spcAft>
                <a:spcPts val="0"/>
              </a:spcAft>
              <a:buSzPts val="1440"/>
              <a:buChar char="•"/>
              <a:defRPr sz="1440"/>
            </a:lvl7pPr>
            <a:lvl8pPr indent="-320040" lvl="7" marL="3657600" algn="l">
              <a:spcBef>
                <a:spcPts val="720"/>
              </a:spcBef>
              <a:spcAft>
                <a:spcPts val="0"/>
              </a:spcAft>
              <a:buSzPts val="1440"/>
              <a:buChar char="•"/>
              <a:defRPr sz="1440"/>
            </a:lvl8pPr>
            <a:lvl9pPr indent="-320040" lvl="8" marL="4114800" algn="l">
              <a:spcBef>
                <a:spcPts val="720"/>
              </a:spcBef>
              <a:spcAft>
                <a:spcPts val="720"/>
              </a:spcAft>
              <a:buSzPts val="1440"/>
              <a:buChar char="•"/>
              <a:defRPr sz="1440"/>
            </a:lvl9pPr>
          </a:lstStyle>
          <a:p/>
        </p:txBody>
      </p:sp>
      <p:sp>
        <p:nvSpPr>
          <p:cNvPr id="52" name="Google Shape;52;p26"/>
          <p:cNvSpPr txBox="1"/>
          <p:nvPr>
            <p:ph idx="10" type="dt"/>
          </p:nvPr>
        </p:nvSpPr>
        <p:spPr>
          <a:xfrm>
            <a:off x="10605134" y="7059931"/>
            <a:ext cx="1920240" cy="4381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6"/>
          <p:cNvSpPr txBox="1"/>
          <p:nvPr>
            <p:ph idx="11" type="ftr"/>
          </p:nvPr>
        </p:nvSpPr>
        <p:spPr>
          <a:xfrm>
            <a:off x="1369694" y="7059931"/>
            <a:ext cx="9052560" cy="4381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6"/>
          <p:cNvSpPr txBox="1"/>
          <p:nvPr>
            <p:ph idx="12" type="sldNum"/>
          </p:nvPr>
        </p:nvSpPr>
        <p:spPr>
          <a:xfrm>
            <a:off x="12616815" y="7059931"/>
            <a:ext cx="661400" cy="43815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27"/>
          <p:cNvSpPr txBox="1"/>
          <p:nvPr>
            <p:ph type="title"/>
          </p:nvPr>
        </p:nvSpPr>
        <p:spPr>
          <a:xfrm>
            <a:off x="1369695" y="731520"/>
            <a:ext cx="11887198" cy="2286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7"/>
          <p:cNvSpPr txBox="1"/>
          <p:nvPr>
            <p:ph idx="10" type="dt"/>
          </p:nvPr>
        </p:nvSpPr>
        <p:spPr>
          <a:xfrm>
            <a:off x="10605134" y="7059931"/>
            <a:ext cx="1920240" cy="4381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7"/>
          <p:cNvSpPr txBox="1"/>
          <p:nvPr>
            <p:ph idx="11" type="ftr"/>
          </p:nvPr>
        </p:nvSpPr>
        <p:spPr>
          <a:xfrm>
            <a:off x="1369694" y="7059931"/>
            <a:ext cx="9052560" cy="4381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7"/>
          <p:cNvSpPr txBox="1"/>
          <p:nvPr>
            <p:ph idx="12" type="sldNum"/>
          </p:nvPr>
        </p:nvSpPr>
        <p:spPr>
          <a:xfrm>
            <a:off x="12616815" y="7059931"/>
            <a:ext cx="661400" cy="43815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28"/>
          <p:cNvSpPr txBox="1"/>
          <p:nvPr>
            <p:ph idx="10" type="dt"/>
          </p:nvPr>
        </p:nvSpPr>
        <p:spPr>
          <a:xfrm>
            <a:off x="10605134" y="7059931"/>
            <a:ext cx="1920240" cy="4381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28"/>
          <p:cNvSpPr txBox="1"/>
          <p:nvPr>
            <p:ph idx="11" type="ftr"/>
          </p:nvPr>
        </p:nvSpPr>
        <p:spPr>
          <a:xfrm>
            <a:off x="1369694" y="7059931"/>
            <a:ext cx="9052560" cy="4381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8"/>
          <p:cNvSpPr txBox="1"/>
          <p:nvPr>
            <p:ph idx="12" type="sldNum"/>
          </p:nvPr>
        </p:nvSpPr>
        <p:spPr>
          <a:xfrm>
            <a:off x="12616815" y="7059931"/>
            <a:ext cx="661400" cy="43815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29"/>
          <p:cNvSpPr txBox="1"/>
          <p:nvPr>
            <p:ph type="title"/>
          </p:nvPr>
        </p:nvSpPr>
        <p:spPr>
          <a:xfrm>
            <a:off x="1369694" y="1920240"/>
            <a:ext cx="4258945" cy="164592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2880"/>
              <a:buFont typeface="Century Gothic"/>
              <a:buNone/>
              <a:defRPr b="0" sz="288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9"/>
          <p:cNvSpPr txBox="1"/>
          <p:nvPr>
            <p:ph idx="1" type="body"/>
          </p:nvPr>
        </p:nvSpPr>
        <p:spPr>
          <a:xfrm>
            <a:off x="6124575" y="731521"/>
            <a:ext cx="7132321" cy="6217920"/>
          </a:xfrm>
          <a:prstGeom prst="rect">
            <a:avLst/>
          </a:prstGeom>
          <a:noFill/>
          <a:ln>
            <a:noFill/>
          </a:ln>
        </p:spPr>
        <p:txBody>
          <a:bodyPr anchorCtr="0" anchor="ctr" bIns="45700" lIns="91425" spcFirstLastPara="1" rIns="91425" wrap="square" tIns="45700">
            <a:normAutofit/>
          </a:bodyPr>
          <a:lstStyle>
            <a:lvl1pPr indent="-381000" lvl="0" marL="457200" algn="l">
              <a:spcBef>
                <a:spcPts val="480"/>
              </a:spcBef>
              <a:spcAft>
                <a:spcPts val="0"/>
              </a:spcAft>
              <a:buSzPts val="2400"/>
              <a:buChar char="•"/>
              <a:defRPr sz="2400"/>
            </a:lvl1pPr>
            <a:lvl2pPr indent="-365760" lvl="1" marL="914400" algn="l">
              <a:spcBef>
                <a:spcPts val="720"/>
              </a:spcBef>
              <a:spcAft>
                <a:spcPts val="0"/>
              </a:spcAft>
              <a:buSzPts val="2160"/>
              <a:buChar char="•"/>
              <a:defRPr sz="2160"/>
            </a:lvl2pPr>
            <a:lvl3pPr indent="-350519" lvl="2" marL="1371600" algn="l">
              <a:spcBef>
                <a:spcPts val="720"/>
              </a:spcBef>
              <a:spcAft>
                <a:spcPts val="0"/>
              </a:spcAft>
              <a:buSzPts val="1920"/>
              <a:buChar char="•"/>
              <a:defRPr sz="1920"/>
            </a:lvl3pPr>
            <a:lvl4pPr indent="-335280" lvl="3" marL="1828800" algn="l">
              <a:spcBef>
                <a:spcPts val="720"/>
              </a:spcBef>
              <a:spcAft>
                <a:spcPts val="0"/>
              </a:spcAft>
              <a:buSzPts val="1680"/>
              <a:buChar char="•"/>
              <a:defRPr sz="1679"/>
            </a:lvl4pPr>
            <a:lvl5pPr indent="-335279" lvl="4" marL="2286000" algn="l">
              <a:spcBef>
                <a:spcPts val="720"/>
              </a:spcBef>
              <a:spcAft>
                <a:spcPts val="0"/>
              </a:spcAft>
              <a:buSzPts val="1680"/>
              <a:buChar char="•"/>
              <a:defRPr sz="1679"/>
            </a:lvl5pPr>
            <a:lvl6pPr indent="-335279" lvl="5" marL="2743200" algn="l">
              <a:spcBef>
                <a:spcPts val="720"/>
              </a:spcBef>
              <a:spcAft>
                <a:spcPts val="0"/>
              </a:spcAft>
              <a:buSzPts val="1680"/>
              <a:buChar char="•"/>
              <a:defRPr sz="1679"/>
            </a:lvl6pPr>
            <a:lvl7pPr indent="-335279" lvl="6" marL="3200400" algn="l">
              <a:spcBef>
                <a:spcPts val="720"/>
              </a:spcBef>
              <a:spcAft>
                <a:spcPts val="0"/>
              </a:spcAft>
              <a:buSzPts val="1680"/>
              <a:buChar char="•"/>
              <a:defRPr sz="1679"/>
            </a:lvl7pPr>
            <a:lvl8pPr indent="-335279" lvl="7" marL="3657600" algn="l">
              <a:spcBef>
                <a:spcPts val="720"/>
              </a:spcBef>
              <a:spcAft>
                <a:spcPts val="0"/>
              </a:spcAft>
              <a:buSzPts val="1680"/>
              <a:buChar char="•"/>
              <a:defRPr sz="1679"/>
            </a:lvl8pPr>
            <a:lvl9pPr indent="-335279" lvl="8" marL="4114800" algn="l">
              <a:spcBef>
                <a:spcPts val="720"/>
              </a:spcBef>
              <a:spcAft>
                <a:spcPts val="720"/>
              </a:spcAft>
              <a:buSzPts val="1680"/>
              <a:buChar char="•"/>
              <a:defRPr sz="1679"/>
            </a:lvl9pPr>
          </a:lstStyle>
          <a:p/>
        </p:txBody>
      </p:sp>
      <p:sp>
        <p:nvSpPr>
          <p:cNvPr id="67" name="Google Shape;67;p29"/>
          <p:cNvSpPr txBox="1"/>
          <p:nvPr>
            <p:ph idx="2" type="body"/>
          </p:nvPr>
        </p:nvSpPr>
        <p:spPr>
          <a:xfrm>
            <a:off x="1369694" y="3566160"/>
            <a:ext cx="4258945" cy="2194560"/>
          </a:xfrm>
          <a:prstGeom prst="rect">
            <a:avLst/>
          </a:prstGeom>
          <a:noFill/>
          <a:ln>
            <a:noFill/>
          </a:ln>
        </p:spPr>
        <p:txBody>
          <a:bodyPr anchorCtr="0" anchor="ctr" bIns="45700" lIns="91425" spcFirstLastPara="1" rIns="91425" wrap="square" tIns="45700">
            <a:normAutofit/>
          </a:bodyPr>
          <a:lstStyle>
            <a:lvl1pPr indent="-228600" lvl="0" marL="457200" algn="l">
              <a:spcBef>
                <a:spcPts val="384"/>
              </a:spcBef>
              <a:spcAft>
                <a:spcPts val="0"/>
              </a:spcAft>
              <a:buSzPts val="1920"/>
              <a:buNone/>
              <a:defRPr sz="1920"/>
            </a:lvl1pPr>
            <a:lvl2pPr indent="-228600" lvl="1" marL="914400" algn="l">
              <a:spcBef>
                <a:spcPts val="720"/>
              </a:spcBef>
              <a:spcAft>
                <a:spcPts val="0"/>
              </a:spcAft>
              <a:buSzPts val="1440"/>
              <a:buNone/>
              <a:defRPr sz="1440"/>
            </a:lvl2pPr>
            <a:lvl3pPr indent="-228600" lvl="2" marL="1371600" algn="l">
              <a:spcBef>
                <a:spcPts val="720"/>
              </a:spcBef>
              <a:spcAft>
                <a:spcPts val="0"/>
              </a:spcAft>
              <a:buSzPts val="1200"/>
              <a:buNone/>
              <a:defRPr sz="1200"/>
            </a:lvl3pPr>
            <a:lvl4pPr indent="-228600" lvl="3" marL="1828800" algn="l">
              <a:spcBef>
                <a:spcPts val="720"/>
              </a:spcBef>
              <a:spcAft>
                <a:spcPts val="0"/>
              </a:spcAft>
              <a:buSzPts val="1080"/>
              <a:buNone/>
              <a:defRPr sz="1080"/>
            </a:lvl4pPr>
            <a:lvl5pPr indent="-228600" lvl="4" marL="2286000" algn="l">
              <a:spcBef>
                <a:spcPts val="720"/>
              </a:spcBef>
              <a:spcAft>
                <a:spcPts val="0"/>
              </a:spcAft>
              <a:buSzPts val="1080"/>
              <a:buNone/>
              <a:defRPr sz="1080"/>
            </a:lvl5pPr>
            <a:lvl6pPr indent="-228600" lvl="5" marL="2743200" algn="l">
              <a:spcBef>
                <a:spcPts val="720"/>
              </a:spcBef>
              <a:spcAft>
                <a:spcPts val="0"/>
              </a:spcAft>
              <a:buSzPts val="1080"/>
              <a:buNone/>
              <a:defRPr sz="1080"/>
            </a:lvl6pPr>
            <a:lvl7pPr indent="-228600" lvl="6" marL="3200400" algn="l">
              <a:spcBef>
                <a:spcPts val="720"/>
              </a:spcBef>
              <a:spcAft>
                <a:spcPts val="0"/>
              </a:spcAft>
              <a:buSzPts val="1080"/>
              <a:buNone/>
              <a:defRPr sz="1080"/>
            </a:lvl7pPr>
            <a:lvl8pPr indent="-228600" lvl="7" marL="3657600" algn="l">
              <a:spcBef>
                <a:spcPts val="720"/>
              </a:spcBef>
              <a:spcAft>
                <a:spcPts val="0"/>
              </a:spcAft>
              <a:buSzPts val="1080"/>
              <a:buNone/>
              <a:defRPr sz="1080"/>
            </a:lvl8pPr>
            <a:lvl9pPr indent="-228600" lvl="8" marL="4114800" algn="l">
              <a:spcBef>
                <a:spcPts val="720"/>
              </a:spcBef>
              <a:spcAft>
                <a:spcPts val="720"/>
              </a:spcAft>
              <a:buSzPts val="1080"/>
              <a:buNone/>
              <a:defRPr sz="1080"/>
            </a:lvl9pPr>
          </a:lstStyle>
          <a:p/>
        </p:txBody>
      </p:sp>
      <p:sp>
        <p:nvSpPr>
          <p:cNvPr id="68" name="Google Shape;68;p29"/>
          <p:cNvSpPr txBox="1"/>
          <p:nvPr>
            <p:ph idx="10" type="dt"/>
          </p:nvPr>
        </p:nvSpPr>
        <p:spPr>
          <a:xfrm>
            <a:off x="10605134" y="7059931"/>
            <a:ext cx="1920240" cy="4381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9"/>
          <p:cNvSpPr txBox="1"/>
          <p:nvPr>
            <p:ph idx="11" type="ftr"/>
          </p:nvPr>
        </p:nvSpPr>
        <p:spPr>
          <a:xfrm>
            <a:off x="1369694" y="7059931"/>
            <a:ext cx="9052560" cy="4381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9"/>
          <p:cNvSpPr txBox="1"/>
          <p:nvPr>
            <p:ph idx="12" type="sldNum"/>
          </p:nvPr>
        </p:nvSpPr>
        <p:spPr>
          <a:xfrm>
            <a:off x="12616815" y="7059931"/>
            <a:ext cx="661400" cy="43815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30"/>
          <p:cNvSpPr txBox="1"/>
          <p:nvPr>
            <p:ph type="title"/>
          </p:nvPr>
        </p:nvSpPr>
        <p:spPr>
          <a:xfrm>
            <a:off x="1369694" y="1920240"/>
            <a:ext cx="6400801" cy="164592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3360"/>
              <a:buFont typeface="Century Gothic"/>
              <a:buNone/>
              <a:defRPr b="0" sz="3359"/>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0"/>
          <p:cNvSpPr/>
          <p:nvPr>
            <p:ph idx="2" type="pic"/>
          </p:nvPr>
        </p:nvSpPr>
        <p:spPr>
          <a:xfrm>
            <a:off x="8920480" y="-21946"/>
            <a:ext cx="3931919" cy="8284464"/>
          </a:xfrm>
          <a:prstGeom prst="rect">
            <a:avLst/>
          </a:prstGeom>
          <a:noFill/>
          <a:ln cap="flat" cmpd="sng" w="38100">
            <a:solidFill>
              <a:schemeClr val="dk2"/>
            </a:solidFill>
            <a:prstDash val="solid"/>
            <a:round/>
            <a:headEnd len="sm" w="sm" type="none"/>
            <a:tailEnd len="sm" w="sm" type="none"/>
          </a:ln>
        </p:spPr>
      </p:sp>
      <p:sp>
        <p:nvSpPr>
          <p:cNvPr id="74" name="Google Shape;74;p30"/>
          <p:cNvSpPr txBox="1"/>
          <p:nvPr>
            <p:ph idx="1" type="body"/>
          </p:nvPr>
        </p:nvSpPr>
        <p:spPr>
          <a:xfrm>
            <a:off x="1369694" y="3566160"/>
            <a:ext cx="6400801" cy="2194560"/>
          </a:xfrm>
          <a:prstGeom prst="rect">
            <a:avLst/>
          </a:prstGeom>
          <a:noFill/>
          <a:ln>
            <a:noFill/>
          </a:ln>
        </p:spPr>
        <p:txBody>
          <a:bodyPr anchorCtr="0" anchor="ctr" bIns="45700" lIns="91425" spcFirstLastPara="1" rIns="91425" wrap="square" tIns="45700">
            <a:normAutofit/>
          </a:bodyPr>
          <a:lstStyle>
            <a:lvl1pPr indent="-228600" lvl="0" marL="457200" algn="l">
              <a:spcBef>
                <a:spcPts val="432"/>
              </a:spcBef>
              <a:spcAft>
                <a:spcPts val="0"/>
              </a:spcAft>
              <a:buSzPts val="2160"/>
              <a:buNone/>
              <a:defRPr sz="2160"/>
            </a:lvl1pPr>
            <a:lvl2pPr indent="-228600" lvl="1" marL="914400" algn="l">
              <a:spcBef>
                <a:spcPts val="720"/>
              </a:spcBef>
              <a:spcAft>
                <a:spcPts val="0"/>
              </a:spcAft>
              <a:buSzPts val="1440"/>
              <a:buNone/>
              <a:defRPr sz="1440"/>
            </a:lvl2pPr>
            <a:lvl3pPr indent="-228600" lvl="2" marL="1371600" algn="l">
              <a:spcBef>
                <a:spcPts val="720"/>
              </a:spcBef>
              <a:spcAft>
                <a:spcPts val="0"/>
              </a:spcAft>
              <a:buSzPts val="1200"/>
              <a:buNone/>
              <a:defRPr sz="1200"/>
            </a:lvl3pPr>
            <a:lvl4pPr indent="-228600" lvl="3" marL="1828800" algn="l">
              <a:spcBef>
                <a:spcPts val="720"/>
              </a:spcBef>
              <a:spcAft>
                <a:spcPts val="0"/>
              </a:spcAft>
              <a:buSzPts val="1080"/>
              <a:buNone/>
              <a:defRPr sz="1080"/>
            </a:lvl4pPr>
            <a:lvl5pPr indent="-228600" lvl="4" marL="2286000" algn="l">
              <a:spcBef>
                <a:spcPts val="720"/>
              </a:spcBef>
              <a:spcAft>
                <a:spcPts val="0"/>
              </a:spcAft>
              <a:buSzPts val="1080"/>
              <a:buNone/>
              <a:defRPr sz="1080"/>
            </a:lvl5pPr>
            <a:lvl6pPr indent="-228600" lvl="5" marL="2743200" algn="l">
              <a:spcBef>
                <a:spcPts val="720"/>
              </a:spcBef>
              <a:spcAft>
                <a:spcPts val="0"/>
              </a:spcAft>
              <a:buSzPts val="1080"/>
              <a:buNone/>
              <a:defRPr sz="1080"/>
            </a:lvl6pPr>
            <a:lvl7pPr indent="-228600" lvl="6" marL="3200400" algn="l">
              <a:spcBef>
                <a:spcPts val="720"/>
              </a:spcBef>
              <a:spcAft>
                <a:spcPts val="0"/>
              </a:spcAft>
              <a:buSzPts val="1080"/>
              <a:buNone/>
              <a:defRPr sz="1080"/>
            </a:lvl7pPr>
            <a:lvl8pPr indent="-228600" lvl="7" marL="3657600" algn="l">
              <a:spcBef>
                <a:spcPts val="720"/>
              </a:spcBef>
              <a:spcAft>
                <a:spcPts val="0"/>
              </a:spcAft>
              <a:buSzPts val="1080"/>
              <a:buNone/>
              <a:defRPr sz="1080"/>
            </a:lvl8pPr>
            <a:lvl9pPr indent="-228600" lvl="8" marL="4114800" algn="l">
              <a:spcBef>
                <a:spcPts val="720"/>
              </a:spcBef>
              <a:spcAft>
                <a:spcPts val="720"/>
              </a:spcAft>
              <a:buSzPts val="1080"/>
              <a:buNone/>
              <a:defRPr sz="1080"/>
            </a:lvl9pPr>
          </a:lstStyle>
          <a:p/>
        </p:txBody>
      </p:sp>
      <p:sp>
        <p:nvSpPr>
          <p:cNvPr id="75" name="Google Shape;75;p30"/>
          <p:cNvSpPr txBox="1"/>
          <p:nvPr>
            <p:ph idx="10" type="dt"/>
          </p:nvPr>
        </p:nvSpPr>
        <p:spPr>
          <a:xfrm>
            <a:off x="7679054" y="7059931"/>
            <a:ext cx="1097280" cy="4381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0"/>
          <p:cNvSpPr txBox="1"/>
          <p:nvPr>
            <p:ph idx="11" type="ftr"/>
          </p:nvPr>
        </p:nvSpPr>
        <p:spPr>
          <a:xfrm>
            <a:off x="1369694" y="7059931"/>
            <a:ext cx="6126480" cy="4381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0"/>
          <p:cNvSpPr txBox="1"/>
          <p:nvPr>
            <p:ph idx="12" type="sldNum"/>
          </p:nvPr>
        </p:nvSpPr>
        <p:spPr>
          <a:xfrm>
            <a:off x="12891135" y="7059931"/>
            <a:ext cx="387080" cy="43815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8" name="Shape 78"/>
        <p:cNvGrpSpPr/>
        <p:nvPr/>
      </p:nvGrpSpPr>
      <p:grpSpPr>
        <a:xfrm>
          <a:off x="0" y="0"/>
          <a:ext cx="0" cy="0"/>
          <a:chOff x="0" y="0"/>
          <a:chExt cx="0" cy="0"/>
        </a:xfrm>
      </p:grpSpPr>
      <p:sp>
        <p:nvSpPr>
          <p:cNvPr id="79" name="Google Shape;79;p31"/>
          <p:cNvSpPr txBox="1"/>
          <p:nvPr>
            <p:ph type="title"/>
          </p:nvPr>
        </p:nvSpPr>
        <p:spPr>
          <a:xfrm>
            <a:off x="1369696" y="5679438"/>
            <a:ext cx="11887200" cy="68008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2880"/>
              <a:buFont typeface="Century Gothic"/>
              <a:buNone/>
              <a:defRPr b="0" sz="288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1"/>
          <p:cNvSpPr/>
          <p:nvPr>
            <p:ph idx="2" type="pic"/>
          </p:nvPr>
        </p:nvSpPr>
        <p:spPr>
          <a:xfrm>
            <a:off x="2375534" y="1118535"/>
            <a:ext cx="9871133" cy="3797971"/>
          </a:xfrm>
          <a:prstGeom prst="roundRect">
            <a:avLst>
              <a:gd fmla="val 4380" name="adj"/>
            </a:avLst>
          </a:prstGeom>
          <a:noFill/>
          <a:ln cap="flat" cmpd="sng" w="38100">
            <a:solidFill>
              <a:schemeClr val="dk2"/>
            </a:solidFill>
            <a:prstDash val="solid"/>
            <a:round/>
            <a:headEnd len="sm" w="sm" type="none"/>
            <a:tailEnd len="sm" w="sm" type="none"/>
          </a:ln>
        </p:spPr>
      </p:sp>
      <p:sp>
        <p:nvSpPr>
          <p:cNvPr id="81" name="Google Shape;81;p31"/>
          <p:cNvSpPr txBox="1"/>
          <p:nvPr>
            <p:ph idx="1" type="body"/>
          </p:nvPr>
        </p:nvSpPr>
        <p:spPr>
          <a:xfrm>
            <a:off x="1369696" y="6359524"/>
            <a:ext cx="11887200" cy="592454"/>
          </a:xfrm>
          <a:prstGeom prst="rect">
            <a:avLst/>
          </a:prstGeom>
          <a:noFill/>
          <a:ln>
            <a:noFill/>
          </a:ln>
        </p:spPr>
        <p:txBody>
          <a:bodyPr anchorCtr="0" anchor="ctr" bIns="45700" lIns="91425" spcFirstLastPara="1" rIns="91425" wrap="square" tIns="45700">
            <a:normAutofit/>
          </a:bodyPr>
          <a:lstStyle>
            <a:lvl1pPr indent="-228600" lvl="0" marL="457200" algn="l">
              <a:spcBef>
                <a:spcPts val="336"/>
              </a:spcBef>
              <a:spcAft>
                <a:spcPts val="0"/>
              </a:spcAft>
              <a:buSzPts val="1680"/>
              <a:buNone/>
              <a:defRPr sz="1679"/>
            </a:lvl1pPr>
            <a:lvl2pPr indent="-228600" lvl="1" marL="914400" algn="l">
              <a:spcBef>
                <a:spcPts val="720"/>
              </a:spcBef>
              <a:spcAft>
                <a:spcPts val="0"/>
              </a:spcAft>
              <a:buSzPts val="1440"/>
              <a:buNone/>
              <a:defRPr sz="1440"/>
            </a:lvl2pPr>
            <a:lvl3pPr indent="-228600" lvl="2" marL="1371600" algn="l">
              <a:spcBef>
                <a:spcPts val="720"/>
              </a:spcBef>
              <a:spcAft>
                <a:spcPts val="0"/>
              </a:spcAft>
              <a:buSzPts val="1200"/>
              <a:buNone/>
              <a:defRPr sz="1200"/>
            </a:lvl3pPr>
            <a:lvl4pPr indent="-228600" lvl="3" marL="1828800" algn="l">
              <a:spcBef>
                <a:spcPts val="720"/>
              </a:spcBef>
              <a:spcAft>
                <a:spcPts val="0"/>
              </a:spcAft>
              <a:buSzPts val="1080"/>
              <a:buNone/>
              <a:defRPr sz="1080"/>
            </a:lvl4pPr>
            <a:lvl5pPr indent="-228600" lvl="4" marL="2286000" algn="l">
              <a:spcBef>
                <a:spcPts val="720"/>
              </a:spcBef>
              <a:spcAft>
                <a:spcPts val="0"/>
              </a:spcAft>
              <a:buSzPts val="1080"/>
              <a:buNone/>
              <a:defRPr sz="1080"/>
            </a:lvl5pPr>
            <a:lvl6pPr indent="-228600" lvl="5" marL="2743200" algn="l">
              <a:spcBef>
                <a:spcPts val="720"/>
              </a:spcBef>
              <a:spcAft>
                <a:spcPts val="0"/>
              </a:spcAft>
              <a:buSzPts val="1080"/>
              <a:buNone/>
              <a:defRPr sz="1080"/>
            </a:lvl6pPr>
            <a:lvl7pPr indent="-228600" lvl="6" marL="3200400" algn="l">
              <a:spcBef>
                <a:spcPts val="720"/>
              </a:spcBef>
              <a:spcAft>
                <a:spcPts val="0"/>
              </a:spcAft>
              <a:buSzPts val="1080"/>
              <a:buNone/>
              <a:defRPr sz="1080"/>
            </a:lvl7pPr>
            <a:lvl8pPr indent="-228600" lvl="7" marL="3657600" algn="l">
              <a:spcBef>
                <a:spcPts val="720"/>
              </a:spcBef>
              <a:spcAft>
                <a:spcPts val="0"/>
              </a:spcAft>
              <a:buSzPts val="1080"/>
              <a:buNone/>
              <a:defRPr sz="1080"/>
            </a:lvl8pPr>
            <a:lvl9pPr indent="-228600" lvl="8" marL="4114800" algn="l">
              <a:spcBef>
                <a:spcPts val="720"/>
              </a:spcBef>
              <a:spcAft>
                <a:spcPts val="720"/>
              </a:spcAft>
              <a:buSzPts val="1080"/>
              <a:buNone/>
              <a:defRPr sz="1080"/>
            </a:lvl9pPr>
          </a:lstStyle>
          <a:p/>
        </p:txBody>
      </p:sp>
      <p:sp>
        <p:nvSpPr>
          <p:cNvPr id="82" name="Google Shape;82;p31"/>
          <p:cNvSpPr txBox="1"/>
          <p:nvPr>
            <p:ph idx="10" type="dt"/>
          </p:nvPr>
        </p:nvSpPr>
        <p:spPr>
          <a:xfrm>
            <a:off x="10605134" y="7059931"/>
            <a:ext cx="1920240" cy="4381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1"/>
          <p:cNvSpPr txBox="1"/>
          <p:nvPr>
            <p:ph idx="11" type="ftr"/>
          </p:nvPr>
        </p:nvSpPr>
        <p:spPr>
          <a:xfrm>
            <a:off x="1369694" y="7059931"/>
            <a:ext cx="9052560" cy="4381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31"/>
          <p:cNvSpPr txBox="1"/>
          <p:nvPr>
            <p:ph idx="12" type="sldNum"/>
          </p:nvPr>
        </p:nvSpPr>
        <p:spPr>
          <a:xfrm>
            <a:off x="12616815" y="7059931"/>
            <a:ext cx="661400" cy="43815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85" name="Shape 85"/>
        <p:cNvGrpSpPr/>
        <p:nvPr/>
      </p:nvGrpSpPr>
      <p:grpSpPr>
        <a:xfrm>
          <a:off x="0" y="0"/>
          <a:ext cx="0" cy="0"/>
          <a:chOff x="0" y="0"/>
          <a:chExt cx="0" cy="0"/>
        </a:xfrm>
      </p:grpSpPr>
      <p:sp>
        <p:nvSpPr>
          <p:cNvPr id="86" name="Google Shape;86;p32"/>
          <p:cNvSpPr txBox="1"/>
          <p:nvPr>
            <p:ph type="title"/>
          </p:nvPr>
        </p:nvSpPr>
        <p:spPr>
          <a:xfrm>
            <a:off x="1369695" y="731522"/>
            <a:ext cx="11887199" cy="3749039"/>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3840"/>
              <a:buFont typeface="Century Gothic"/>
              <a:buNone/>
              <a:defRPr b="0" sz="384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32"/>
          <p:cNvSpPr txBox="1"/>
          <p:nvPr>
            <p:ph idx="1" type="body"/>
          </p:nvPr>
        </p:nvSpPr>
        <p:spPr>
          <a:xfrm>
            <a:off x="1369693" y="5212080"/>
            <a:ext cx="11887200" cy="1737360"/>
          </a:xfrm>
          <a:prstGeom prst="rect">
            <a:avLst/>
          </a:prstGeom>
          <a:noFill/>
          <a:ln>
            <a:noFill/>
          </a:ln>
        </p:spPr>
        <p:txBody>
          <a:bodyPr anchorCtr="0" anchor="ctr" bIns="45700" lIns="91425" spcFirstLastPara="1" rIns="91425" wrap="square" tIns="45700">
            <a:normAutofit/>
          </a:bodyPr>
          <a:lstStyle>
            <a:lvl1pPr indent="-228600" lvl="0" marL="457200" algn="l">
              <a:spcBef>
                <a:spcPts val="480"/>
              </a:spcBef>
              <a:spcAft>
                <a:spcPts val="0"/>
              </a:spcAft>
              <a:buSzPts val="2400"/>
              <a:buNone/>
              <a:defRPr sz="2400">
                <a:solidFill>
                  <a:schemeClr val="lt1"/>
                </a:solidFill>
              </a:defRPr>
            </a:lvl1pPr>
            <a:lvl2pPr indent="-228600" lvl="1" marL="914400" algn="l">
              <a:spcBef>
                <a:spcPts val="720"/>
              </a:spcBef>
              <a:spcAft>
                <a:spcPts val="0"/>
              </a:spcAft>
              <a:buSzPts val="2160"/>
              <a:buNone/>
              <a:defRPr sz="2160">
                <a:solidFill>
                  <a:schemeClr val="lt1"/>
                </a:solidFill>
              </a:defRPr>
            </a:lvl2pPr>
            <a:lvl3pPr indent="-228600" lvl="2" marL="1371600" algn="l">
              <a:spcBef>
                <a:spcPts val="720"/>
              </a:spcBef>
              <a:spcAft>
                <a:spcPts val="0"/>
              </a:spcAft>
              <a:buSzPts val="1920"/>
              <a:buNone/>
              <a:defRPr sz="1920">
                <a:solidFill>
                  <a:schemeClr val="lt1"/>
                </a:solidFill>
              </a:defRPr>
            </a:lvl3pPr>
            <a:lvl4pPr indent="-228600" lvl="3" marL="1828800" algn="l">
              <a:spcBef>
                <a:spcPts val="720"/>
              </a:spcBef>
              <a:spcAft>
                <a:spcPts val="0"/>
              </a:spcAft>
              <a:buSzPts val="1680"/>
              <a:buNone/>
              <a:defRPr sz="1679">
                <a:solidFill>
                  <a:schemeClr val="lt1"/>
                </a:solidFill>
              </a:defRPr>
            </a:lvl4pPr>
            <a:lvl5pPr indent="-228600" lvl="4" marL="2286000" algn="l">
              <a:spcBef>
                <a:spcPts val="720"/>
              </a:spcBef>
              <a:spcAft>
                <a:spcPts val="0"/>
              </a:spcAft>
              <a:buSzPts val="1680"/>
              <a:buNone/>
              <a:defRPr sz="1679">
                <a:solidFill>
                  <a:schemeClr val="lt1"/>
                </a:solidFill>
              </a:defRPr>
            </a:lvl5pPr>
            <a:lvl6pPr indent="-228600" lvl="5" marL="2743200" algn="l">
              <a:spcBef>
                <a:spcPts val="720"/>
              </a:spcBef>
              <a:spcAft>
                <a:spcPts val="0"/>
              </a:spcAft>
              <a:buSzPts val="1680"/>
              <a:buNone/>
              <a:defRPr sz="1679">
                <a:solidFill>
                  <a:schemeClr val="lt1"/>
                </a:solidFill>
              </a:defRPr>
            </a:lvl6pPr>
            <a:lvl7pPr indent="-228600" lvl="6" marL="3200400" algn="l">
              <a:spcBef>
                <a:spcPts val="720"/>
              </a:spcBef>
              <a:spcAft>
                <a:spcPts val="0"/>
              </a:spcAft>
              <a:buSzPts val="1680"/>
              <a:buNone/>
              <a:defRPr sz="1679">
                <a:solidFill>
                  <a:schemeClr val="lt1"/>
                </a:solidFill>
              </a:defRPr>
            </a:lvl7pPr>
            <a:lvl8pPr indent="-228600" lvl="7" marL="3657600" algn="l">
              <a:spcBef>
                <a:spcPts val="720"/>
              </a:spcBef>
              <a:spcAft>
                <a:spcPts val="0"/>
              </a:spcAft>
              <a:buSzPts val="1680"/>
              <a:buNone/>
              <a:defRPr sz="1679">
                <a:solidFill>
                  <a:schemeClr val="lt1"/>
                </a:solidFill>
              </a:defRPr>
            </a:lvl8pPr>
            <a:lvl9pPr indent="-228600" lvl="8" marL="4114800" algn="l">
              <a:spcBef>
                <a:spcPts val="720"/>
              </a:spcBef>
              <a:spcAft>
                <a:spcPts val="720"/>
              </a:spcAft>
              <a:buSzPts val="1680"/>
              <a:buNone/>
              <a:defRPr sz="1679">
                <a:solidFill>
                  <a:schemeClr val="lt1"/>
                </a:solidFill>
              </a:defRPr>
            </a:lvl9pPr>
          </a:lstStyle>
          <a:p/>
        </p:txBody>
      </p:sp>
      <p:sp>
        <p:nvSpPr>
          <p:cNvPr id="88" name="Google Shape;88;p32"/>
          <p:cNvSpPr txBox="1"/>
          <p:nvPr>
            <p:ph idx="10" type="dt"/>
          </p:nvPr>
        </p:nvSpPr>
        <p:spPr>
          <a:xfrm>
            <a:off x="10605134" y="7059931"/>
            <a:ext cx="1920240" cy="4381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32"/>
          <p:cNvSpPr txBox="1"/>
          <p:nvPr>
            <p:ph idx="11" type="ftr"/>
          </p:nvPr>
        </p:nvSpPr>
        <p:spPr>
          <a:xfrm>
            <a:off x="1369694" y="7059931"/>
            <a:ext cx="9052560" cy="4381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32"/>
          <p:cNvSpPr txBox="1"/>
          <p:nvPr>
            <p:ph idx="12" type="sldNum"/>
          </p:nvPr>
        </p:nvSpPr>
        <p:spPr>
          <a:xfrm>
            <a:off x="12616815" y="7059931"/>
            <a:ext cx="661400" cy="43815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1" name="Shape 91"/>
        <p:cNvGrpSpPr/>
        <p:nvPr/>
      </p:nvGrpSpPr>
      <p:grpSpPr>
        <a:xfrm>
          <a:off x="0" y="0"/>
          <a:ext cx="0" cy="0"/>
          <a:chOff x="0" y="0"/>
          <a:chExt cx="0" cy="0"/>
        </a:xfrm>
      </p:grpSpPr>
      <p:sp>
        <p:nvSpPr>
          <p:cNvPr id="92" name="Google Shape;92;p33"/>
          <p:cNvSpPr txBox="1"/>
          <p:nvPr/>
        </p:nvSpPr>
        <p:spPr>
          <a:xfrm>
            <a:off x="1003934" y="944189"/>
            <a:ext cx="731520" cy="701731"/>
          </a:xfrm>
          <a:prstGeom prst="rect">
            <a:avLst/>
          </a:prstGeom>
          <a:noFill/>
          <a:ln>
            <a:noFill/>
          </a:ln>
        </p:spPr>
        <p:txBody>
          <a:bodyPr anchorCtr="0" anchor="ctr" bIns="54850" lIns="109725" spcFirstLastPara="1" rIns="109725" wrap="square" tIns="54850">
            <a:noAutofit/>
          </a:bodyPr>
          <a:lstStyle/>
          <a:p>
            <a:pPr indent="0" lvl="0" marL="0" marR="0" rtl="0" algn="l">
              <a:spcBef>
                <a:spcPts val="0"/>
              </a:spcBef>
              <a:spcAft>
                <a:spcPts val="0"/>
              </a:spcAft>
              <a:buClr>
                <a:schemeClr val="accent1"/>
              </a:buClr>
              <a:buSzPts val="9600"/>
              <a:buFont typeface="Century Gothic"/>
              <a:buNone/>
            </a:pPr>
            <a:r>
              <a:rPr b="0" lang="en-US" sz="9600" cap="none">
                <a:solidFill>
                  <a:schemeClr val="accent1"/>
                </a:solidFill>
                <a:latin typeface="Century Gothic"/>
                <a:ea typeface="Century Gothic"/>
                <a:cs typeface="Century Gothic"/>
                <a:sym typeface="Century Gothic"/>
              </a:rPr>
              <a:t>“</a:t>
            </a:r>
            <a:endParaRPr/>
          </a:p>
        </p:txBody>
      </p:sp>
      <p:sp>
        <p:nvSpPr>
          <p:cNvPr id="93" name="Google Shape;93;p33"/>
          <p:cNvSpPr txBox="1"/>
          <p:nvPr/>
        </p:nvSpPr>
        <p:spPr>
          <a:xfrm>
            <a:off x="12525374" y="3291840"/>
            <a:ext cx="731520" cy="701731"/>
          </a:xfrm>
          <a:prstGeom prst="rect">
            <a:avLst/>
          </a:prstGeom>
          <a:noFill/>
          <a:ln>
            <a:noFill/>
          </a:ln>
        </p:spPr>
        <p:txBody>
          <a:bodyPr anchorCtr="0" anchor="ctr" bIns="54850" lIns="109725" spcFirstLastPara="1" rIns="109725" wrap="square" tIns="54850">
            <a:noAutofit/>
          </a:bodyPr>
          <a:lstStyle/>
          <a:p>
            <a:pPr indent="0" lvl="0" marL="0" marR="0" rtl="0" algn="r">
              <a:spcBef>
                <a:spcPts val="0"/>
              </a:spcBef>
              <a:spcAft>
                <a:spcPts val="0"/>
              </a:spcAft>
              <a:buClr>
                <a:schemeClr val="accent1"/>
              </a:buClr>
              <a:buSzPts val="9600"/>
              <a:buFont typeface="Century Gothic"/>
              <a:buNone/>
            </a:pPr>
            <a:r>
              <a:rPr b="0" lang="en-US" sz="9600" cap="none">
                <a:solidFill>
                  <a:schemeClr val="accent1"/>
                </a:solidFill>
                <a:latin typeface="Century Gothic"/>
                <a:ea typeface="Century Gothic"/>
                <a:cs typeface="Century Gothic"/>
                <a:sym typeface="Century Gothic"/>
              </a:rPr>
              <a:t>”</a:t>
            </a:r>
            <a:endParaRPr/>
          </a:p>
        </p:txBody>
      </p:sp>
      <p:sp>
        <p:nvSpPr>
          <p:cNvPr id="94" name="Google Shape;94;p33"/>
          <p:cNvSpPr txBox="1"/>
          <p:nvPr>
            <p:ph type="title"/>
          </p:nvPr>
        </p:nvSpPr>
        <p:spPr>
          <a:xfrm>
            <a:off x="1735455" y="731522"/>
            <a:ext cx="11155678" cy="3291839"/>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3840"/>
              <a:buFont typeface="Century Gothic"/>
              <a:buNone/>
              <a:defRPr b="0" sz="3840" cap="none">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33"/>
          <p:cNvSpPr txBox="1"/>
          <p:nvPr>
            <p:ph idx="1" type="body"/>
          </p:nvPr>
        </p:nvSpPr>
        <p:spPr>
          <a:xfrm>
            <a:off x="2009775" y="4023360"/>
            <a:ext cx="10607042" cy="457200"/>
          </a:xfrm>
          <a:prstGeom prst="rect">
            <a:avLst/>
          </a:prstGeom>
          <a:noFill/>
          <a:ln>
            <a:noFill/>
          </a:ln>
        </p:spPr>
        <p:txBody>
          <a:bodyPr anchorCtr="0" anchor="ctr" bIns="45700" lIns="91425" spcFirstLastPara="1" rIns="91425" wrap="square" tIns="45700">
            <a:normAutofit/>
          </a:bodyPr>
          <a:lstStyle>
            <a:lvl1pPr indent="-228600" lvl="0" marL="457200" algn="l">
              <a:spcBef>
                <a:spcPts val="480"/>
              </a:spcBef>
              <a:spcAft>
                <a:spcPts val="0"/>
              </a:spcAft>
              <a:buSzPts val="2400"/>
              <a:buFont typeface="Century Gothic"/>
              <a:buNone/>
              <a:defRPr/>
            </a:lvl1pPr>
            <a:lvl2pPr indent="-228600" lvl="1" marL="914400" algn="l">
              <a:spcBef>
                <a:spcPts val="720"/>
              </a:spcBef>
              <a:spcAft>
                <a:spcPts val="0"/>
              </a:spcAft>
              <a:buSzPts val="2160"/>
              <a:buFont typeface="Century Gothic"/>
              <a:buNone/>
              <a:defRPr/>
            </a:lvl2pPr>
            <a:lvl3pPr indent="-228600" lvl="2" marL="1371600" algn="l">
              <a:spcBef>
                <a:spcPts val="720"/>
              </a:spcBef>
              <a:spcAft>
                <a:spcPts val="0"/>
              </a:spcAft>
              <a:buSzPts val="1920"/>
              <a:buFont typeface="Century Gothic"/>
              <a:buNone/>
              <a:defRPr/>
            </a:lvl3pPr>
            <a:lvl4pPr indent="-228600" lvl="3" marL="1828800" algn="l">
              <a:spcBef>
                <a:spcPts val="720"/>
              </a:spcBef>
              <a:spcAft>
                <a:spcPts val="0"/>
              </a:spcAft>
              <a:buSzPts val="1680"/>
              <a:buFont typeface="Century Gothic"/>
              <a:buNone/>
              <a:defRPr/>
            </a:lvl4pPr>
            <a:lvl5pPr indent="-228600" lvl="4" marL="2286000" algn="l">
              <a:spcBef>
                <a:spcPts val="720"/>
              </a:spcBef>
              <a:spcAft>
                <a:spcPts val="0"/>
              </a:spcAft>
              <a:buSzPts val="1680"/>
              <a:buFont typeface="Century Gothic"/>
              <a:buNone/>
              <a:defRPr/>
            </a:lvl5pPr>
            <a:lvl6pPr indent="-342900" lvl="5" marL="2743200" algn="l">
              <a:spcBef>
                <a:spcPts val="720"/>
              </a:spcBef>
              <a:spcAft>
                <a:spcPts val="0"/>
              </a:spcAft>
              <a:buSzPts val="1800"/>
              <a:buChar char="•"/>
              <a:defRPr/>
            </a:lvl6pPr>
            <a:lvl7pPr indent="-342900" lvl="6" marL="3200400" algn="l">
              <a:spcBef>
                <a:spcPts val="720"/>
              </a:spcBef>
              <a:spcAft>
                <a:spcPts val="0"/>
              </a:spcAft>
              <a:buSzPts val="1800"/>
              <a:buChar char="•"/>
              <a:defRPr/>
            </a:lvl7pPr>
            <a:lvl8pPr indent="-342900" lvl="7" marL="3657600" algn="l">
              <a:spcBef>
                <a:spcPts val="720"/>
              </a:spcBef>
              <a:spcAft>
                <a:spcPts val="0"/>
              </a:spcAft>
              <a:buSzPts val="1800"/>
              <a:buChar char="•"/>
              <a:defRPr/>
            </a:lvl8pPr>
            <a:lvl9pPr indent="-342900" lvl="8" marL="4114800" algn="l">
              <a:spcBef>
                <a:spcPts val="720"/>
              </a:spcBef>
              <a:spcAft>
                <a:spcPts val="720"/>
              </a:spcAft>
              <a:buSzPts val="1800"/>
              <a:buChar char="•"/>
              <a:defRPr/>
            </a:lvl9pPr>
          </a:lstStyle>
          <a:p/>
        </p:txBody>
      </p:sp>
      <p:sp>
        <p:nvSpPr>
          <p:cNvPr id="96" name="Google Shape;96;p33"/>
          <p:cNvSpPr txBox="1"/>
          <p:nvPr>
            <p:ph idx="2" type="body"/>
          </p:nvPr>
        </p:nvSpPr>
        <p:spPr>
          <a:xfrm>
            <a:off x="1369693" y="5212080"/>
            <a:ext cx="11887200" cy="1737360"/>
          </a:xfrm>
          <a:prstGeom prst="rect">
            <a:avLst/>
          </a:prstGeom>
          <a:noFill/>
          <a:ln>
            <a:noFill/>
          </a:ln>
        </p:spPr>
        <p:txBody>
          <a:bodyPr anchorCtr="0" anchor="ctr" bIns="45700" lIns="91425" spcFirstLastPara="1" rIns="91425" wrap="square" tIns="45700">
            <a:normAutofit/>
          </a:bodyPr>
          <a:lstStyle>
            <a:lvl1pPr indent="-228600" lvl="0" marL="457200" algn="l">
              <a:spcBef>
                <a:spcPts val="480"/>
              </a:spcBef>
              <a:spcAft>
                <a:spcPts val="0"/>
              </a:spcAft>
              <a:buSzPts val="2400"/>
              <a:buNone/>
              <a:defRPr sz="2400">
                <a:solidFill>
                  <a:schemeClr val="lt1"/>
                </a:solidFill>
              </a:defRPr>
            </a:lvl1pPr>
            <a:lvl2pPr indent="-342900" lvl="1" marL="914400" algn="l">
              <a:spcBef>
                <a:spcPts val="720"/>
              </a:spcBef>
              <a:spcAft>
                <a:spcPts val="0"/>
              </a:spcAft>
              <a:buSzPts val="1800"/>
              <a:buChar char="•"/>
              <a:defRPr/>
            </a:lvl2pPr>
            <a:lvl3pPr indent="-342900" lvl="2" marL="1371600" algn="l">
              <a:spcBef>
                <a:spcPts val="720"/>
              </a:spcBef>
              <a:spcAft>
                <a:spcPts val="0"/>
              </a:spcAft>
              <a:buSzPts val="1800"/>
              <a:buChar char="•"/>
              <a:defRPr/>
            </a:lvl3pPr>
            <a:lvl4pPr indent="-342900" lvl="3" marL="1828800" algn="l">
              <a:spcBef>
                <a:spcPts val="720"/>
              </a:spcBef>
              <a:spcAft>
                <a:spcPts val="0"/>
              </a:spcAft>
              <a:buSzPts val="1800"/>
              <a:buChar char="•"/>
              <a:defRPr/>
            </a:lvl4pPr>
            <a:lvl5pPr indent="-342900" lvl="4" marL="2286000" algn="l">
              <a:spcBef>
                <a:spcPts val="720"/>
              </a:spcBef>
              <a:spcAft>
                <a:spcPts val="0"/>
              </a:spcAft>
              <a:buSzPts val="1800"/>
              <a:buChar char="•"/>
              <a:defRPr/>
            </a:lvl5pPr>
            <a:lvl6pPr indent="-342900" lvl="5" marL="2743200" algn="l">
              <a:spcBef>
                <a:spcPts val="720"/>
              </a:spcBef>
              <a:spcAft>
                <a:spcPts val="0"/>
              </a:spcAft>
              <a:buSzPts val="1800"/>
              <a:buChar char="•"/>
              <a:defRPr/>
            </a:lvl6pPr>
            <a:lvl7pPr indent="-342900" lvl="6" marL="3200400" algn="l">
              <a:spcBef>
                <a:spcPts val="720"/>
              </a:spcBef>
              <a:spcAft>
                <a:spcPts val="0"/>
              </a:spcAft>
              <a:buSzPts val="1800"/>
              <a:buChar char="•"/>
              <a:defRPr/>
            </a:lvl7pPr>
            <a:lvl8pPr indent="-342900" lvl="7" marL="3657600" algn="l">
              <a:spcBef>
                <a:spcPts val="720"/>
              </a:spcBef>
              <a:spcAft>
                <a:spcPts val="0"/>
              </a:spcAft>
              <a:buSzPts val="1800"/>
              <a:buChar char="•"/>
              <a:defRPr/>
            </a:lvl8pPr>
            <a:lvl9pPr indent="-342900" lvl="8" marL="4114800" algn="l">
              <a:spcBef>
                <a:spcPts val="720"/>
              </a:spcBef>
              <a:spcAft>
                <a:spcPts val="720"/>
              </a:spcAft>
              <a:buSzPts val="1800"/>
              <a:buChar char="•"/>
              <a:defRPr/>
            </a:lvl9pPr>
          </a:lstStyle>
          <a:p/>
        </p:txBody>
      </p:sp>
      <p:sp>
        <p:nvSpPr>
          <p:cNvPr id="97" name="Google Shape;97;p33"/>
          <p:cNvSpPr txBox="1"/>
          <p:nvPr>
            <p:ph idx="10" type="dt"/>
          </p:nvPr>
        </p:nvSpPr>
        <p:spPr>
          <a:xfrm>
            <a:off x="10605134" y="7059931"/>
            <a:ext cx="1920240" cy="4381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33"/>
          <p:cNvSpPr txBox="1"/>
          <p:nvPr>
            <p:ph idx="11" type="ftr"/>
          </p:nvPr>
        </p:nvSpPr>
        <p:spPr>
          <a:xfrm>
            <a:off x="1369694" y="7059931"/>
            <a:ext cx="9052560" cy="4381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33"/>
          <p:cNvSpPr txBox="1"/>
          <p:nvPr>
            <p:ph idx="12" type="sldNum"/>
          </p:nvPr>
        </p:nvSpPr>
        <p:spPr>
          <a:xfrm>
            <a:off x="12616815" y="7059931"/>
            <a:ext cx="661400" cy="43815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0" name="Shape 100"/>
        <p:cNvGrpSpPr/>
        <p:nvPr/>
      </p:nvGrpSpPr>
      <p:grpSpPr>
        <a:xfrm>
          <a:off x="0" y="0"/>
          <a:ext cx="0" cy="0"/>
          <a:chOff x="0" y="0"/>
          <a:chExt cx="0" cy="0"/>
        </a:xfrm>
      </p:grpSpPr>
      <p:sp>
        <p:nvSpPr>
          <p:cNvPr id="101" name="Google Shape;101;p34"/>
          <p:cNvSpPr txBox="1"/>
          <p:nvPr>
            <p:ph type="title"/>
          </p:nvPr>
        </p:nvSpPr>
        <p:spPr>
          <a:xfrm>
            <a:off x="1369694" y="3970297"/>
            <a:ext cx="11887200" cy="17625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3840"/>
              <a:buFont typeface="Century Gothic"/>
              <a:buNone/>
              <a:defRPr b="0" sz="384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34"/>
          <p:cNvSpPr txBox="1"/>
          <p:nvPr>
            <p:ph idx="1" type="body"/>
          </p:nvPr>
        </p:nvSpPr>
        <p:spPr>
          <a:xfrm>
            <a:off x="1369693" y="5732857"/>
            <a:ext cx="11887201" cy="103248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SzPts val="2400"/>
              <a:buChar char="•"/>
              <a:defRPr sz="2400">
                <a:solidFill>
                  <a:schemeClr val="lt1"/>
                </a:solidFill>
              </a:defRPr>
            </a:lvl1pPr>
            <a:lvl2pPr indent="-342900" lvl="1" marL="914400" algn="l">
              <a:spcBef>
                <a:spcPts val="720"/>
              </a:spcBef>
              <a:spcAft>
                <a:spcPts val="0"/>
              </a:spcAft>
              <a:buSzPts val="1800"/>
              <a:buChar char="•"/>
              <a:defRPr/>
            </a:lvl2pPr>
            <a:lvl3pPr indent="-342900" lvl="2" marL="1371600" algn="l">
              <a:spcBef>
                <a:spcPts val="720"/>
              </a:spcBef>
              <a:spcAft>
                <a:spcPts val="0"/>
              </a:spcAft>
              <a:buSzPts val="1800"/>
              <a:buChar char="•"/>
              <a:defRPr/>
            </a:lvl3pPr>
            <a:lvl4pPr indent="-342900" lvl="3" marL="1828800" algn="l">
              <a:spcBef>
                <a:spcPts val="720"/>
              </a:spcBef>
              <a:spcAft>
                <a:spcPts val="0"/>
              </a:spcAft>
              <a:buSzPts val="1800"/>
              <a:buChar char="•"/>
              <a:defRPr/>
            </a:lvl4pPr>
            <a:lvl5pPr indent="-342900" lvl="4" marL="2286000" algn="l">
              <a:spcBef>
                <a:spcPts val="720"/>
              </a:spcBef>
              <a:spcAft>
                <a:spcPts val="0"/>
              </a:spcAft>
              <a:buSzPts val="1800"/>
              <a:buChar char="•"/>
              <a:defRPr/>
            </a:lvl5pPr>
            <a:lvl6pPr indent="-342900" lvl="5" marL="2743200" algn="l">
              <a:spcBef>
                <a:spcPts val="720"/>
              </a:spcBef>
              <a:spcAft>
                <a:spcPts val="0"/>
              </a:spcAft>
              <a:buSzPts val="1800"/>
              <a:buChar char="•"/>
              <a:defRPr/>
            </a:lvl6pPr>
            <a:lvl7pPr indent="-342900" lvl="6" marL="3200400" algn="l">
              <a:spcBef>
                <a:spcPts val="720"/>
              </a:spcBef>
              <a:spcAft>
                <a:spcPts val="0"/>
              </a:spcAft>
              <a:buSzPts val="1800"/>
              <a:buChar char="•"/>
              <a:defRPr/>
            </a:lvl7pPr>
            <a:lvl8pPr indent="-342900" lvl="7" marL="3657600" algn="l">
              <a:spcBef>
                <a:spcPts val="720"/>
              </a:spcBef>
              <a:spcAft>
                <a:spcPts val="0"/>
              </a:spcAft>
              <a:buSzPts val="1800"/>
              <a:buChar char="•"/>
              <a:defRPr/>
            </a:lvl8pPr>
            <a:lvl9pPr indent="-342900" lvl="8" marL="4114800" algn="l">
              <a:spcBef>
                <a:spcPts val="720"/>
              </a:spcBef>
              <a:spcAft>
                <a:spcPts val="720"/>
              </a:spcAft>
              <a:buSzPts val="1800"/>
              <a:buChar char="•"/>
              <a:defRPr/>
            </a:lvl9pPr>
          </a:lstStyle>
          <a:p/>
        </p:txBody>
      </p:sp>
      <p:sp>
        <p:nvSpPr>
          <p:cNvPr id="103" name="Google Shape;103;p34"/>
          <p:cNvSpPr txBox="1"/>
          <p:nvPr>
            <p:ph idx="10" type="dt"/>
          </p:nvPr>
        </p:nvSpPr>
        <p:spPr>
          <a:xfrm>
            <a:off x="10605134" y="7059931"/>
            <a:ext cx="1920240" cy="4381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34"/>
          <p:cNvSpPr txBox="1"/>
          <p:nvPr>
            <p:ph idx="11" type="ftr"/>
          </p:nvPr>
        </p:nvSpPr>
        <p:spPr>
          <a:xfrm>
            <a:off x="1369694" y="7059931"/>
            <a:ext cx="9052560" cy="4381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34"/>
          <p:cNvSpPr txBox="1"/>
          <p:nvPr>
            <p:ph idx="12" type="sldNum"/>
          </p:nvPr>
        </p:nvSpPr>
        <p:spPr>
          <a:xfrm>
            <a:off x="12616815" y="7059931"/>
            <a:ext cx="661400" cy="43815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06" name="Shape 106"/>
        <p:cNvGrpSpPr/>
        <p:nvPr/>
      </p:nvGrpSpPr>
      <p:grpSpPr>
        <a:xfrm>
          <a:off x="0" y="0"/>
          <a:ext cx="0" cy="0"/>
          <a:chOff x="0" y="0"/>
          <a:chExt cx="0" cy="0"/>
        </a:xfrm>
      </p:grpSpPr>
      <p:sp>
        <p:nvSpPr>
          <p:cNvPr id="107" name="Google Shape;107;p35"/>
          <p:cNvSpPr txBox="1"/>
          <p:nvPr/>
        </p:nvSpPr>
        <p:spPr>
          <a:xfrm>
            <a:off x="1003934" y="944189"/>
            <a:ext cx="731520" cy="701731"/>
          </a:xfrm>
          <a:prstGeom prst="rect">
            <a:avLst/>
          </a:prstGeom>
          <a:noFill/>
          <a:ln>
            <a:noFill/>
          </a:ln>
        </p:spPr>
        <p:txBody>
          <a:bodyPr anchorCtr="0" anchor="ctr" bIns="54850" lIns="109725" spcFirstLastPara="1" rIns="109725" wrap="square" tIns="54850">
            <a:noAutofit/>
          </a:bodyPr>
          <a:lstStyle/>
          <a:p>
            <a:pPr indent="0" lvl="0" marL="0" marR="0" rtl="0" algn="l">
              <a:spcBef>
                <a:spcPts val="0"/>
              </a:spcBef>
              <a:spcAft>
                <a:spcPts val="0"/>
              </a:spcAft>
              <a:buClr>
                <a:schemeClr val="accent1"/>
              </a:buClr>
              <a:buSzPts val="9600"/>
              <a:buFont typeface="Century Gothic"/>
              <a:buNone/>
            </a:pPr>
            <a:r>
              <a:rPr b="0" lang="en-US" sz="9600" cap="none">
                <a:solidFill>
                  <a:schemeClr val="accent1"/>
                </a:solidFill>
                <a:latin typeface="Century Gothic"/>
                <a:ea typeface="Century Gothic"/>
                <a:cs typeface="Century Gothic"/>
                <a:sym typeface="Century Gothic"/>
              </a:rPr>
              <a:t>“</a:t>
            </a:r>
            <a:endParaRPr/>
          </a:p>
        </p:txBody>
      </p:sp>
      <p:sp>
        <p:nvSpPr>
          <p:cNvPr id="108" name="Google Shape;108;p35"/>
          <p:cNvSpPr txBox="1"/>
          <p:nvPr/>
        </p:nvSpPr>
        <p:spPr>
          <a:xfrm>
            <a:off x="12525374" y="3291840"/>
            <a:ext cx="731520" cy="701731"/>
          </a:xfrm>
          <a:prstGeom prst="rect">
            <a:avLst/>
          </a:prstGeom>
          <a:noFill/>
          <a:ln>
            <a:noFill/>
          </a:ln>
        </p:spPr>
        <p:txBody>
          <a:bodyPr anchorCtr="0" anchor="ctr" bIns="54850" lIns="109725" spcFirstLastPara="1" rIns="109725" wrap="square" tIns="54850">
            <a:noAutofit/>
          </a:bodyPr>
          <a:lstStyle/>
          <a:p>
            <a:pPr indent="0" lvl="0" marL="0" marR="0" rtl="0" algn="r">
              <a:spcBef>
                <a:spcPts val="0"/>
              </a:spcBef>
              <a:spcAft>
                <a:spcPts val="0"/>
              </a:spcAft>
              <a:buClr>
                <a:schemeClr val="accent1"/>
              </a:buClr>
              <a:buSzPts val="9600"/>
              <a:buFont typeface="Century Gothic"/>
              <a:buNone/>
            </a:pPr>
            <a:r>
              <a:rPr b="0" lang="en-US" sz="9600" cap="none">
                <a:solidFill>
                  <a:schemeClr val="accent1"/>
                </a:solidFill>
                <a:latin typeface="Century Gothic"/>
                <a:ea typeface="Century Gothic"/>
                <a:cs typeface="Century Gothic"/>
                <a:sym typeface="Century Gothic"/>
              </a:rPr>
              <a:t>”</a:t>
            </a:r>
            <a:endParaRPr/>
          </a:p>
        </p:txBody>
      </p:sp>
      <p:sp>
        <p:nvSpPr>
          <p:cNvPr id="109" name="Google Shape;109;p35"/>
          <p:cNvSpPr txBox="1"/>
          <p:nvPr>
            <p:ph type="title"/>
          </p:nvPr>
        </p:nvSpPr>
        <p:spPr>
          <a:xfrm>
            <a:off x="1735455" y="731522"/>
            <a:ext cx="11155678" cy="3291839"/>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3840"/>
              <a:buFont typeface="Century Gothic"/>
              <a:buNone/>
              <a:defRPr b="0" sz="3840" cap="none">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35"/>
          <p:cNvSpPr txBox="1"/>
          <p:nvPr>
            <p:ph idx="1" type="body"/>
          </p:nvPr>
        </p:nvSpPr>
        <p:spPr>
          <a:xfrm>
            <a:off x="1369694" y="4663440"/>
            <a:ext cx="11887200" cy="1066800"/>
          </a:xfrm>
          <a:prstGeom prst="rect">
            <a:avLst/>
          </a:prstGeom>
          <a:noFill/>
          <a:ln>
            <a:noFill/>
          </a:ln>
        </p:spPr>
        <p:txBody>
          <a:bodyPr anchorCtr="0" anchor="b" bIns="45700" lIns="91425" spcFirstLastPara="1" rIns="91425" wrap="square" tIns="45700">
            <a:normAutofit/>
          </a:bodyPr>
          <a:lstStyle>
            <a:lvl1pPr indent="-228600" lvl="0" marL="457200" algn="l">
              <a:spcBef>
                <a:spcPts val="576"/>
              </a:spcBef>
              <a:spcAft>
                <a:spcPts val="0"/>
              </a:spcAft>
              <a:buSzPts val="2880"/>
              <a:buNone/>
              <a:defRPr b="0" sz="2880" cap="none">
                <a:solidFill>
                  <a:schemeClr val="lt1"/>
                </a:solidFill>
              </a:defRPr>
            </a:lvl1pPr>
            <a:lvl2pPr indent="-342900" lvl="1" marL="914400" algn="l">
              <a:spcBef>
                <a:spcPts val="720"/>
              </a:spcBef>
              <a:spcAft>
                <a:spcPts val="0"/>
              </a:spcAft>
              <a:buSzPts val="1800"/>
              <a:buChar char="•"/>
              <a:defRPr/>
            </a:lvl2pPr>
            <a:lvl3pPr indent="-342900" lvl="2" marL="1371600" algn="l">
              <a:spcBef>
                <a:spcPts val="720"/>
              </a:spcBef>
              <a:spcAft>
                <a:spcPts val="0"/>
              </a:spcAft>
              <a:buSzPts val="1800"/>
              <a:buChar char="•"/>
              <a:defRPr/>
            </a:lvl3pPr>
            <a:lvl4pPr indent="-342900" lvl="3" marL="1828800" algn="l">
              <a:spcBef>
                <a:spcPts val="720"/>
              </a:spcBef>
              <a:spcAft>
                <a:spcPts val="0"/>
              </a:spcAft>
              <a:buSzPts val="1800"/>
              <a:buChar char="•"/>
              <a:defRPr/>
            </a:lvl4pPr>
            <a:lvl5pPr indent="-342900" lvl="4" marL="2286000" algn="l">
              <a:spcBef>
                <a:spcPts val="720"/>
              </a:spcBef>
              <a:spcAft>
                <a:spcPts val="0"/>
              </a:spcAft>
              <a:buSzPts val="1800"/>
              <a:buChar char="•"/>
              <a:defRPr/>
            </a:lvl5pPr>
            <a:lvl6pPr indent="-342900" lvl="5" marL="2743200" algn="l">
              <a:spcBef>
                <a:spcPts val="720"/>
              </a:spcBef>
              <a:spcAft>
                <a:spcPts val="0"/>
              </a:spcAft>
              <a:buSzPts val="1800"/>
              <a:buChar char="•"/>
              <a:defRPr/>
            </a:lvl6pPr>
            <a:lvl7pPr indent="-342900" lvl="6" marL="3200400" algn="l">
              <a:spcBef>
                <a:spcPts val="720"/>
              </a:spcBef>
              <a:spcAft>
                <a:spcPts val="0"/>
              </a:spcAft>
              <a:buSzPts val="1800"/>
              <a:buChar char="•"/>
              <a:defRPr/>
            </a:lvl7pPr>
            <a:lvl8pPr indent="-342900" lvl="7" marL="3657600" algn="l">
              <a:spcBef>
                <a:spcPts val="720"/>
              </a:spcBef>
              <a:spcAft>
                <a:spcPts val="0"/>
              </a:spcAft>
              <a:buSzPts val="1800"/>
              <a:buChar char="•"/>
              <a:defRPr/>
            </a:lvl8pPr>
            <a:lvl9pPr indent="-342900" lvl="8" marL="4114800" algn="l">
              <a:spcBef>
                <a:spcPts val="720"/>
              </a:spcBef>
              <a:spcAft>
                <a:spcPts val="720"/>
              </a:spcAft>
              <a:buSzPts val="1800"/>
              <a:buChar char="•"/>
              <a:defRPr/>
            </a:lvl9pPr>
          </a:lstStyle>
          <a:p/>
        </p:txBody>
      </p:sp>
      <p:sp>
        <p:nvSpPr>
          <p:cNvPr id="111" name="Google Shape;111;p35"/>
          <p:cNvSpPr txBox="1"/>
          <p:nvPr>
            <p:ph idx="2" type="body"/>
          </p:nvPr>
        </p:nvSpPr>
        <p:spPr>
          <a:xfrm>
            <a:off x="1369693" y="5730240"/>
            <a:ext cx="11887200" cy="1219200"/>
          </a:xfrm>
          <a:prstGeom prst="rect">
            <a:avLst/>
          </a:prstGeom>
          <a:noFill/>
          <a:ln>
            <a:noFill/>
          </a:ln>
        </p:spPr>
        <p:txBody>
          <a:bodyPr anchorCtr="0" anchor="t" bIns="45700" lIns="91425" spcFirstLastPara="1" rIns="91425" wrap="square" tIns="45700">
            <a:normAutofit/>
          </a:bodyPr>
          <a:lstStyle>
            <a:lvl1pPr indent="-228600" lvl="0" marL="457200" algn="l">
              <a:spcBef>
                <a:spcPts val="432"/>
              </a:spcBef>
              <a:spcAft>
                <a:spcPts val="0"/>
              </a:spcAft>
              <a:buSzPts val="2160"/>
              <a:buNone/>
              <a:defRPr sz="2160">
                <a:solidFill>
                  <a:schemeClr val="lt1"/>
                </a:solidFill>
              </a:defRPr>
            </a:lvl1pPr>
            <a:lvl2pPr indent="-228600" lvl="1" marL="914400" algn="l">
              <a:spcBef>
                <a:spcPts val="720"/>
              </a:spcBef>
              <a:spcAft>
                <a:spcPts val="0"/>
              </a:spcAft>
              <a:buSzPts val="2160"/>
              <a:buNone/>
              <a:defRPr sz="2160">
                <a:solidFill>
                  <a:schemeClr val="lt1"/>
                </a:solidFill>
              </a:defRPr>
            </a:lvl2pPr>
            <a:lvl3pPr indent="-228600" lvl="2" marL="1371600" algn="l">
              <a:spcBef>
                <a:spcPts val="720"/>
              </a:spcBef>
              <a:spcAft>
                <a:spcPts val="0"/>
              </a:spcAft>
              <a:buSzPts val="1920"/>
              <a:buNone/>
              <a:defRPr sz="1920">
                <a:solidFill>
                  <a:schemeClr val="lt1"/>
                </a:solidFill>
              </a:defRPr>
            </a:lvl3pPr>
            <a:lvl4pPr indent="-228600" lvl="3" marL="1828800" algn="l">
              <a:spcBef>
                <a:spcPts val="720"/>
              </a:spcBef>
              <a:spcAft>
                <a:spcPts val="0"/>
              </a:spcAft>
              <a:buSzPts val="1680"/>
              <a:buNone/>
              <a:defRPr sz="1679">
                <a:solidFill>
                  <a:schemeClr val="lt1"/>
                </a:solidFill>
              </a:defRPr>
            </a:lvl4pPr>
            <a:lvl5pPr indent="-228600" lvl="4" marL="2286000" algn="l">
              <a:spcBef>
                <a:spcPts val="720"/>
              </a:spcBef>
              <a:spcAft>
                <a:spcPts val="0"/>
              </a:spcAft>
              <a:buSzPts val="1680"/>
              <a:buNone/>
              <a:defRPr sz="1679">
                <a:solidFill>
                  <a:schemeClr val="lt1"/>
                </a:solidFill>
              </a:defRPr>
            </a:lvl5pPr>
            <a:lvl6pPr indent="-228600" lvl="5" marL="2743200" algn="l">
              <a:spcBef>
                <a:spcPts val="720"/>
              </a:spcBef>
              <a:spcAft>
                <a:spcPts val="0"/>
              </a:spcAft>
              <a:buSzPts val="1680"/>
              <a:buNone/>
              <a:defRPr sz="1679">
                <a:solidFill>
                  <a:schemeClr val="lt1"/>
                </a:solidFill>
              </a:defRPr>
            </a:lvl6pPr>
            <a:lvl7pPr indent="-228600" lvl="6" marL="3200400" algn="l">
              <a:spcBef>
                <a:spcPts val="720"/>
              </a:spcBef>
              <a:spcAft>
                <a:spcPts val="0"/>
              </a:spcAft>
              <a:buSzPts val="1680"/>
              <a:buNone/>
              <a:defRPr sz="1679">
                <a:solidFill>
                  <a:schemeClr val="lt1"/>
                </a:solidFill>
              </a:defRPr>
            </a:lvl7pPr>
            <a:lvl8pPr indent="-228600" lvl="7" marL="3657600" algn="l">
              <a:spcBef>
                <a:spcPts val="720"/>
              </a:spcBef>
              <a:spcAft>
                <a:spcPts val="0"/>
              </a:spcAft>
              <a:buSzPts val="1680"/>
              <a:buNone/>
              <a:defRPr sz="1679">
                <a:solidFill>
                  <a:schemeClr val="lt1"/>
                </a:solidFill>
              </a:defRPr>
            </a:lvl8pPr>
            <a:lvl9pPr indent="-228600" lvl="8" marL="4114800" algn="l">
              <a:spcBef>
                <a:spcPts val="720"/>
              </a:spcBef>
              <a:spcAft>
                <a:spcPts val="720"/>
              </a:spcAft>
              <a:buSzPts val="1680"/>
              <a:buNone/>
              <a:defRPr sz="1679">
                <a:solidFill>
                  <a:schemeClr val="lt1"/>
                </a:solidFill>
              </a:defRPr>
            </a:lvl9pPr>
          </a:lstStyle>
          <a:p/>
        </p:txBody>
      </p:sp>
      <p:sp>
        <p:nvSpPr>
          <p:cNvPr id="112" name="Google Shape;112;p35"/>
          <p:cNvSpPr txBox="1"/>
          <p:nvPr>
            <p:ph idx="10" type="dt"/>
          </p:nvPr>
        </p:nvSpPr>
        <p:spPr>
          <a:xfrm>
            <a:off x="10605134" y="7059931"/>
            <a:ext cx="1920240" cy="4381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35"/>
          <p:cNvSpPr txBox="1"/>
          <p:nvPr>
            <p:ph idx="11" type="ftr"/>
          </p:nvPr>
        </p:nvSpPr>
        <p:spPr>
          <a:xfrm>
            <a:off x="1369694" y="7059931"/>
            <a:ext cx="9052560" cy="4381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35"/>
          <p:cNvSpPr txBox="1"/>
          <p:nvPr>
            <p:ph idx="12" type="sldNum"/>
          </p:nvPr>
        </p:nvSpPr>
        <p:spPr>
          <a:xfrm>
            <a:off x="12616815" y="7059931"/>
            <a:ext cx="661400" cy="43815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15" name="Shape 115"/>
        <p:cNvGrpSpPr/>
        <p:nvPr/>
      </p:nvGrpSpPr>
      <p:grpSpPr>
        <a:xfrm>
          <a:off x="0" y="0"/>
          <a:ext cx="0" cy="0"/>
          <a:chOff x="0" y="0"/>
          <a:chExt cx="0" cy="0"/>
        </a:xfrm>
      </p:grpSpPr>
      <p:sp>
        <p:nvSpPr>
          <p:cNvPr id="116" name="Google Shape;116;p36"/>
          <p:cNvSpPr txBox="1"/>
          <p:nvPr>
            <p:ph type="title"/>
          </p:nvPr>
        </p:nvSpPr>
        <p:spPr>
          <a:xfrm>
            <a:off x="1369695" y="731522"/>
            <a:ext cx="11887199" cy="3291839"/>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3840"/>
              <a:buFont typeface="Century Gothic"/>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36"/>
          <p:cNvSpPr txBox="1"/>
          <p:nvPr>
            <p:ph idx="1" type="body"/>
          </p:nvPr>
        </p:nvSpPr>
        <p:spPr>
          <a:xfrm>
            <a:off x="1369694" y="4206240"/>
            <a:ext cx="11887200" cy="1005840"/>
          </a:xfrm>
          <a:prstGeom prst="rect">
            <a:avLst/>
          </a:prstGeom>
          <a:noFill/>
          <a:ln>
            <a:noFill/>
          </a:ln>
        </p:spPr>
        <p:txBody>
          <a:bodyPr anchorCtr="0" anchor="b" bIns="45700" lIns="91425" spcFirstLastPara="1" rIns="91425" wrap="square" tIns="45700">
            <a:normAutofit/>
          </a:bodyPr>
          <a:lstStyle>
            <a:lvl1pPr indent="-228600" lvl="0" marL="457200" algn="l">
              <a:spcBef>
                <a:spcPts val="672"/>
              </a:spcBef>
              <a:spcAft>
                <a:spcPts val="0"/>
              </a:spcAft>
              <a:buSzPts val="3360"/>
              <a:buNone/>
              <a:defRPr b="0" sz="3359" cap="none">
                <a:solidFill>
                  <a:schemeClr val="lt1"/>
                </a:solidFill>
              </a:defRPr>
            </a:lvl1pPr>
            <a:lvl2pPr indent="-342900" lvl="1" marL="914400" algn="l">
              <a:spcBef>
                <a:spcPts val="720"/>
              </a:spcBef>
              <a:spcAft>
                <a:spcPts val="0"/>
              </a:spcAft>
              <a:buSzPts val="1800"/>
              <a:buChar char="•"/>
              <a:defRPr/>
            </a:lvl2pPr>
            <a:lvl3pPr indent="-342900" lvl="2" marL="1371600" algn="l">
              <a:spcBef>
                <a:spcPts val="720"/>
              </a:spcBef>
              <a:spcAft>
                <a:spcPts val="0"/>
              </a:spcAft>
              <a:buSzPts val="1800"/>
              <a:buChar char="•"/>
              <a:defRPr/>
            </a:lvl3pPr>
            <a:lvl4pPr indent="-342900" lvl="3" marL="1828800" algn="l">
              <a:spcBef>
                <a:spcPts val="720"/>
              </a:spcBef>
              <a:spcAft>
                <a:spcPts val="0"/>
              </a:spcAft>
              <a:buSzPts val="1800"/>
              <a:buChar char="•"/>
              <a:defRPr/>
            </a:lvl4pPr>
            <a:lvl5pPr indent="-342900" lvl="4" marL="2286000" algn="l">
              <a:spcBef>
                <a:spcPts val="720"/>
              </a:spcBef>
              <a:spcAft>
                <a:spcPts val="0"/>
              </a:spcAft>
              <a:buSzPts val="1800"/>
              <a:buChar char="•"/>
              <a:defRPr/>
            </a:lvl5pPr>
            <a:lvl6pPr indent="-342900" lvl="5" marL="2743200" algn="l">
              <a:spcBef>
                <a:spcPts val="720"/>
              </a:spcBef>
              <a:spcAft>
                <a:spcPts val="0"/>
              </a:spcAft>
              <a:buSzPts val="1800"/>
              <a:buChar char="•"/>
              <a:defRPr/>
            </a:lvl6pPr>
            <a:lvl7pPr indent="-342900" lvl="6" marL="3200400" algn="l">
              <a:spcBef>
                <a:spcPts val="720"/>
              </a:spcBef>
              <a:spcAft>
                <a:spcPts val="0"/>
              </a:spcAft>
              <a:buSzPts val="1800"/>
              <a:buChar char="•"/>
              <a:defRPr/>
            </a:lvl7pPr>
            <a:lvl8pPr indent="-342900" lvl="7" marL="3657600" algn="l">
              <a:spcBef>
                <a:spcPts val="720"/>
              </a:spcBef>
              <a:spcAft>
                <a:spcPts val="0"/>
              </a:spcAft>
              <a:buSzPts val="1800"/>
              <a:buChar char="•"/>
              <a:defRPr/>
            </a:lvl8pPr>
            <a:lvl9pPr indent="-342900" lvl="8" marL="4114800" algn="l">
              <a:spcBef>
                <a:spcPts val="720"/>
              </a:spcBef>
              <a:spcAft>
                <a:spcPts val="720"/>
              </a:spcAft>
              <a:buSzPts val="1800"/>
              <a:buChar char="•"/>
              <a:defRPr/>
            </a:lvl9pPr>
          </a:lstStyle>
          <a:p/>
        </p:txBody>
      </p:sp>
      <p:sp>
        <p:nvSpPr>
          <p:cNvPr id="118" name="Google Shape;118;p36"/>
          <p:cNvSpPr txBox="1"/>
          <p:nvPr>
            <p:ph idx="2" type="body"/>
          </p:nvPr>
        </p:nvSpPr>
        <p:spPr>
          <a:xfrm>
            <a:off x="1369693" y="5212080"/>
            <a:ext cx="11887200" cy="1737360"/>
          </a:xfrm>
          <a:prstGeom prst="rect">
            <a:avLst/>
          </a:prstGeom>
          <a:noFill/>
          <a:ln>
            <a:noFill/>
          </a:ln>
        </p:spPr>
        <p:txBody>
          <a:bodyPr anchorCtr="0" anchor="t" bIns="45700" lIns="91425" spcFirstLastPara="1" rIns="91425" wrap="square" tIns="45700">
            <a:normAutofit/>
          </a:bodyPr>
          <a:lstStyle>
            <a:lvl1pPr indent="-228600" lvl="0" marL="457200" algn="l">
              <a:spcBef>
                <a:spcPts val="432"/>
              </a:spcBef>
              <a:spcAft>
                <a:spcPts val="0"/>
              </a:spcAft>
              <a:buSzPts val="2160"/>
              <a:buNone/>
              <a:defRPr sz="2160">
                <a:solidFill>
                  <a:schemeClr val="lt1"/>
                </a:solidFill>
              </a:defRPr>
            </a:lvl1pPr>
            <a:lvl2pPr indent="-228600" lvl="1" marL="914400" algn="l">
              <a:spcBef>
                <a:spcPts val="720"/>
              </a:spcBef>
              <a:spcAft>
                <a:spcPts val="0"/>
              </a:spcAft>
              <a:buSzPts val="2160"/>
              <a:buNone/>
              <a:defRPr sz="2160">
                <a:solidFill>
                  <a:schemeClr val="lt1"/>
                </a:solidFill>
              </a:defRPr>
            </a:lvl2pPr>
            <a:lvl3pPr indent="-228600" lvl="2" marL="1371600" algn="l">
              <a:spcBef>
                <a:spcPts val="720"/>
              </a:spcBef>
              <a:spcAft>
                <a:spcPts val="0"/>
              </a:spcAft>
              <a:buSzPts val="1920"/>
              <a:buNone/>
              <a:defRPr sz="1920">
                <a:solidFill>
                  <a:schemeClr val="lt1"/>
                </a:solidFill>
              </a:defRPr>
            </a:lvl3pPr>
            <a:lvl4pPr indent="-228600" lvl="3" marL="1828800" algn="l">
              <a:spcBef>
                <a:spcPts val="720"/>
              </a:spcBef>
              <a:spcAft>
                <a:spcPts val="0"/>
              </a:spcAft>
              <a:buSzPts val="1680"/>
              <a:buNone/>
              <a:defRPr sz="1679">
                <a:solidFill>
                  <a:schemeClr val="lt1"/>
                </a:solidFill>
              </a:defRPr>
            </a:lvl4pPr>
            <a:lvl5pPr indent="-228600" lvl="4" marL="2286000" algn="l">
              <a:spcBef>
                <a:spcPts val="720"/>
              </a:spcBef>
              <a:spcAft>
                <a:spcPts val="0"/>
              </a:spcAft>
              <a:buSzPts val="1680"/>
              <a:buNone/>
              <a:defRPr sz="1679">
                <a:solidFill>
                  <a:schemeClr val="lt1"/>
                </a:solidFill>
              </a:defRPr>
            </a:lvl5pPr>
            <a:lvl6pPr indent="-228600" lvl="5" marL="2743200" algn="l">
              <a:spcBef>
                <a:spcPts val="720"/>
              </a:spcBef>
              <a:spcAft>
                <a:spcPts val="0"/>
              </a:spcAft>
              <a:buSzPts val="1680"/>
              <a:buNone/>
              <a:defRPr sz="1679">
                <a:solidFill>
                  <a:schemeClr val="lt1"/>
                </a:solidFill>
              </a:defRPr>
            </a:lvl6pPr>
            <a:lvl7pPr indent="-228600" lvl="6" marL="3200400" algn="l">
              <a:spcBef>
                <a:spcPts val="720"/>
              </a:spcBef>
              <a:spcAft>
                <a:spcPts val="0"/>
              </a:spcAft>
              <a:buSzPts val="1680"/>
              <a:buNone/>
              <a:defRPr sz="1679">
                <a:solidFill>
                  <a:schemeClr val="lt1"/>
                </a:solidFill>
              </a:defRPr>
            </a:lvl7pPr>
            <a:lvl8pPr indent="-228600" lvl="7" marL="3657600" algn="l">
              <a:spcBef>
                <a:spcPts val="720"/>
              </a:spcBef>
              <a:spcAft>
                <a:spcPts val="0"/>
              </a:spcAft>
              <a:buSzPts val="1680"/>
              <a:buNone/>
              <a:defRPr sz="1679">
                <a:solidFill>
                  <a:schemeClr val="lt1"/>
                </a:solidFill>
              </a:defRPr>
            </a:lvl8pPr>
            <a:lvl9pPr indent="-228600" lvl="8" marL="4114800" algn="l">
              <a:spcBef>
                <a:spcPts val="720"/>
              </a:spcBef>
              <a:spcAft>
                <a:spcPts val="720"/>
              </a:spcAft>
              <a:buSzPts val="1680"/>
              <a:buNone/>
              <a:defRPr sz="1679">
                <a:solidFill>
                  <a:schemeClr val="lt1"/>
                </a:solidFill>
              </a:defRPr>
            </a:lvl9pPr>
          </a:lstStyle>
          <a:p/>
        </p:txBody>
      </p:sp>
      <p:sp>
        <p:nvSpPr>
          <p:cNvPr id="119" name="Google Shape;119;p36"/>
          <p:cNvSpPr txBox="1"/>
          <p:nvPr>
            <p:ph idx="10" type="dt"/>
          </p:nvPr>
        </p:nvSpPr>
        <p:spPr>
          <a:xfrm>
            <a:off x="10605134" y="7059931"/>
            <a:ext cx="1920240" cy="4381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36"/>
          <p:cNvSpPr txBox="1"/>
          <p:nvPr>
            <p:ph idx="11" type="ftr"/>
          </p:nvPr>
        </p:nvSpPr>
        <p:spPr>
          <a:xfrm>
            <a:off x="1369694" y="7059931"/>
            <a:ext cx="9052560" cy="4381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36"/>
          <p:cNvSpPr txBox="1"/>
          <p:nvPr>
            <p:ph idx="12" type="sldNum"/>
          </p:nvPr>
        </p:nvSpPr>
        <p:spPr>
          <a:xfrm>
            <a:off x="12616815" y="7059931"/>
            <a:ext cx="661400" cy="43815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2" name="Shape 122"/>
        <p:cNvGrpSpPr/>
        <p:nvPr/>
      </p:nvGrpSpPr>
      <p:grpSpPr>
        <a:xfrm>
          <a:off x="0" y="0"/>
          <a:ext cx="0" cy="0"/>
          <a:chOff x="0" y="0"/>
          <a:chExt cx="0" cy="0"/>
        </a:xfrm>
      </p:grpSpPr>
      <p:sp>
        <p:nvSpPr>
          <p:cNvPr id="123" name="Google Shape;123;p37"/>
          <p:cNvSpPr txBox="1"/>
          <p:nvPr>
            <p:ph type="title"/>
          </p:nvPr>
        </p:nvSpPr>
        <p:spPr>
          <a:xfrm>
            <a:off x="1369695" y="731520"/>
            <a:ext cx="11887198" cy="2286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37"/>
          <p:cNvSpPr txBox="1"/>
          <p:nvPr>
            <p:ph idx="1" type="body"/>
          </p:nvPr>
        </p:nvSpPr>
        <p:spPr>
          <a:xfrm rot="5400000">
            <a:off x="5438774" y="-868678"/>
            <a:ext cx="3749041" cy="11887198"/>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720"/>
              </a:spcBef>
              <a:spcAft>
                <a:spcPts val="0"/>
              </a:spcAft>
              <a:buSzPts val="1800"/>
              <a:buChar char="•"/>
              <a:defRPr/>
            </a:lvl2pPr>
            <a:lvl3pPr indent="-342900" lvl="2" marL="1371600" algn="l">
              <a:spcBef>
                <a:spcPts val="720"/>
              </a:spcBef>
              <a:spcAft>
                <a:spcPts val="0"/>
              </a:spcAft>
              <a:buSzPts val="1800"/>
              <a:buChar char="•"/>
              <a:defRPr/>
            </a:lvl3pPr>
            <a:lvl4pPr indent="-342900" lvl="3" marL="1828800" algn="l">
              <a:spcBef>
                <a:spcPts val="720"/>
              </a:spcBef>
              <a:spcAft>
                <a:spcPts val="0"/>
              </a:spcAft>
              <a:buSzPts val="1800"/>
              <a:buChar char="•"/>
              <a:defRPr/>
            </a:lvl4pPr>
            <a:lvl5pPr indent="-342900" lvl="4" marL="2286000" algn="l">
              <a:spcBef>
                <a:spcPts val="720"/>
              </a:spcBef>
              <a:spcAft>
                <a:spcPts val="0"/>
              </a:spcAft>
              <a:buSzPts val="1800"/>
              <a:buChar char="•"/>
              <a:defRPr/>
            </a:lvl5pPr>
            <a:lvl6pPr indent="-342900" lvl="5" marL="2743200" algn="l">
              <a:spcBef>
                <a:spcPts val="720"/>
              </a:spcBef>
              <a:spcAft>
                <a:spcPts val="0"/>
              </a:spcAft>
              <a:buSzPts val="1800"/>
              <a:buChar char="•"/>
              <a:defRPr/>
            </a:lvl6pPr>
            <a:lvl7pPr indent="-342900" lvl="6" marL="3200400" algn="l">
              <a:spcBef>
                <a:spcPts val="720"/>
              </a:spcBef>
              <a:spcAft>
                <a:spcPts val="0"/>
              </a:spcAft>
              <a:buSzPts val="1800"/>
              <a:buChar char="•"/>
              <a:defRPr/>
            </a:lvl7pPr>
            <a:lvl8pPr indent="-342900" lvl="7" marL="3657600" algn="l">
              <a:spcBef>
                <a:spcPts val="720"/>
              </a:spcBef>
              <a:spcAft>
                <a:spcPts val="0"/>
              </a:spcAft>
              <a:buSzPts val="1800"/>
              <a:buChar char="•"/>
              <a:defRPr/>
            </a:lvl8pPr>
            <a:lvl9pPr indent="-342900" lvl="8" marL="4114800" algn="l">
              <a:spcBef>
                <a:spcPts val="720"/>
              </a:spcBef>
              <a:spcAft>
                <a:spcPts val="720"/>
              </a:spcAft>
              <a:buSzPts val="1800"/>
              <a:buChar char="•"/>
              <a:defRPr/>
            </a:lvl9pPr>
          </a:lstStyle>
          <a:p/>
        </p:txBody>
      </p:sp>
      <p:sp>
        <p:nvSpPr>
          <p:cNvPr id="125" name="Google Shape;125;p37"/>
          <p:cNvSpPr txBox="1"/>
          <p:nvPr>
            <p:ph idx="10" type="dt"/>
          </p:nvPr>
        </p:nvSpPr>
        <p:spPr>
          <a:xfrm>
            <a:off x="10605134" y="7059931"/>
            <a:ext cx="1920240" cy="4381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37"/>
          <p:cNvSpPr txBox="1"/>
          <p:nvPr>
            <p:ph idx="11" type="ftr"/>
          </p:nvPr>
        </p:nvSpPr>
        <p:spPr>
          <a:xfrm>
            <a:off x="1369694" y="7059931"/>
            <a:ext cx="9052560" cy="4381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37"/>
          <p:cNvSpPr txBox="1"/>
          <p:nvPr>
            <p:ph idx="12" type="sldNum"/>
          </p:nvPr>
        </p:nvSpPr>
        <p:spPr>
          <a:xfrm>
            <a:off x="12616815" y="7059931"/>
            <a:ext cx="661400" cy="43815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8" name="Shape 128"/>
        <p:cNvGrpSpPr/>
        <p:nvPr/>
      </p:nvGrpSpPr>
      <p:grpSpPr>
        <a:xfrm>
          <a:off x="0" y="0"/>
          <a:ext cx="0" cy="0"/>
          <a:chOff x="0" y="0"/>
          <a:chExt cx="0" cy="0"/>
        </a:xfrm>
      </p:grpSpPr>
      <p:sp>
        <p:nvSpPr>
          <p:cNvPr id="129" name="Google Shape;129;p38"/>
          <p:cNvSpPr txBox="1"/>
          <p:nvPr>
            <p:ph type="title"/>
          </p:nvPr>
        </p:nvSpPr>
        <p:spPr>
          <a:xfrm rot="5400000">
            <a:off x="8821626" y="2514172"/>
            <a:ext cx="6217921" cy="2652617"/>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38"/>
          <p:cNvSpPr txBox="1"/>
          <p:nvPr>
            <p:ph idx="1" type="body"/>
          </p:nvPr>
        </p:nvSpPr>
        <p:spPr>
          <a:xfrm rot="5400000">
            <a:off x="2787014" y="-685800"/>
            <a:ext cx="6217920" cy="905256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720"/>
              </a:spcBef>
              <a:spcAft>
                <a:spcPts val="0"/>
              </a:spcAft>
              <a:buSzPts val="1800"/>
              <a:buChar char="•"/>
              <a:defRPr/>
            </a:lvl2pPr>
            <a:lvl3pPr indent="-342900" lvl="2" marL="1371600" algn="l">
              <a:spcBef>
                <a:spcPts val="720"/>
              </a:spcBef>
              <a:spcAft>
                <a:spcPts val="0"/>
              </a:spcAft>
              <a:buSzPts val="1800"/>
              <a:buChar char="•"/>
              <a:defRPr/>
            </a:lvl3pPr>
            <a:lvl4pPr indent="-342900" lvl="3" marL="1828800" algn="l">
              <a:spcBef>
                <a:spcPts val="720"/>
              </a:spcBef>
              <a:spcAft>
                <a:spcPts val="0"/>
              </a:spcAft>
              <a:buSzPts val="1800"/>
              <a:buChar char="•"/>
              <a:defRPr/>
            </a:lvl4pPr>
            <a:lvl5pPr indent="-342900" lvl="4" marL="2286000" algn="l">
              <a:spcBef>
                <a:spcPts val="720"/>
              </a:spcBef>
              <a:spcAft>
                <a:spcPts val="0"/>
              </a:spcAft>
              <a:buSzPts val="1800"/>
              <a:buChar char="•"/>
              <a:defRPr/>
            </a:lvl5pPr>
            <a:lvl6pPr indent="-342900" lvl="5" marL="2743200" algn="l">
              <a:spcBef>
                <a:spcPts val="720"/>
              </a:spcBef>
              <a:spcAft>
                <a:spcPts val="0"/>
              </a:spcAft>
              <a:buSzPts val="1800"/>
              <a:buChar char="•"/>
              <a:defRPr/>
            </a:lvl6pPr>
            <a:lvl7pPr indent="-342900" lvl="6" marL="3200400" algn="l">
              <a:spcBef>
                <a:spcPts val="720"/>
              </a:spcBef>
              <a:spcAft>
                <a:spcPts val="0"/>
              </a:spcAft>
              <a:buSzPts val="1800"/>
              <a:buChar char="•"/>
              <a:defRPr/>
            </a:lvl7pPr>
            <a:lvl8pPr indent="-342900" lvl="7" marL="3657600" algn="l">
              <a:spcBef>
                <a:spcPts val="720"/>
              </a:spcBef>
              <a:spcAft>
                <a:spcPts val="0"/>
              </a:spcAft>
              <a:buSzPts val="1800"/>
              <a:buChar char="•"/>
              <a:defRPr/>
            </a:lvl8pPr>
            <a:lvl9pPr indent="-342900" lvl="8" marL="4114800" algn="l">
              <a:spcBef>
                <a:spcPts val="720"/>
              </a:spcBef>
              <a:spcAft>
                <a:spcPts val="720"/>
              </a:spcAft>
              <a:buSzPts val="1800"/>
              <a:buChar char="•"/>
              <a:defRPr/>
            </a:lvl9pPr>
          </a:lstStyle>
          <a:p/>
        </p:txBody>
      </p:sp>
      <p:sp>
        <p:nvSpPr>
          <p:cNvPr id="131" name="Google Shape;131;p38"/>
          <p:cNvSpPr txBox="1"/>
          <p:nvPr>
            <p:ph idx="10" type="dt"/>
          </p:nvPr>
        </p:nvSpPr>
        <p:spPr>
          <a:xfrm>
            <a:off x="10605134" y="7059931"/>
            <a:ext cx="1920240" cy="4381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38"/>
          <p:cNvSpPr txBox="1"/>
          <p:nvPr>
            <p:ph idx="11" type="ftr"/>
          </p:nvPr>
        </p:nvSpPr>
        <p:spPr>
          <a:xfrm>
            <a:off x="1369694" y="7059931"/>
            <a:ext cx="9052560" cy="4381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38"/>
          <p:cNvSpPr txBox="1"/>
          <p:nvPr>
            <p:ph idx="12" type="sldNum"/>
          </p:nvPr>
        </p:nvSpPr>
        <p:spPr>
          <a:xfrm>
            <a:off x="12616815" y="7059931"/>
            <a:ext cx="661400" cy="43815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5" Type="http://schemas.openxmlformats.org/officeDocument/2006/relationships/slideLayout" Target="../slideLayouts/slideLayout4.xml"/><Relationship Id="rId6" Type="http://schemas.openxmlformats.org/officeDocument/2006/relationships/slideLayout" Target="../slideLayouts/slideLayout5.xml"/><Relationship Id="rId29" Type="http://schemas.openxmlformats.org/officeDocument/2006/relationships/theme" Target="../theme/theme2.xml"/><Relationship Id="rId7" Type="http://schemas.openxmlformats.org/officeDocument/2006/relationships/slideLayout" Target="../slideLayouts/slideLayout6.xml"/><Relationship Id="rId8" Type="http://schemas.openxmlformats.org/officeDocument/2006/relationships/slideLayout" Target="../slideLayouts/slideLayout7.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1369695" y="731520"/>
            <a:ext cx="11887198" cy="22860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chemeClr val="lt1"/>
              </a:buClr>
              <a:buSzPts val="3840"/>
              <a:buFont typeface="Century Gothic"/>
              <a:buNone/>
              <a:defRPr b="0" i="0" sz="3840" u="none" cap="none" strike="noStrike">
                <a:solidFill>
                  <a:schemeClr val="l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7" name="Google Shape;7;p11"/>
          <p:cNvSpPr txBox="1"/>
          <p:nvPr>
            <p:ph idx="1" type="body"/>
          </p:nvPr>
        </p:nvSpPr>
        <p:spPr>
          <a:xfrm>
            <a:off x="1369695" y="3200400"/>
            <a:ext cx="11887198" cy="3749041"/>
          </a:xfrm>
          <a:prstGeom prst="rect">
            <a:avLst/>
          </a:prstGeom>
          <a:noFill/>
          <a:ln>
            <a:noFill/>
          </a:ln>
        </p:spPr>
        <p:txBody>
          <a:bodyPr anchorCtr="0" anchor="ctr" bIns="45700" lIns="91425" spcFirstLastPara="1" rIns="91425" wrap="square" tIns="45700">
            <a:normAutofit/>
          </a:bodyPr>
          <a:lstStyle>
            <a:lvl1pPr indent="-381000" lvl="0" marL="457200" marR="0" rtl="0" algn="l">
              <a:spcBef>
                <a:spcPts val="480"/>
              </a:spcBef>
              <a:spcAft>
                <a:spcPts val="0"/>
              </a:spcAft>
              <a:buClr>
                <a:schemeClr val="lt1"/>
              </a:buClr>
              <a:buSzPts val="2400"/>
              <a:buFont typeface="Arial"/>
              <a:buChar char="•"/>
              <a:defRPr b="0" i="0" sz="2400" u="none" cap="small" strike="noStrike">
                <a:solidFill>
                  <a:schemeClr val="lt1"/>
                </a:solidFill>
                <a:latin typeface="Century Gothic"/>
                <a:ea typeface="Century Gothic"/>
                <a:cs typeface="Century Gothic"/>
                <a:sym typeface="Century Gothic"/>
              </a:defRPr>
            </a:lvl1pPr>
            <a:lvl2pPr indent="-365760" lvl="1" marL="914400" marR="0" rtl="0" algn="l">
              <a:spcBef>
                <a:spcPts val="720"/>
              </a:spcBef>
              <a:spcAft>
                <a:spcPts val="0"/>
              </a:spcAft>
              <a:buClr>
                <a:schemeClr val="lt1"/>
              </a:buClr>
              <a:buSzPts val="2160"/>
              <a:buFont typeface="Arial"/>
              <a:buChar char="•"/>
              <a:defRPr b="0" i="0" sz="2160" u="none" cap="small" strike="noStrike">
                <a:solidFill>
                  <a:schemeClr val="lt1"/>
                </a:solidFill>
                <a:latin typeface="Century Gothic"/>
                <a:ea typeface="Century Gothic"/>
                <a:cs typeface="Century Gothic"/>
                <a:sym typeface="Century Gothic"/>
              </a:defRPr>
            </a:lvl2pPr>
            <a:lvl3pPr indent="-350519" lvl="2" marL="1371600" marR="0" rtl="0" algn="l">
              <a:spcBef>
                <a:spcPts val="720"/>
              </a:spcBef>
              <a:spcAft>
                <a:spcPts val="0"/>
              </a:spcAft>
              <a:buClr>
                <a:schemeClr val="lt1"/>
              </a:buClr>
              <a:buSzPts val="1920"/>
              <a:buFont typeface="Arial"/>
              <a:buChar char="•"/>
              <a:defRPr b="0" i="0" sz="1920" u="none" cap="small" strike="noStrike">
                <a:solidFill>
                  <a:schemeClr val="lt1"/>
                </a:solidFill>
                <a:latin typeface="Century Gothic"/>
                <a:ea typeface="Century Gothic"/>
                <a:cs typeface="Century Gothic"/>
                <a:sym typeface="Century Gothic"/>
              </a:defRPr>
            </a:lvl3pPr>
            <a:lvl4pPr indent="-335280" lvl="3" marL="1828800" marR="0" rtl="0" algn="l">
              <a:spcBef>
                <a:spcPts val="720"/>
              </a:spcBef>
              <a:spcAft>
                <a:spcPts val="0"/>
              </a:spcAft>
              <a:buClr>
                <a:schemeClr val="lt1"/>
              </a:buClr>
              <a:buSzPts val="1680"/>
              <a:buFont typeface="Arial"/>
              <a:buChar char="•"/>
              <a:defRPr b="0" i="0" sz="1679" u="none" cap="small" strike="noStrike">
                <a:solidFill>
                  <a:schemeClr val="lt1"/>
                </a:solidFill>
                <a:latin typeface="Century Gothic"/>
                <a:ea typeface="Century Gothic"/>
                <a:cs typeface="Century Gothic"/>
                <a:sym typeface="Century Gothic"/>
              </a:defRPr>
            </a:lvl4pPr>
            <a:lvl5pPr indent="-335279" lvl="4" marL="2286000" marR="0" rtl="0" algn="l">
              <a:spcBef>
                <a:spcPts val="720"/>
              </a:spcBef>
              <a:spcAft>
                <a:spcPts val="0"/>
              </a:spcAft>
              <a:buClr>
                <a:schemeClr val="lt1"/>
              </a:buClr>
              <a:buSzPts val="1680"/>
              <a:buFont typeface="Arial"/>
              <a:buChar char="•"/>
              <a:defRPr b="0" i="0" sz="1679" u="none" cap="small" strike="noStrike">
                <a:solidFill>
                  <a:schemeClr val="lt1"/>
                </a:solidFill>
                <a:latin typeface="Century Gothic"/>
                <a:ea typeface="Century Gothic"/>
                <a:cs typeface="Century Gothic"/>
                <a:sym typeface="Century Gothic"/>
              </a:defRPr>
            </a:lvl5pPr>
            <a:lvl6pPr indent="-320039" lvl="5" marL="2743200" marR="0" rtl="0" algn="l">
              <a:spcBef>
                <a:spcPts val="720"/>
              </a:spcBef>
              <a:spcAft>
                <a:spcPts val="0"/>
              </a:spcAft>
              <a:buClr>
                <a:schemeClr val="lt1"/>
              </a:buClr>
              <a:buSzPts val="1440"/>
              <a:buFont typeface="Arial"/>
              <a:buChar char="•"/>
              <a:defRPr b="0" i="0" sz="1440" u="none" cap="small" strike="noStrike">
                <a:solidFill>
                  <a:schemeClr val="lt1"/>
                </a:solidFill>
                <a:latin typeface="Century Gothic"/>
                <a:ea typeface="Century Gothic"/>
                <a:cs typeface="Century Gothic"/>
                <a:sym typeface="Century Gothic"/>
              </a:defRPr>
            </a:lvl6pPr>
            <a:lvl7pPr indent="-320039" lvl="6" marL="3200400" marR="0" rtl="0" algn="l">
              <a:spcBef>
                <a:spcPts val="720"/>
              </a:spcBef>
              <a:spcAft>
                <a:spcPts val="0"/>
              </a:spcAft>
              <a:buClr>
                <a:schemeClr val="lt1"/>
              </a:buClr>
              <a:buSzPts val="1440"/>
              <a:buFont typeface="Arial"/>
              <a:buChar char="•"/>
              <a:defRPr b="0" i="0" sz="1440" u="none" cap="small" strike="noStrike">
                <a:solidFill>
                  <a:schemeClr val="lt1"/>
                </a:solidFill>
                <a:latin typeface="Century Gothic"/>
                <a:ea typeface="Century Gothic"/>
                <a:cs typeface="Century Gothic"/>
                <a:sym typeface="Century Gothic"/>
              </a:defRPr>
            </a:lvl7pPr>
            <a:lvl8pPr indent="-320040" lvl="7" marL="3657600" marR="0" rtl="0" algn="l">
              <a:spcBef>
                <a:spcPts val="720"/>
              </a:spcBef>
              <a:spcAft>
                <a:spcPts val="0"/>
              </a:spcAft>
              <a:buClr>
                <a:schemeClr val="lt1"/>
              </a:buClr>
              <a:buSzPts val="1440"/>
              <a:buFont typeface="Arial"/>
              <a:buChar char="•"/>
              <a:defRPr b="0" i="0" sz="1440" u="none" cap="small" strike="noStrike">
                <a:solidFill>
                  <a:schemeClr val="lt1"/>
                </a:solidFill>
                <a:latin typeface="Century Gothic"/>
                <a:ea typeface="Century Gothic"/>
                <a:cs typeface="Century Gothic"/>
                <a:sym typeface="Century Gothic"/>
              </a:defRPr>
            </a:lvl8pPr>
            <a:lvl9pPr indent="-320040" lvl="8" marL="4114800" marR="0" rtl="0" algn="l">
              <a:spcBef>
                <a:spcPts val="720"/>
              </a:spcBef>
              <a:spcAft>
                <a:spcPts val="720"/>
              </a:spcAft>
              <a:buClr>
                <a:schemeClr val="lt1"/>
              </a:buClr>
              <a:buSzPts val="1440"/>
              <a:buFont typeface="Arial"/>
              <a:buChar char="•"/>
              <a:defRPr b="0" i="0" sz="1440" u="none" cap="small" strike="noStrike">
                <a:solidFill>
                  <a:schemeClr val="lt1"/>
                </a:solidFill>
                <a:latin typeface="Century Gothic"/>
                <a:ea typeface="Century Gothic"/>
                <a:cs typeface="Century Gothic"/>
                <a:sym typeface="Century Gothic"/>
              </a:defRPr>
            </a:lvl9pPr>
          </a:lstStyle>
          <a:p/>
        </p:txBody>
      </p:sp>
      <p:sp>
        <p:nvSpPr>
          <p:cNvPr id="8" name="Google Shape;8;p11"/>
          <p:cNvSpPr txBox="1"/>
          <p:nvPr>
            <p:ph idx="10" type="dt"/>
          </p:nvPr>
        </p:nvSpPr>
        <p:spPr>
          <a:xfrm>
            <a:off x="10605134" y="7059931"/>
            <a:ext cx="1920240" cy="43815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1" i="0" sz="1080" u="none" cap="none" strike="noStrike">
                <a:solidFill>
                  <a:srgbClr val="BFBFBF"/>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9" name="Google Shape;9;p11"/>
          <p:cNvSpPr txBox="1"/>
          <p:nvPr>
            <p:ph idx="11" type="ftr"/>
          </p:nvPr>
        </p:nvSpPr>
        <p:spPr>
          <a:xfrm>
            <a:off x="1369694" y="7059931"/>
            <a:ext cx="9052560" cy="43815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0" sz="1080" u="none" cap="none" strike="noStrike">
                <a:solidFill>
                  <a:srgbClr val="BFBFBF"/>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0" name="Google Shape;10;p11"/>
          <p:cNvSpPr txBox="1"/>
          <p:nvPr>
            <p:ph idx="12" type="sldNum"/>
          </p:nvPr>
        </p:nvSpPr>
        <p:spPr>
          <a:xfrm>
            <a:off x="12616815" y="7059931"/>
            <a:ext cx="661400" cy="43815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1" i="0" sz="1080" u="none" cap="none" strike="noStrike">
                <a:solidFill>
                  <a:srgbClr val="BFBFBF"/>
                </a:solidFill>
                <a:latin typeface="Century Gothic"/>
                <a:ea typeface="Century Gothic"/>
                <a:cs typeface="Century Gothic"/>
                <a:sym typeface="Century Gothic"/>
              </a:defRPr>
            </a:lvl1pPr>
            <a:lvl2pPr indent="0" lvl="1" marL="0" marR="0" rtl="0" algn="r">
              <a:spcBef>
                <a:spcPts val="0"/>
              </a:spcBef>
              <a:buNone/>
              <a:defRPr b="1" i="0" sz="1080" u="none" cap="none" strike="noStrike">
                <a:solidFill>
                  <a:srgbClr val="BFBFBF"/>
                </a:solidFill>
                <a:latin typeface="Century Gothic"/>
                <a:ea typeface="Century Gothic"/>
                <a:cs typeface="Century Gothic"/>
                <a:sym typeface="Century Gothic"/>
              </a:defRPr>
            </a:lvl2pPr>
            <a:lvl3pPr indent="0" lvl="2" marL="0" marR="0" rtl="0" algn="r">
              <a:spcBef>
                <a:spcPts val="0"/>
              </a:spcBef>
              <a:buNone/>
              <a:defRPr b="1" i="0" sz="1080" u="none" cap="none" strike="noStrike">
                <a:solidFill>
                  <a:srgbClr val="BFBFBF"/>
                </a:solidFill>
                <a:latin typeface="Century Gothic"/>
                <a:ea typeface="Century Gothic"/>
                <a:cs typeface="Century Gothic"/>
                <a:sym typeface="Century Gothic"/>
              </a:defRPr>
            </a:lvl3pPr>
            <a:lvl4pPr indent="0" lvl="3" marL="0" marR="0" rtl="0" algn="r">
              <a:spcBef>
                <a:spcPts val="0"/>
              </a:spcBef>
              <a:buNone/>
              <a:defRPr b="1" i="0" sz="1080" u="none" cap="none" strike="noStrike">
                <a:solidFill>
                  <a:srgbClr val="BFBFBF"/>
                </a:solidFill>
                <a:latin typeface="Century Gothic"/>
                <a:ea typeface="Century Gothic"/>
                <a:cs typeface="Century Gothic"/>
                <a:sym typeface="Century Gothic"/>
              </a:defRPr>
            </a:lvl4pPr>
            <a:lvl5pPr indent="0" lvl="4" marL="0" marR="0" rtl="0" algn="r">
              <a:spcBef>
                <a:spcPts val="0"/>
              </a:spcBef>
              <a:buNone/>
              <a:defRPr b="1" i="0" sz="1080" u="none" cap="none" strike="noStrike">
                <a:solidFill>
                  <a:srgbClr val="BFBFBF"/>
                </a:solidFill>
                <a:latin typeface="Century Gothic"/>
                <a:ea typeface="Century Gothic"/>
                <a:cs typeface="Century Gothic"/>
                <a:sym typeface="Century Gothic"/>
              </a:defRPr>
            </a:lvl5pPr>
            <a:lvl6pPr indent="0" lvl="5" marL="0" marR="0" rtl="0" algn="r">
              <a:spcBef>
                <a:spcPts val="0"/>
              </a:spcBef>
              <a:buNone/>
              <a:defRPr b="1" i="0" sz="1080" u="none" cap="none" strike="noStrike">
                <a:solidFill>
                  <a:srgbClr val="BFBFBF"/>
                </a:solidFill>
                <a:latin typeface="Century Gothic"/>
                <a:ea typeface="Century Gothic"/>
                <a:cs typeface="Century Gothic"/>
                <a:sym typeface="Century Gothic"/>
              </a:defRPr>
            </a:lvl6pPr>
            <a:lvl7pPr indent="0" lvl="6" marL="0" marR="0" rtl="0" algn="r">
              <a:spcBef>
                <a:spcPts val="0"/>
              </a:spcBef>
              <a:buNone/>
              <a:defRPr b="1" i="0" sz="1080" u="none" cap="none" strike="noStrike">
                <a:solidFill>
                  <a:srgbClr val="BFBFBF"/>
                </a:solidFill>
                <a:latin typeface="Century Gothic"/>
                <a:ea typeface="Century Gothic"/>
                <a:cs typeface="Century Gothic"/>
                <a:sym typeface="Century Gothic"/>
              </a:defRPr>
            </a:lvl7pPr>
            <a:lvl8pPr indent="0" lvl="7" marL="0" marR="0" rtl="0" algn="r">
              <a:spcBef>
                <a:spcPts val="0"/>
              </a:spcBef>
              <a:buNone/>
              <a:defRPr b="1" i="0" sz="1080" u="none" cap="none" strike="noStrike">
                <a:solidFill>
                  <a:srgbClr val="BFBFBF"/>
                </a:solidFill>
                <a:latin typeface="Century Gothic"/>
                <a:ea typeface="Century Gothic"/>
                <a:cs typeface="Century Gothic"/>
                <a:sym typeface="Century Gothic"/>
              </a:defRPr>
            </a:lvl8pPr>
            <a:lvl9pPr indent="0" lvl="8" marL="0" marR="0" rtl="0" algn="r">
              <a:spcBef>
                <a:spcPts val="0"/>
              </a:spcBef>
              <a:buNone/>
              <a:defRPr b="1" i="0" sz="1080" u="none" cap="none" strike="noStrike">
                <a:solidFill>
                  <a:srgbClr val="BFBFB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6.png"/><Relationship Id="rId6"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descr="preencoded.png" id="139" name="Google Shape;139;p1"/>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140" name="Google Shape;140;p1"/>
          <p:cNvSpPr/>
          <p:nvPr/>
        </p:nvSpPr>
        <p:spPr>
          <a:xfrm>
            <a:off x="6324124" y="896064"/>
            <a:ext cx="7468553" cy="1943100"/>
          </a:xfrm>
          <a:prstGeom prst="rect">
            <a:avLst/>
          </a:prstGeom>
          <a:noFill/>
          <a:ln>
            <a:noFill/>
          </a:ln>
        </p:spPr>
        <p:txBody>
          <a:bodyPr anchorCtr="0" anchor="t" bIns="0" lIns="0" spcFirstLastPara="1" rIns="0" wrap="square" tIns="0">
            <a:noAutofit/>
          </a:bodyPr>
          <a:lstStyle/>
          <a:p>
            <a:pPr indent="0" lvl="0" marL="0" marR="0" rtl="0" algn="l">
              <a:lnSpc>
                <a:spcPct val="125409"/>
              </a:lnSpc>
              <a:spcBef>
                <a:spcPts val="0"/>
              </a:spcBef>
              <a:spcAft>
                <a:spcPts val="0"/>
              </a:spcAft>
              <a:buClr>
                <a:srgbClr val="FFD9BE"/>
              </a:buClr>
              <a:buSzPts val="6100"/>
              <a:buFont typeface="Quattrocento"/>
              <a:buNone/>
            </a:pPr>
            <a:r>
              <a:rPr b="0" i="0" lang="en-US" sz="6100" u="none" cap="none" strike="noStrike">
                <a:solidFill>
                  <a:srgbClr val="FFD9BE"/>
                </a:solidFill>
                <a:latin typeface="Quattrocento"/>
                <a:ea typeface="Quattrocento"/>
                <a:cs typeface="Quattrocento"/>
                <a:sym typeface="Quattrocento"/>
              </a:rPr>
              <a:t>Fundamentos del Álgebra Booleana</a:t>
            </a:r>
            <a:endParaRPr b="0" i="0" sz="6100" u="none" cap="none" strike="noStrike">
              <a:solidFill>
                <a:schemeClr val="lt1"/>
              </a:solidFill>
              <a:latin typeface="Century Gothic"/>
              <a:ea typeface="Century Gothic"/>
              <a:cs typeface="Century Gothic"/>
              <a:sym typeface="Century Gothic"/>
            </a:endParaRPr>
          </a:p>
        </p:txBody>
      </p:sp>
      <p:sp>
        <p:nvSpPr>
          <p:cNvPr id="141" name="Google Shape;141;p1"/>
          <p:cNvSpPr/>
          <p:nvPr/>
        </p:nvSpPr>
        <p:spPr>
          <a:xfrm>
            <a:off x="6324124" y="3198138"/>
            <a:ext cx="7468553" cy="3447217"/>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F9EEE7"/>
              </a:buClr>
              <a:buSzPts val="1850"/>
              <a:buFont typeface="Quattrocento"/>
              <a:buNone/>
            </a:pPr>
            <a:r>
              <a:rPr b="0" i="0" lang="en-US" sz="1850" u="none" cap="none" strike="noStrike">
                <a:solidFill>
                  <a:srgbClr val="F9EEE7"/>
                </a:solidFill>
                <a:latin typeface="Quattrocento"/>
                <a:ea typeface="Quattrocento"/>
                <a:cs typeface="Quattrocento"/>
                <a:sym typeface="Quattrocento"/>
              </a:rPr>
              <a:t>El álgebra booleana es un pilar fundamental en la informática y la electrónica digital. Desarrollada por George Boole en el siglo XIX, esta rama de las matemáticas se ha convertido en la base para el diseño de circuitos lógicos y el procesamiento de información en sistemas digitales. A lo largo de esta presentación, exploraremos los conceptos clave del álgebra booleana, desde las tablas de verdad hasta los postulados fundamentales, proporcionando una comprensión sólida de cómo se aplican estos principios en el mundo de la computación y la electrónica.</a:t>
            </a:r>
            <a:endParaRPr b="0" i="0" sz="185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
          <p:cNvSpPr/>
          <p:nvPr/>
        </p:nvSpPr>
        <p:spPr>
          <a:xfrm>
            <a:off x="627459" y="494109"/>
            <a:ext cx="4218384" cy="527209"/>
          </a:xfrm>
          <a:prstGeom prst="rect">
            <a:avLst/>
          </a:prstGeom>
          <a:noFill/>
          <a:ln>
            <a:noFill/>
          </a:ln>
        </p:spPr>
        <p:txBody>
          <a:bodyPr anchorCtr="0" anchor="t" bIns="0" lIns="0" spcFirstLastPara="1" rIns="0" wrap="square" tIns="0">
            <a:noAutofit/>
          </a:bodyPr>
          <a:lstStyle/>
          <a:p>
            <a:pPr indent="0" lvl="0" marL="0" marR="0" rtl="0" algn="l">
              <a:lnSpc>
                <a:spcPct val="125757"/>
              </a:lnSpc>
              <a:spcBef>
                <a:spcPts val="0"/>
              </a:spcBef>
              <a:spcAft>
                <a:spcPts val="0"/>
              </a:spcAft>
              <a:buClr>
                <a:srgbClr val="FFD9BE"/>
              </a:buClr>
              <a:buSzPts val="3300"/>
              <a:buFont typeface="Quattrocento"/>
              <a:buNone/>
            </a:pPr>
            <a:r>
              <a:rPr lang="en-US" sz="3300">
                <a:solidFill>
                  <a:srgbClr val="FFD9BE"/>
                </a:solidFill>
                <a:latin typeface="Quattrocento"/>
                <a:ea typeface="Quattrocento"/>
                <a:cs typeface="Quattrocento"/>
                <a:sym typeface="Quattrocento"/>
              </a:rPr>
              <a:t>Tablas de Verdad</a:t>
            </a:r>
            <a:endParaRPr sz="3300">
              <a:solidFill>
                <a:schemeClr val="lt1"/>
              </a:solidFill>
              <a:latin typeface="Century Gothic"/>
              <a:ea typeface="Century Gothic"/>
              <a:cs typeface="Century Gothic"/>
              <a:sym typeface="Century Gothic"/>
            </a:endParaRPr>
          </a:p>
        </p:txBody>
      </p:sp>
      <p:sp>
        <p:nvSpPr>
          <p:cNvPr id="148" name="Google Shape;148;p2"/>
          <p:cNvSpPr/>
          <p:nvPr/>
        </p:nvSpPr>
        <p:spPr>
          <a:xfrm>
            <a:off x="627459" y="1379815"/>
            <a:ext cx="13375481" cy="573643"/>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F9EEE7"/>
              </a:buClr>
              <a:buSzPts val="1400"/>
              <a:buFont typeface="Quattrocento"/>
              <a:buNone/>
            </a:pPr>
            <a:r>
              <a:rPr lang="en-US" sz="1400">
                <a:solidFill>
                  <a:srgbClr val="F9EEE7"/>
                </a:solidFill>
                <a:latin typeface="Quattrocento"/>
                <a:ea typeface="Quattrocento"/>
                <a:cs typeface="Quattrocento"/>
                <a:sym typeface="Quattrocento"/>
              </a:rPr>
              <a:t>Las tablas de verdad son herramientas fundamentales en el álgebra booleana para representar el comportamiento de funciones lógicas. Estas tablas muestran todas las posibles combinaciones de valores de entrada y sus correspondientes salidas para una operación lógica dada.</a:t>
            </a:r>
            <a:endParaRPr sz="1400">
              <a:solidFill>
                <a:schemeClr val="lt1"/>
              </a:solidFill>
              <a:latin typeface="Century Gothic"/>
              <a:ea typeface="Century Gothic"/>
              <a:cs typeface="Century Gothic"/>
              <a:sym typeface="Century Gothic"/>
            </a:endParaRPr>
          </a:p>
        </p:txBody>
      </p:sp>
      <p:sp>
        <p:nvSpPr>
          <p:cNvPr id="149" name="Google Shape;149;p2"/>
          <p:cNvSpPr/>
          <p:nvPr/>
        </p:nvSpPr>
        <p:spPr>
          <a:xfrm>
            <a:off x="627459" y="2155150"/>
            <a:ext cx="13375481" cy="286822"/>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F9EEE7"/>
              </a:buClr>
              <a:buSzPts val="1400"/>
              <a:buFont typeface="Quattrocento"/>
              <a:buNone/>
            </a:pPr>
            <a:r>
              <a:rPr lang="en-US" sz="1400">
                <a:solidFill>
                  <a:srgbClr val="F9EEE7"/>
                </a:solidFill>
                <a:latin typeface="Quattrocento"/>
                <a:ea typeface="Quattrocento"/>
                <a:cs typeface="Quattrocento"/>
                <a:sym typeface="Quattrocento"/>
              </a:rPr>
              <a:t>Para construir una tabla de verdad, se siguen estos pasos:</a:t>
            </a:r>
            <a:endParaRPr sz="1400">
              <a:solidFill>
                <a:schemeClr val="lt1"/>
              </a:solidFill>
              <a:latin typeface="Century Gothic"/>
              <a:ea typeface="Century Gothic"/>
              <a:cs typeface="Century Gothic"/>
              <a:sym typeface="Century Gothic"/>
            </a:endParaRPr>
          </a:p>
        </p:txBody>
      </p:sp>
      <p:sp>
        <p:nvSpPr>
          <p:cNvPr id="150" name="Google Shape;150;p2"/>
          <p:cNvSpPr/>
          <p:nvPr/>
        </p:nvSpPr>
        <p:spPr>
          <a:xfrm>
            <a:off x="884873" y="2643664"/>
            <a:ext cx="22860" cy="4603313"/>
          </a:xfrm>
          <a:prstGeom prst="roundRect">
            <a:avLst>
              <a:gd fmla="val 117640" name="adj"/>
            </a:avLst>
          </a:prstGeom>
          <a:solidFill>
            <a:srgbClr val="4A6B6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51" name="Google Shape;151;p2"/>
          <p:cNvSpPr/>
          <p:nvPr/>
        </p:nvSpPr>
        <p:spPr>
          <a:xfrm>
            <a:off x="1075134" y="3035618"/>
            <a:ext cx="627459" cy="22860"/>
          </a:xfrm>
          <a:prstGeom prst="roundRect">
            <a:avLst>
              <a:gd fmla="val 117640" name="adj"/>
            </a:avLst>
          </a:prstGeom>
          <a:solidFill>
            <a:srgbClr val="4A6B6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52" name="Google Shape;152;p2"/>
          <p:cNvSpPr/>
          <p:nvPr/>
        </p:nvSpPr>
        <p:spPr>
          <a:xfrm>
            <a:off x="694611" y="2845356"/>
            <a:ext cx="403384" cy="403384"/>
          </a:xfrm>
          <a:prstGeom prst="roundRect">
            <a:avLst>
              <a:gd fmla="val 6667" name="adj"/>
            </a:avLst>
          </a:prstGeom>
          <a:solidFill>
            <a:srgbClr val="3152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53" name="Google Shape;153;p2"/>
          <p:cNvSpPr/>
          <p:nvPr/>
        </p:nvSpPr>
        <p:spPr>
          <a:xfrm>
            <a:off x="851416" y="2920484"/>
            <a:ext cx="89654" cy="25312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9EEE7"/>
              </a:buClr>
              <a:buSzPts val="1950"/>
              <a:buFont typeface="Quattrocento"/>
              <a:buNone/>
            </a:pPr>
            <a:r>
              <a:rPr lang="en-US" sz="1950">
                <a:solidFill>
                  <a:srgbClr val="F9EEE7"/>
                </a:solidFill>
                <a:latin typeface="Quattrocento"/>
                <a:ea typeface="Quattrocento"/>
                <a:cs typeface="Quattrocento"/>
                <a:sym typeface="Quattrocento"/>
              </a:rPr>
              <a:t>1</a:t>
            </a:r>
            <a:endParaRPr sz="1950">
              <a:solidFill>
                <a:schemeClr val="lt1"/>
              </a:solidFill>
              <a:latin typeface="Century Gothic"/>
              <a:ea typeface="Century Gothic"/>
              <a:cs typeface="Century Gothic"/>
              <a:sym typeface="Century Gothic"/>
            </a:endParaRPr>
          </a:p>
        </p:txBody>
      </p:sp>
      <p:sp>
        <p:nvSpPr>
          <p:cNvPr id="154" name="Google Shape;154;p2"/>
          <p:cNvSpPr/>
          <p:nvPr/>
        </p:nvSpPr>
        <p:spPr>
          <a:xfrm>
            <a:off x="1882259" y="2822853"/>
            <a:ext cx="2527935" cy="263723"/>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F9EEE7"/>
              </a:buClr>
              <a:buSzPts val="1650"/>
              <a:buFont typeface="Quattrocento"/>
              <a:buNone/>
            </a:pPr>
            <a:r>
              <a:rPr lang="en-US" sz="1650">
                <a:solidFill>
                  <a:srgbClr val="F9EEE7"/>
                </a:solidFill>
                <a:latin typeface="Quattrocento"/>
                <a:ea typeface="Quattrocento"/>
                <a:cs typeface="Quattrocento"/>
                <a:sym typeface="Quattrocento"/>
              </a:rPr>
              <a:t>Paso 1: Identificar variables</a:t>
            </a:r>
            <a:endParaRPr sz="1650">
              <a:solidFill>
                <a:schemeClr val="lt1"/>
              </a:solidFill>
              <a:latin typeface="Century Gothic"/>
              <a:ea typeface="Century Gothic"/>
              <a:cs typeface="Century Gothic"/>
              <a:sym typeface="Century Gothic"/>
            </a:endParaRPr>
          </a:p>
        </p:txBody>
      </p:sp>
      <p:sp>
        <p:nvSpPr>
          <p:cNvPr id="155" name="Google Shape;155;p2"/>
          <p:cNvSpPr/>
          <p:nvPr/>
        </p:nvSpPr>
        <p:spPr>
          <a:xfrm>
            <a:off x="1882259" y="3194090"/>
            <a:ext cx="12120682" cy="286822"/>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F9EEE7"/>
              </a:buClr>
              <a:buSzPts val="1400"/>
              <a:buFont typeface="Quattrocento"/>
              <a:buNone/>
            </a:pPr>
            <a:r>
              <a:rPr lang="en-US" sz="1400">
                <a:solidFill>
                  <a:srgbClr val="F9EEE7"/>
                </a:solidFill>
                <a:latin typeface="Quattrocento"/>
                <a:ea typeface="Quattrocento"/>
                <a:cs typeface="Quattrocento"/>
                <a:sym typeface="Quattrocento"/>
              </a:rPr>
              <a:t>Determinar las variables de entrada de la función lógica.</a:t>
            </a:r>
            <a:endParaRPr sz="1400">
              <a:solidFill>
                <a:schemeClr val="lt1"/>
              </a:solidFill>
              <a:latin typeface="Century Gothic"/>
              <a:ea typeface="Century Gothic"/>
              <a:cs typeface="Century Gothic"/>
              <a:sym typeface="Century Gothic"/>
            </a:endParaRPr>
          </a:p>
        </p:txBody>
      </p:sp>
      <p:sp>
        <p:nvSpPr>
          <p:cNvPr id="156" name="Google Shape;156;p2"/>
          <p:cNvSpPr/>
          <p:nvPr/>
        </p:nvSpPr>
        <p:spPr>
          <a:xfrm>
            <a:off x="1075134" y="4231243"/>
            <a:ext cx="627459" cy="22860"/>
          </a:xfrm>
          <a:prstGeom prst="roundRect">
            <a:avLst>
              <a:gd fmla="val 117640" name="adj"/>
            </a:avLst>
          </a:prstGeom>
          <a:solidFill>
            <a:srgbClr val="4A6B6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57" name="Google Shape;157;p2"/>
          <p:cNvSpPr/>
          <p:nvPr/>
        </p:nvSpPr>
        <p:spPr>
          <a:xfrm>
            <a:off x="694611" y="4040981"/>
            <a:ext cx="403384" cy="403384"/>
          </a:xfrm>
          <a:prstGeom prst="roundRect">
            <a:avLst>
              <a:gd fmla="val 6667" name="adj"/>
            </a:avLst>
          </a:prstGeom>
          <a:solidFill>
            <a:srgbClr val="3152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58" name="Google Shape;158;p2"/>
          <p:cNvSpPr/>
          <p:nvPr/>
        </p:nvSpPr>
        <p:spPr>
          <a:xfrm>
            <a:off x="828437" y="4116110"/>
            <a:ext cx="135612" cy="25312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9EEE7"/>
              </a:buClr>
              <a:buSzPts val="1950"/>
              <a:buFont typeface="Quattrocento"/>
              <a:buNone/>
            </a:pPr>
            <a:r>
              <a:rPr lang="en-US" sz="1950">
                <a:solidFill>
                  <a:srgbClr val="F9EEE7"/>
                </a:solidFill>
                <a:latin typeface="Quattrocento"/>
                <a:ea typeface="Quattrocento"/>
                <a:cs typeface="Quattrocento"/>
                <a:sym typeface="Quattrocento"/>
              </a:rPr>
              <a:t>2</a:t>
            </a:r>
            <a:endParaRPr sz="1950">
              <a:solidFill>
                <a:schemeClr val="lt1"/>
              </a:solidFill>
              <a:latin typeface="Century Gothic"/>
              <a:ea typeface="Century Gothic"/>
              <a:cs typeface="Century Gothic"/>
              <a:sym typeface="Century Gothic"/>
            </a:endParaRPr>
          </a:p>
        </p:txBody>
      </p:sp>
      <p:sp>
        <p:nvSpPr>
          <p:cNvPr id="159" name="Google Shape;159;p2"/>
          <p:cNvSpPr/>
          <p:nvPr/>
        </p:nvSpPr>
        <p:spPr>
          <a:xfrm>
            <a:off x="1882259" y="4018478"/>
            <a:ext cx="2720340" cy="263723"/>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F9EEE7"/>
              </a:buClr>
              <a:buSzPts val="1650"/>
              <a:buFont typeface="Quattrocento"/>
              <a:buNone/>
            </a:pPr>
            <a:r>
              <a:rPr lang="en-US" sz="1650">
                <a:solidFill>
                  <a:srgbClr val="F9EEE7"/>
                </a:solidFill>
                <a:latin typeface="Quattrocento"/>
                <a:ea typeface="Quattrocento"/>
                <a:cs typeface="Quattrocento"/>
                <a:sym typeface="Quattrocento"/>
              </a:rPr>
              <a:t>Paso 2: Listar combinaciones</a:t>
            </a:r>
            <a:endParaRPr sz="1650">
              <a:solidFill>
                <a:schemeClr val="lt1"/>
              </a:solidFill>
              <a:latin typeface="Century Gothic"/>
              <a:ea typeface="Century Gothic"/>
              <a:cs typeface="Century Gothic"/>
              <a:sym typeface="Century Gothic"/>
            </a:endParaRPr>
          </a:p>
        </p:txBody>
      </p:sp>
      <p:sp>
        <p:nvSpPr>
          <p:cNvPr id="160" name="Google Shape;160;p2"/>
          <p:cNvSpPr/>
          <p:nvPr/>
        </p:nvSpPr>
        <p:spPr>
          <a:xfrm>
            <a:off x="1882259" y="4389715"/>
            <a:ext cx="12120682" cy="286822"/>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F9EEE7"/>
              </a:buClr>
              <a:buSzPts val="1400"/>
              <a:buFont typeface="Quattrocento"/>
              <a:buNone/>
            </a:pPr>
            <a:r>
              <a:rPr lang="en-US" sz="1400">
                <a:solidFill>
                  <a:srgbClr val="F9EEE7"/>
                </a:solidFill>
                <a:latin typeface="Quattrocento"/>
                <a:ea typeface="Quattrocento"/>
                <a:cs typeface="Quattrocento"/>
                <a:sym typeface="Quattrocento"/>
              </a:rPr>
              <a:t>Enumerar todas las posibles combinaciones de valores de entrada (0 y 1).</a:t>
            </a:r>
            <a:endParaRPr sz="1400">
              <a:solidFill>
                <a:schemeClr val="lt1"/>
              </a:solidFill>
              <a:latin typeface="Century Gothic"/>
              <a:ea typeface="Century Gothic"/>
              <a:cs typeface="Century Gothic"/>
              <a:sym typeface="Century Gothic"/>
            </a:endParaRPr>
          </a:p>
        </p:txBody>
      </p:sp>
      <p:sp>
        <p:nvSpPr>
          <p:cNvPr id="161" name="Google Shape;161;p2"/>
          <p:cNvSpPr/>
          <p:nvPr/>
        </p:nvSpPr>
        <p:spPr>
          <a:xfrm>
            <a:off x="1075134" y="5426869"/>
            <a:ext cx="627459" cy="22860"/>
          </a:xfrm>
          <a:prstGeom prst="roundRect">
            <a:avLst>
              <a:gd fmla="val 117640" name="adj"/>
            </a:avLst>
          </a:prstGeom>
          <a:solidFill>
            <a:srgbClr val="4A6B6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62" name="Google Shape;162;p2"/>
          <p:cNvSpPr/>
          <p:nvPr/>
        </p:nvSpPr>
        <p:spPr>
          <a:xfrm>
            <a:off x="694611" y="5236607"/>
            <a:ext cx="403384" cy="403384"/>
          </a:xfrm>
          <a:prstGeom prst="roundRect">
            <a:avLst>
              <a:gd fmla="val 6667" name="adj"/>
            </a:avLst>
          </a:prstGeom>
          <a:solidFill>
            <a:srgbClr val="3152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63" name="Google Shape;163;p2"/>
          <p:cNvSpPr/>
          <p:nvPr/>
        </p:nvSpPr>
        <p:spPr>
          <a:xfrm>
            <a:off x="827484" y="5311735"/>
            <a:ext cx="137636" cy="25312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9EEE7"/>
              </a:buClr>
              <a:buSzPts val="1950"/>
              <a:buFont typeface="Quattrocento"/>
              <a:buNone/>
            </a:pPr>
            <a:r>
              <a:rPr lang="en-US" sz="1950">
                <a:solidFill>
                  <a:srgbClr val="F9EEE7"/>
                </a:solidFill>
                <a:latin typeface="Quattrocento"/>
                <a:ea typeface="Quattrocento"/>
                <a:cs typeface="Quattrocento"/>
                <a:sym typeface="Quattrocento"/>
              </a:rPr>
              <a:t>3</a:t>
            </a:r>
            <a:endParaRPr sz="1950">
              <a:solidFill>
                <a:schemeClr val="lt1"/>
              </a:solidFill>
              <a:latin typeface="Century Gothic"/>
              <a:ea typeface="Century Gothic"/>
              <a:cs typeface="Century Gothic"/>
              <a:sym typeface="Century Gothic"/>
            </a:endParaRPr>
          </a:p>
        </p:txBody>
      </p:sp>
      <p:sp>
        <p:nvSpPr>
          <p:cNvPr id="164" name="Google Shape;164;p2"/>
          <p:cNvSpPr/>
          <p:nvPr/>
        </p:nvSpPr>
        <p:spPr>
          <a:xfrm>
            <a:off x="1882259" y="5214104"/>
            <a:ext cx="2188607" cy="263723"/>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F9EEE7"/>
              </a:buClr>
              <a:buSzPts val="1650"/>
              <a:buFont typeface="Quattrocento"/>
              <a:buNone/>
            </a:pPr>
            <a:r>
              <a:rPr lang="en-US" sz="1650">
                <a:solidFill>
                  <a:srgbClr val="F9EEE7"/>
                </a:solidFill>
                <a:latin typeface="Quattrocento"/>
                <a:ea typeface="Quattrocento"/>
                <a:cs typeface="Quattrocento"/>
                <a:sym typeface="Quattrocento"/>
              </a:rPr>
              <a:t>Paso 3: Evaluar función</a:t>
            </a:r>
            <a:endParaRPr sz="1650">
              <a:solidFill>
                <a:schemeClr val="lt1"/>
              </a:solidFill>
              <a:latin typeface="Century Gothic"/>
              <a:ea typeface="Century Gothic"/>
              <a:cs typeface="Century Gothic"/>
              <a:sym typeface="Century Gothic"/>
            </a:endParaRPr>
          </a:p>
        </p:txBody>
      </p:sp>
      <p:sp>
        <p:nvSpPr>
          <p:cNvPr id="165" name="Google Shape;165;p2"/>
          <p:cNvSpPr/>
          <p:nvPr/>
        </p:nvSpPr>
        <p:spPr>
          <a:xfrm>
            <a:off x="1882259" y="5585341"/>
            <a:ext cx="12120682" cy="286822"/>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F9EEE7"/>
              </a:buClr>
              <a:buSzPts val="1400"/>
              <a:buFont typeface="Quattrocento"/>
              <a:buNone/>
            </a:pPr>
            <a:r>
              <a:rPr lang="en-US" sz="1400">
                <a:solidFill>
                  <a:srgbClr val="F9EEE7"/>
                </a:solidFill>
                <a:latin typeface="Quattrocento"/>
                <a:ea typeface="Quattrocento"/>
                <a:cs typeface="Quattrocento"/>
                <a:sym typeface="Quattrocento"/>
              </a:rPr>
              <a:t>Calcular el resultado de la función para cada combinación de entrada.</a:t>
            </a:r>
            <a:endParaRPr sz="1400">
              <a:solidFill>
                <a:schemeClr val="lt1"/>
              </a:solidFill>
              <a:latin typeface="Century Gothic"/>
              <a:ea typeface="Century Gothic"/>
              <a:cs typeface="Century Gothic"/>
              <a:sym typeface="Century Gothic"/>
            </a:endParaRPr>
          </a:p>
        </p:txBody>
      </p:sp>
      <p:sp>
        <p:nvSpPr>
          <p:cNvPr id="166" name="Google Shape;166;p2"/>
          <p:cNvSpPr/>
          <p:nvPr/>
        </p:nvSpPr>
        <p:spPr>
          <a:xfrm>
            <a:off x="1075134" y="6622494"/>
            <a:ext cx="627459" cy="22860"/>
          </a:xfrm>
          <a:prstGeom prst="roundRect">
            <a:avLst>
              <a:gd fmla="val 117640" name="adj"/>
            </a:avLst>
          </a:prstGeom>
          <a:solidFill>
            <a:srgbClr val="4A6B6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67" name="Google Shape;167;p2"/>
          <p:cNvSpPr/>
          <p:nvPr/>
        </p:nvSpPr>
        <p:spPr>
          <a:xfrm>
            <a:off x="694611" y="6432233"/>
            <a:ext cx="403384" cy="403384"/>
          </a:xfrm>
          <a:prstGeom prst="roundRect">
            <a:avLst>
              <a:gd fmla="val 6667" name="adj"/>
            </a:avLst>
          </a:prstGeom>
          <a:solidFill>
            <a:srgbClr val="3152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68" name="Google Shape;168;p2"/>
          <p:cNvSpPr/>
          <p:nvPr/>
        </p:nvSpPr>
        <p:spPr>
          <a:xfrm>
            <a:off x="832009" y="6507361"/>
            <a:ext cx="128588" cy="25312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9EEE7"/>
              </a:buClr>
              <a:buSzPts val="1950"/>
              <a:buFont typeface="Quattrocento"/>
              <a:buNone/>
            </a:pPr>
            <a:r>
              <a:rPr lang="en-US" sz="1950">
                <a:solidFill>
                  <a:srgbClr val="F9EEE7"/>
                </a:solidFill>
                <a:latin typeface="Quattrocento"/>
                <a:ea typeface="Quattrocento"/>
                <a:cs typeface="Quattrocento"/>
                <a:sym typeface="Quattrocento"/>
              </a:rPr>
              <a:t>4</a:t>
            </a:r>
            <a:endParaRPr sz="1950">
              <a:solidFill>
                <a:schemeClr val="lt1"/>
              </a:solidFill>
              <a:latin typeface="Century Gothic"/>
              <a:ea typeface="Century Gothic"/>
              <a:cs typeface="Century Gothic"/>
              <a:sym typeface="Century Gothic"/>
            </a:endParaRPr>
          </a:p>
        </p:txBody>
      </p:sp>
      <p:sp>
        <p:nvSpPr>
          <p:cNvPr id="169" name="Google Shape;169;p2"/>
          <p:cNvSpPr/>
          <p:nvPr/>
        </p:nvSpPr>
        <p:spPr>
          <a:xfrm>
            <a:off x="1882259" y="6409730"/>
            <a:ext cx="2566273" cy="263723"/>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F9EEE7"/>
              </a:buClr>
              <a:buSzPts val="1650"/>
              <a:buFont typeface="Quattrocento"/>
              <a:buNone/>
            </a:pPr>
            <a:r>
              <a:rPr lang="en-US" sz="1650">
                <a:solidFill>
                  <a:srgbClr val="F9EEE7"/>
                </a:solidFill>
                <a:latin typeface="Quattrocento"/>
                <a:ea typeface="Quattrocento"/>
                <a:cs typeface="Quattrocento"/>
                <a:sym typeface="Quattrocento"/>
              </a:rPr>
              <a:t>Paso 4: Registrar resultados</a:t>
            </a:r>
            <a:endParaRPr sz="1650">
              <a:solidFill>
                <a:schemeClr val="lt1"/>
              </a:solidFill>
              <a:latin typeface="Century Gothic"/>
              <a:ea typeface="Century Gothic"/>
              <a:cs typeface="Century Gothic"/>
              <a:sym typeface="Century Gothic"/>
            </a:endParaRPr>
          </a:p>
        </p:txBody>
      </p:sp>
      <p:sp>
        <p:nvSpPr>
          <p:cNvPr id="170" name="Google Shape;170;p2"/>
          <p:cNvSpPr/>
          <p:nvPr/>
        </p:nvSpPr>
        <p:spPr>
          <a:xfrm>
            <a:off x="1882259" y="6780967"/>
            <a:ext cx="12120682" cy="286822"/>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F9EEE7"/>
              </a:buClr>
              <a:buSzPts val="1400"/>
              <a:buFont typeface="Quattrocento"/>
              <a:buNone/>
            </a:pPr>
            <a:r>
              <a:rPr lang="en-US" sz="1400">
                <a:solidFill>
                  <a:srgbClr val="F9EEE7"/>
                </a:solidFill>
                <a:latin typeface="Quattrocento"/>
                <a:ea typeface="Quattrocento"/>
                <a:cs typeface="Quattrocento"/>
                <a:sym typeface="Quattrocento"/>
              </a:rPr>
              <a:t>Anotar los resultados en la columna de salida de la tabla.</a:t>
            </a:r>
            <a:endParaRPr sz="1400">
              <a:solidFill>
                <a:schemeClr val="lt1"/>
              </a:solidFill>
              <a:latin typeface="Century Gothic"/>
              <a:ea typeface="Century Gothic"/>
              <a:cs typeface="Century Gothic"/>
              <a:sym typeface="Century Gothic"/>
            </a:endParaRPr>
          </a:p>
        </p:txBody>
      </p:sp>
      <p:sp>
        <p:nvSpPr>
          <p:cNvPr id="171" name="Google Shape;171;p2"/>
          <p:cNvSpPr/>
          <p:nvPr/>
        </p:nvSpPr>
        <p:spPr>
          <a:xfrm>
            <a:off x="627459" y="7448669"/>
            <a:ext cx="13375481" cy="286822"/>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F9EEE7"/>
              </a:buClr>
              <a:buSzPts val="1400"/>
              <a:buFont typeface="Quattrocento"/>
              <a:buNone/>
            </a:pPr>
            <a:r>
              <a:rPr lang="en-US" sz="1400">
                <a:solidFill>
                  <a:srgbClr val="F9EEE7"/>
                </a:solidFill>
                <a:latin typeface="Quattrocento"/>
                <a:ea typeface="Quattrocento"/>
                <a:cs typeface="Quattrocento"/>
                <a:sym typeface="Quattrocento"/>
              </a:rPr>
              <a:t>Las tablas de verdad son esenciales para comprender y simplificar expresiones booleanas complejas, facilitando el diseño de circuitos lógicos eficientes.</a:t>
            </a:r>
            <a:endParaRPr sz="1400">
              <a:solidFill>
                <a:schemeClr val="lt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
          <p:cNvSpPr/>
          <p:nvPr/>
        </p:nvSpPr>
        <p:spPr>
          <a:xfrm>
            <a:off x="837724" y="1007626"/>
            <a:ext cx="8281392" cy="70401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D9BE"/>
              </a:buClr>
              <a:buSzPts val="4400"/>
              <a:buFont typeface="Quattrocento"/>
              <a:buNone/>
            </a:pPr>
            <a:r>
              <a:rPr lang="en-US" sz="4400">
                <a:solidFill>
                  <a:srgbClr val="FFD9BE"/>
                </a:solidFill>
                <a:latin typeface="Quattrocento"/>
                <a:ea typeface="Quattrocento"/>
                <a:cs typeface="Quattrocento"/>
                <a:sym typeface="Quattrocento"/>
              </a:rPr>
              <a:t>Operaciones Básicas de la Lógica</a:t>
            </a:r>
            <a:endParaRPr sz="4400">
              <a:solidFill>
                <a:schemeClr val="lt1"/>
              </a:solidFill>
              <a:latin typeface="Century Gothic"/>
              <a:ea typeface="Century Gothic"/>
              <a:cs typeface="Century Gothic"/>
              <a:sym typeface="Century Gothic"/>
            </a:endParaRPr>
          </a:p>
        </p:txBody>
      </p:sp>
      <p:sp>
        <p:nvSpPr>
          <p:cNvPr id="178" name="Google Shape;178;p3"/>
          <p:cNvSpPr/>
          <p:nvPr/>
        </p:nvSpPr>
        <p:spPr>
          <a:xfrm>
            <a:off x="837724" y="2190393"/>
            <a:ext cx="12954952"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F9EEE7"/>
              </a:buClr>
              <a:buSzPts val="1850"/>
              <a:buFont typeface="Quattrocento"/>
              <a:buNone/>
            </a:pPr>
            <a:r>
              <a:rPr lang="en-US" sz="1850">
                <a:solidFill>
                  <a:srgbClr val="F9EEE7"/>
                </a:solidFill>
                <a:latin typeface="Quattrocento"/>
                <a:ea typeface="Quattrocento"/>
                <a:cs typeface="Quattrocento"/>
                <a:sym typeface="Quattrocento"/>
              </a:rPr>
              <a:t>Las operaciones fundamentales del álgebra booleana son AND (∧), OR (∨) y NOT (¬). Estas operaciones trabajan con valores booleanos, típicamente representados como 0 (falso) y 1 (verdadero).</a:t>
            </a:r>
            <a:endParaRPr sz="1850">
              <a:solidFill>
                <a:schemeClr val="lt1"/>
              </a:solidFill>
              <a:latin typeface="Century Gothic"/>
              <a:ea typeface="Century Gothic"/>
              <a:cs typeface="Century Gothic"/>
              <a:sym typeface="Century Gothic"/>
            </a:endParaRPr>
          </a:p>
        </p:txBody>
      </p:sp>
      <p:sp>
        <p:nvSpPr>
          <p:cNvPr id="179" name="Google Shape;179;p3"/>
          <p:cNvSpPr/>
          <p:nvPr/>
        </p:nvSpPr>
        <p:spPr>
          <a:xfrm>
            <a:off x="837724" y="3464957"/>
            <a:ext cx="2816185"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D9BE"/>
              </a:buClr>
              <a:buSzPts val="2200"/>
              <a:buFont typeface="Quattrocento"/>
              <a:buNone/>
            </a:pPr>
            <a:r>
              <a:rPr lang="en-US" sz="2200">
                <a:solidFill>
                  <a:srgbClr val="FFD9BE"/>
                </a:solidFill>
                <a:latin typeface="Quattrocento"/>
                <a:ea typeface="Quattrocento"/>
                <a:cs typeface="Quattrocento"/>
                <a:sym typeface="Quattrocento"/>
              </a:rPr>
              <a:t>AND (∧)</a:t>
            </a:r>
            <a:endParaRPr sz="2200">
              <a:solidFill>
                <a:schemeClr val="lt1"/>
              </a:solidFill>
              <a:latin typeface="Century Gothic"/>
              <a:ea typeface="Century Gothic"/>
              <a:cs typeface="Century Gothic"/>
              <a:sym typeface="Century Gothic"/>
            </a:endParaRPr>
          </a:p>
        </p:txBody>
      </p:sp>
      <p:sp>
        <p:nvSpPr>
          <p:cNvPr id="180" name="Google Shape;180;p3"/>
          <p:cNvSpPr/>
          <p:nvPr/>
        </p:nvSpPr>
        <p:spPr>
          <a:xfrm>
            <a:off x="837724" y="4056221"/>
            <a:ext cx="3928586" cy="1532096"/>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F9EEE7"/>
              </a:buClr>
              <a:buSzPts val="1850"/>
              <a:buFont typeface="Quattrocento"/>
              <a:buNone/>
            </a:pPr>
            <a:r>
              <a:rPr lang="en-US" sz="1850">
                <a:solidFill>
                  <a:srgbClr val="F9EEE7"/>
                </a:solidFill>
                <a:latin typeface="Quattrocento"/>
                <a:ea typeface="Quattrocento"/>
                <a:cs typeface="Quattrocento"/>
                <a:sym typeface="Quattrocento"/>
              </a:rPr>
              <a:t>La operación AND resulta en 1 solo si todas las entradas son 1. Se relaciona con la puerta lógica AND en electrónica digital.</a:t>
            </a:r>
            <a:endParaRPr sz="1850">
              <a:solidFill>
                <a:schemeClr val="lt1"/>
              </a:solidFill>
              <a:latin typeface="Century Gothic"/>
              <a:ea typeface="Century Gothic"/>
              <a:cs typeface="Century Gothic"/>
              <a:sym typeface="Century Gothic"/>
            </a:endParaRPr>
          </a:p>
        </p:txBody>
      </p:sp>
      <p:sp>
        <p:nvSpPr>
          <p:cNvPr id="181" name="Google Shape;181;p3"/>
          <p:cNvSpPr/>
          <p:nvPr/>
        </p:nvSpPr>
        <p:spPr>
          <a:xfrm>
            <a:off x="5357813" y="3464957"/>
            <a:ext cx="2816185"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D9BE"/>
              </a:buClr>
              <a:buSzPts val="2200"/>
              <a:buFont typeface="Quattrocento"/>
              <a:buNone/>
            </a:pPr>
            <a:r>
              <a:rPr lang="en-US" sz="2200">
                <a:solidFill>
                  <a:srgbClr val="FFD9BE"/>
                </a:solidFill>
                <a:latin typeface="Quattrocento"/>
                <a:ea typeface="Quattrocento"/>
                <a:cs typeface="Quattrocento"/>
                <a:sym typeface="Quattrocento"/>
              </a:rPr>
              <a:t>OR (∨)</a:t>
            </a:r>
            <a:endParaRPr sz="2200">
              <a:solidFill>
                <a:schemeClr val="lt1"/>
              </a:solidFill>
              <a:latin typeface="Century Gothic"/>
              <a:ea typeface="Century Gothic"/>
              <a:cs typeface="Century Gothic"/>
              <a:sym typeface="Century Gothic"/>
            </a:endParaRPr>
          </a:p>
        </p:txBody>
      </p:sp>
      <p:sp>
        <p:nvSpPr>
          <p:cNvPr id="182" name="Google Shape;182;p3"/>
          <p:cNvSpPr/>
          <p:nvPr/>
        </p:nvSpPr>
        <p:spPr>
          <a:xfrm>
            <a:off x="5357813" y="4056221"/>
            <a:ext cx="3928586" cy="1532096"/>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F9EEE7"/>
              </a:buClr>
              <a:buSzPts val="1850"/>
              <a:buFont typeface="Quattrocento"/>
              <a:buNone/>
            </a:pPr>
            <a:r>
              <a:rPr lang="en-US" sz="1850">
                <a:solidFill>
                  <a:srgbClr val="F9EEE7"/>
                </a:solidFill>
                <a:latin typeface="Quattrocento"/>
                <a:ea typeface="Quattrocento"/>
                <a:cs typeface="Quattrocento"/>
                <a:sym typeface="Quattrocento"/>
              </a:rPr>
              <a:t>La operación OR resulta en 1 si al menos una de las entradas es 1. Se implementa mediante la puerta lógica OR.</a:t>
            </a:r>
            <a:endParaRPr sz="1850">
              <a:solidFill>
                <a:schemeClr val="lt1"/>
              </a:solidFill>
              <a:latin typeface="Century Gothic"/>
              <a:ea typeface="Century Gothic"/>
              <a:cs typeface="Century Gothic"/>
              <a:sym typeface="Century Gothic"/>
            </a:endParaRPr>
          </a:p>
        </p:txBody>
      </p:sp>
      <p:sp>
        <p:nvSpPr>
          <p:cNvPr id="183" name="Google Shape;183;p3"/>
          <p:cNvSpPr/>
          <p:nvPr/>
        </p:nvSpPr>
        <p:spPr>
          <a:xfrm>
            <a:off x="9877901" y="3464957"/>
            <a:ext cx="2816185"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D9BE"/>
              </a:buClr>
              <a:buSzPts val="2200"/>
              <a:buFont typeface="Quattrocento"/>
              <a:buNone/>
            </a:pPr>
            <a:r>
              <a:rPr lang="en-US" sz="2200">
                <a:solidFill>
                  <a:srgbClr val="FFD9BE"/>
                </a:solidFill>
                <a:latin typeface="Quattrocento"/>
                <a:ea typeface="Quattrocento"/>
                <a:cs typeface="Quattrocento"/>
                <a:sym typeface="Quattrocento"/>
              </a:rPr>
              <a:t>NOT (¬)</a:t>
            </a:r>
            <a:endParaRPr sz="2200">
              <a:solidFill>
                <a:schemeClr val="lt1"/>
              </a:solidFill>
              <a:latin typeface="Century Gothic"/>
              <a:ea typeface="Century Gothic"/>
              <a:cs typeface="Century Gothic"/>
              <a:sym typeface="Century Gothic"/>
            </a:endParaRPr>
          </a:p>
        </p:txBody>
      </p:sp>
      <p:sp>
        <p:nvSpPr>
          <p:cNvPr id="184" name="Google Shape;184;p3"/>
          <p:cNvSpPr/>
          <p:nvPr/>
        </p:nvSpPr>
        <p:spPr>
          <a:xfrm>
            <a:off x="9877901" y="4056221"/>
            <a:ext cx="3928586" cy="1532096"/>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F9EEE7"/>
              </a:buClr>
              <a:buSzPts val="1850"/>
              <a:buFont typeface="Quattrocento"/>
              <a:buNone/>
            </a:pPr>
            <a:r>
              <a:rPr lang="en-US" sz="1850">
                <a:solidFill>
                  <a:srgbClr val="F9EEE7"/>
                </a:solidFill>
                <a:latin typeface="Quattrocento"/>
                <a:ea typeface="Quattrocento"/>
                <a:cs typeface="Quattrocento"/>
                <a:sym typeface="Quattrocento"/>
              </a:rPr>
              <a:t>La operación NOT invierte el valor de entrada. Un 0 se convierte en 1 y viceversa. Se implementa con la puerta lógica NOT o inversor.</a:t>
            </a:r>
            <a:endParaRPr sz="1850">
              <a:solidFill>
                <a:schemeClr val="lt1"/>
              </a:solidFill>
              <a:latin typeface="Century Gothic"/>
              <a:ea typeface="Century Gothic"/>
              <a:cs typeface="Century Gothic"/>
              <a:sym typeface="Century Gothic"/>
            </a:endParaRPr>
          </a:p>
        </p:txBody>
      </p:sp>
      <p:sp>
        <p:nvSpPr>
          <p:cNvPr id="185" name="Google Shape;185;p3"/>
          <p:cNvSpPr/>
          <p:nvPr/>
        </p:nvSpPr>
        <p:spPr>
          <a:xfrm>
            <a:off x="837724" y="6072902"/>
            <a:ext cx="12954952" cy="1149072"/>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F9EEE7"/>
              </a:buClr>
              <a:buSzPts val="1850"/>
              <a:buFont typeface="Quattrocento"/>
              <a:buNone/>
            </a:pPr>
            <a:r>
              <a:rPr lang="en-US" sz="1850">
                <a:solidFill>
                  <a:srgbClr val="F9EEE7"/>
                </a:solidFill>
                <a:latin typeface="Quattrocento"/>
                <a:ea typeface="Quattrocento"/>
                <a:cs typeface="Quattrocento"/>
                <a:sym typeface="Quattrocento"/>
              </a:rPr>
              <a:t>Estas operaciones poseen propiedades importantes como la conmutatividad (A∧B = B∧A), asociatividad ((A∧B)∧C = A∧(B∧C)) y distributividad (A∧(B∨C) = (A∧B)∨(A∧C)), que son cruciales para la manipulación y simplificación de expresiones booleanas.</a:t>
            </a:r>
            <a:endParaRPr sz="1850">
              <a:solidFill>
                <a:schemeClr val="lt1"/>
              </a:solidFill>
              <a:latin typeface="Century Gothic"/>
              <a:ea typeface="Century Gothic"/>
              <a:cs typeface="Century Gothic"/>
              <a:sym typeface="Century Gothic"/>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4"/>
          <p:cNvSpPr/>
          <p:nvPr/>
        </p:nvSpPr>
        <p:spPr>
          <a:xfrm>
            <a:off x="785455" y="794980"/>
            <a:ext cx="6646069" cy="659963"/>
          </a:xfrm>
          <a:prstGeom prst="rect">
            <a:avLst/>
          </a:prstGeom>
          <a:noFill/>
          <a:ln>
            <a:noFill/>
          </a:ln>
        </p:spPr>
        <p:txBody>
          <a:bodyPr anchorCtr="0" anchor="t" bIns="0" lIns="0" spcFirstLastPara="1" rIns="0" wrap="square" tIns="0">
            <a:noAutofit/>
          </a:bodyPr>
          <a:lstStyle/>
          <a:p>
            <a:pPr indent="0" lvl="0" marL="0" marR="0" rtl="0" algn="l">
              <a:lnSpc>
                <a:spcPct val="124096"/>
              </a:lnSpc>
              <a:spcBef>
                <a:spcPts val="0"/>
              </a:spcBef>
              <a:spcAft>
                <a:spcPts val="0"/>
              </a:spcAft>
              <a:buClr>
                <a:srgbClr val="FFD9BE"/>
              </a:buClr>
              <a:buSzPts val="4150"/>
              <a:buFont typeface="Quattrocento"/>
              <a:buNone/>
            </a:pPr>
            <a:r>
              <a:rPr lang="en-US" sz="4150">
                <a:solidFill>
                  <a:srgbClr val="FFD9BE"/>
                </a:solidFill>
                <a:latin typeface="Quattrocento"/>
                <a:ea typeface="Quattrocento"/>
                <a:cs typeface="Quattrocento"/>
                <a:sym typeface="Quattrocento"/>
              </a:rPr>
              <a:t>Compuertas Lógicas Básicas</a:t>
            </a:r>
            <a:endParaRPr sz="4150">
              <a:solidFill>
                <a:schemeClr val="lt1"/>
              </a:solidFill>
              <a:latin typeface="Century Gothic"/>
              <a:ea typeface="Century Gothic"/>
              <a:cs typeface="Century Gothic"/>
              <a:sym typeface="Century Gothic"/>
            </a:endParaRPr>
          </a:p>
        </p:txBody>
      </p:sp>
      <p:sp>
        <p:nvSpPr>
          <p:cNvPr id="192" name="Google Shape;192;p4"/>
          <p:cNvSpPr/>
          <p:nvPr/>
        </p:nvSpPr>
        <p:spPr>
          <a:xfrm>
            <a:off x="785455" y="1903690"/>
            <a:ext cx="13059489" cy="718185"/>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F9EEE7"/>
              </a:buClr>
              <a:buSzPts val="1750"/>
              <a:buFont typeface="Quattrocento"/>
              <a:buNone/>
            </a:pPr>
            <a:r>
              <a:rPr lang="en-US" sz="1750">
                <a:solidFill>
                  <a:srgbClr val="F9EEE7"/>
                </a:solidFill>
                <a:latin typeface="Quattrocento"/>
                <a:ea typeface="Quattrocento"/>
                <a:cs typeface="Quattrocento"/>
                <a:sym typeface="Quattrocento"/>
              </a:rPr>
              <a:t>Las compuertas lógicas son los bloques de construcción fundamentales de los circuitos digitales. Implementan las operaciones básicas del álgebra booleana y se utilizan para procesar señales digitales.</a:t>
            </a:r>
            <a:endParaRPr sz="1750">
              <a:solidFill>
                <a:schemeClr val="lt1"/>
              </a:solidFill>
              <a:latin typeface="Century Gothic"/>
              <a:ea typeface="Century Gothic"/>
              <a:cs typeface="Century Gothic"/>
              <a:sym typeface="Century Gothic"/>
            </a:endParaRPr>
          </a:p>
        </p:txBody>
      </p:sp>
      <p:sp>
        <p:nvSpPr>
          <p:cNvPr id="193" name="Google Shape;193;p4"/>
          <p:cNvSpPr/>
          <p:nvPr/>
        </p:nvSpPr>
        <p:spPr>
          <a:xfrm>
            <a:off x="785455" y="3126700"/>
            <a:ext cx="504944" cy="504944"/>
          </a:xfrm>
          <a:prstGeom prst="roundRect">
            <a:avLst>
              <a:gd fmla="val 6667" name="adj"/>
            </a:avLst>
          </a:prstGeom>
          <a:solidFill>
            <a:srgbClr val="3152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94" name="Google Shape;194;p4"/>
          <p:cNvSpPr/>
          <p:nvPr/>
        </p:nvSpPr>
        <p:spPr>
          <a:xfrm>
            <a:off x="981789" y="3220760"/>
            <a:ext cx="112157" cy="31682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9EEE7"/>
              </a:buClr>
              <a:buSzPts val="2450"/>
              <a:buFont typeface="Quattrocento"/>
              <a:buNone/>
            </a:pPr>
            <a:r>
              <a:rPr lang="en-US" sz="2450">
                <a:solidFill>
                  <a:srgbClr val="F9EEE7"/>
                </a:solidFill>
                <a:latin typeface="Quattrocento"/>
                <a:ea typeface="Quattrocento"/>
                <a:cs typeface="Quattrocento"/>
                <a:sym typeface="Quattrocento"/>
              </a:rPr>
              <a:t>1</a:t>
            </a:r>
            <a:endParaRPr sz="2450">
              <a:solidFill>
                <a:schemeClr val="lt1"/>
              </a:solidFill>
              <a:latin typeface="Century Gothic"/>
              <a:ea typeface="Century Gothic"/>
              <a:cs typeface="Century Gothic"/>
              <a:sym typeface="Century Gothic"/>
            </a:endParaRPr>
          </a:p>
        </p:txBody>
      </p:sp>
      <p:sp>
        <p:nvSpPr>
          <p:cNvPr id="195" name="Google Shape;195;p4"/>
          <p:cNvSpPr/>
          <p:nvPr/>
        </p:nvSpPr>
        <p:spPr>
          <a:xfrm>
            <a:off x="1514713" y="3126700"/>
            <a:ext cx="2640211" cy="330041"/>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F9EEE7"/>
              </a:buClr>
              <a:buSzPts val="2050"/>
              <a:buFont typeface="Quattrocento"/>
              <a:buNone/>
            </a:pPr>
            <a:r>
              <a:rPr lang="en-US" sz="2050">
                <a:solidFill>
                  <a:srgbClr val="F9EEE7"/>
                </a:solidFill>
                <a:latin typeface="Quattrocento"/>
                <a:ea typeface="Quattrocento"/>
                <a:cs typeface="Quattrocento"/>
                <a:sym typeface="Quattrocento"/>
              </a:rPr>
              <a:t>AND, OR, NOT</a:t>
            </a:r>
            <a:endParaRPr sz="2050">
              <a:solidFill>
                <a:schemeClr val="lt1"/>
              </a:solidFill>
              <a:latin typeface="Century Gothic"/>
              <a:ea typeface="Century Gothic"/>
              <a:cs typeface="Century Gothic"/>
              <a:sym typeface="Century Gothic"/>
            </a:endParaRPr>
          </a:p>
        </p:txBody>
      </p:sp>
      <p:sp>
        <p:nvSpPr>
          <p:cNvPr id="196" name="Google Shape;196;p4"/>
          <p:cNvSpPr/>
          <p:nvPr/>
        </p:nvSpPr>
        <p:spPr>
          <a:xfrm>
            <a:off x="1514713" y="3591282"/>
            <a:ext cx="3474363" cy="287274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F9EEE7"/>
              </a:buClr>
              <a:buSzPts val="1750"/>
              <a:buFont typeface="Quattrocento"/>
              <a:buNone/>
            </a:pPr>
            <a:r>
              <a:rPr lang="en-US" sz="1750">
                <a:solidFill>
                  <a:srgbClr val="F9EEE7"/>
                </a:solidFill>
                <a:latin typeface="Quattrocento"/>
                <a:ea typeface="Quattrocento"/>
                <a:cs typeface="Quattrocento"/>
                <a:sym typeface="Quattrocento"/>
              </a:rPr>
              <a:t>Estas compuertas implementan directamente las operaciones básicas del álgebra booleana. La AND produce una salida alta solo cuando todas las entradas son altas, la OR cuando al menos una entrada es alta, y la NOT invierte la señal de entrada.</a:t>
            </a:r>
            <a:endParaRPr sz="1750">
              <a:solidFill>
                <a:schemeClr val="lt1"/>
              </a:solidFill>
              <a:latin typeface="Century Gothic"/>
              <a:ea typeface="Century Gothic"/>
              <a:cs typeface="Century Gothic"/>
              <a:sym typeface="Century Gothic"/>
            </a:endParaRPr>
          </a:p>
        </p:txBody>
      </p:sp>
      <p:sp>
        <p:nvSpPr>
          <p:cNvPr id="197" name="Google Shape;197;p4"/>
          <p:cNvSpPr/>
          <p:nvPr/>
        </p:nvSpPr>
        <p:spPr>
          <a:xfrm>
            <a:off x="5213390" y="3126700"/>
            <a:ext cx="504944" cy="504944"/>
          </a:xfrm>
          <a:prstGeom prst="roundRect">
            <a:avLst>
              <a:gd fmla="val 6667" name="adj"/>
            </a:avLst>
          </a:prstGeom>
          <a:solidFill>
            <a:srgbClr val="3152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98" name="Google Shape;198;p4"/>
          <p:cNvSpPr/>
          <p:nvPr/>
        </p:nvSpPr>
        <p:spPr>
          <a:xfrm>
            <a:off x="5380911" y="3220760"/>
            <a:ext cx="169783" cy="31682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9EEE7"/>
              </a:buClr>
              <a:buSzPts val="2450"/>
              <a:buFont typeface="Quattrocento"/>
              <a:buNone/>
            </a:pPr>
            <a:r>
              <a:rPr lang="en-US" sz="2450">
                <a:solidFill>
                  <a:srgbClr val="F9EEE7"/>
                </a:solidFill>
                <a:latin typeface="Quattrocento"/>
                <a:ea typeface="Quattrocento"/>
                <a:cs typeface="Quattrocento"/>
                <a:sym typeface="Quattrocento"/>
              </a:rPr>
              <a:t>2</a:t>
            </a:r>
            <a:endParaRPr sz="2450">
              <a:solidFill>
                <a:schemeClr val="lt1"/>
              </a:solidFill>
              <a:latin typeface="Century Gothic"/>
              <a:ea typeface="Century Gothic"/>
              <a:cs typeface="Century Gothic"/>
              <a:sym typeface="Century Gothic"/>
            </a:endParaRPr>
          </a:p>
        </p:txBody>
      </p:sp>
      <p:sp>
        <p:nvSpPr>
          <p:cNvPr id="199" name="Google Shape;199;p4"/>
          <p:cNvSpPr/>
          <p:nvPr/>
        </p:nvSpPr>
        <p:spPr>
          <a:xfrm>
            <a:off x="5942648" y="3126700"/>
            <a:ext cx="2640211" cy="330041"/>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F9EEE7"/>
              </a:buClr>
              <a:buSzPts val="2050"/>
              <a:buFont typeface="Quattrocento"/>
              <a:buNone/>
            </a:pPr>
            <a:r>
              <a:rPr lang="en-US" sz="2050">
                <a:solidFill>
                  <a:srgbClr val="F9EEE7"/>
                </a:solidFill>
                <a:latin typeface="Quattrocento"/>
                <a:ea typeface="Quattrocento"/>
                <a:cs typeface="Quattrocento"/>
                <a:sym typeface="Quattrocento"/>
              </a:rPr>
              <a:t>NAND y NOR</a:t>
            </a:r>
            <a:endParaRPr sz="2050">
              <a:solidFill>
                <a:schemeClr val="lt1"/>
              </a:solidFill>
              <a:latin typeface="Century Gothic"/>
              <a:ea typeface="Century Gothic"/>
              <a:cs typeface="Century Gothic"/>
              <a:sym typeface="Century Gothic"/>
            </a:endParaRPr>
          </a:p>
        </p:txBody>
      </p:sp>
      <p:sp>
        <p:nvSpPr>
          <p:cNvPr id="200" name="Google Shape;200;p4"/>
          <p:cNvSpPr/>
          <p:nvPr/>
        </p:nvSpPr>
        <p:spPr>
          <a:xfrm>
            <a:off x="5942648" y="3591282"/>
            <a:ext cx="3474363" cy="2154555"/>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F9EEE7"/>
              </a:buClr>
              <a:buSzPts val="1750"/>
              <a:buFont typeface="Quattrocento"/>
              <a:buNone/>
            </a:pPr>
            <a:r>
              <a:rPr lang="en-US" sz="1750">
                <a:solidFill>
                  <a:srgbClr val="F9EEE7"/>
                </a:solidFill>
                <a:latin typeface="Quattrocento"/>
                <a:ea typeface="Quattrocento"/>
                <a:cs typeface="Quattrocento"/>
                <a:sym typeface="Quattrocento"/>
              </a:rPr>
              <a:t>Son compuertas universales que pueden utilizarse para construir cualquier otra función lógica. La NAND es una AND seguida de un NOT, mientras que la NOR es una OR seguida de un NOT.</a:t>
            </a:r>
            <a:endParaRPr sz="1750">
              <a:solidFill>
                <a:schemeClr val="lt1"/>
              </a:solidFill>
              <a:latin typeface="Century Gothic"/>
              <a:ea typeface="Century Gothic"/>
              <a:cs typeface="Century Gothic"/>
              <a:sym typeface="Century Gothic"/>
            </a:endParaRPr>
          </a:p>
        </p:txBody>
      </p:sp>
      <p:sp>
        <p:nvSpPr>
          <p:cNvPr id="201" name="Google Shape;201;p4"/>
          <p:cNvSpPr/>
          <p:nvPr/>
        </p:nvSpPr>
        <p:spPr>
          <a:xfrm>
            <a:off x="9641324" y="3126700"/>
            <a:ext cx="504944" cy="504944"/>
          </a:xfrm>
          <a:prstGeom prst="roundRect">
            <a:avLst>
              <a:gd fmla="val 6667" name="adj"/>
            </a:avLst>
          </a:prstGeom>
          <a:solidFill>
            <a:srgbClr val="3152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02" name="Google Shape;202;p4"/>
          <p:cNvSpPr/>
          <p:nvPr/>
        </p:nvSpPr>
        <p:spPr>
          <a:xfrm>
            <a:off x="9807535" y="3220760"/>
            <a:ext cx="172403" cy="31682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9EEE7"/>
              </a:buClr>
              <a:buSzPts val="2450"/>
              <a:buFont typeface="Quattrocento"/>
              <a:buNone/>
            </a:pPr>
            <a:r>
              <a:rPr lang="en-US" sz="2450">
                <a:solidFill>
                  <a:srgbClr val="F9EEE7"/>
                </a:solidFill>
                <a:latin typeface="Quattrocento"/>
                <a:ea typeface="Quattrocento"/>
                <a:cs typeface="Quattrocento"/>
                <a:sym typeface="Quattrocento"/>
              </a:rPr>
              <a:t>3</a:t>
            </a:r>
            <a:endParaRPr sz="2450">
              <a:solidFill>
                <a:schemeClr val="lt1"/>
              </a:solidFill>
              <a:latin typeface="Century Gothic"/>
              <a:ea typeface="Century Gothic"/>
              <a:cs typeface="Century Gothic"/>
              <a:sym typeface="Century Gothic"/>
            </a:endParaRPr>
          </a:p>
        </p:txBody>
      </p:sp>
      <p:sp>
        <p:nvSpPr>
          <p:cNvPr id="203" name="Google Shape;203;p4"/>
          <p:cNvSpPr/>
          <p:nvPr/>
        </p:nvSpPr>
        <p:spPr>
          <a:xfrm>
            <a:off x="10370582" y="3126700"/>
            <a:ext cx="2640211" cy="330041"/>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F9EEE7"/>
              </a:buClr>
              <a:buSzPts val="2050"/>
              <a:buFont typeface="Quattrocento"/>
              <a:buNone/>
            </a:pPr>
            <a:r>
              <a:rPr lang="en-US" sz="2050">
                <a:solidFill>
                  <a:srgbClr val="F9EEE7"/>
                </a:solidFill>
                <a:latin typeface="Quattrocento"/>
                <a:ea typeface="Quattrocento"/>
                <a:cs typeface="Quattrocento"/>
                <a:sym typeface="Quattrocento"/>
              </a:rPr>
              <a:t>XOR y XNOR</a:t>
            </a:r>
            <a:endParaRPr sz="2050">
              <a:solidFill>
                <a:schemeClr val="lt1"/>
              </a:solidFill>
              <a:latin typeface="Century Gothic"/>
              <a:ea typeface="Century Gothic"/>
              <a:cs typeface="Century Gothic"/>
              <a:sym typeface="Century Gothic"/>
            </a:endParaRPr>
          </a:p>
        </p:txBody>
      </p:sp>
      <p:sp>
        <p:nvSpPr>
          <p:cNvPr id="204" name="Google Shape;204;p4"/>
          <p:cNvSpPr/>
          <p:nvPr/>
        </p:nvSpPr>
        <p:spPr>
          <a:xfrm>
            <a:off x="10370582" y="3591282"/>
            <a:ext cx="3474363" cy="2154555"/>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F9EEE7"/>
              </a:buClr>
              <a:buSzPts val="1750"/>
              <a:buFont typeface="Quattrocento"/>
              <a:buNone/>
            </a:pPr>
            <a:r>
              <a:rPr lang="en-US" sz="1750">
                <a:solidFill>
                  <a:srgbClr val="F9EEE7"/>
                </a:solidFill>
                <a:latin typeface="Quattrocento"/>
                <a:ea typeface="Quattrocento"/>
                <a:cs typeface="Quattrocento"/>
                <a:sym typeface="Quattrocento"/>
              </a:rPr>
              <a:t>La XOR (OR exclusiva) produce una salida alta cuando las entradas son diferentes, mientras que la XNOR (OR exclusiva negada) produce una salida alta cuando las entradas son iguales.</a:t>
            </a:r>
            <a:endParaRPr sz="1750">
              <a:solidFill>
                <a:schemeClr val="lt1"/>
              </a:solidFill>
              <a:latin typeface="Century Gothic"/>
              <a:ea typeface="Century Gothic"/>
              <a:cs typeface="Century Gothic"/>
              <a:sym typeface="Century Gothic"/>
            </a:endParaRPr>
          </a:p>
        </p:txBody>
      </p:sp>
      <p:sp>
        <p:nvSpPr>
          <p:cNvPr id="205" name="Google Shape;205;p4"/>
          <p:cNvSpPr/>
          <p:nvPr/>
        </p:nvSpPr>
        <p:spPr>
          <a:xfrm>
            <a:off x="785455" y="6716435"/>
            <a:ext cx="13059489" cy="718185"/>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F9EEE7"/>
              </a:buClr>
              <a:buSzPts val="1750"/>
              <a:buFont typeface="Quattrocento"/>
              <a:buNone/>
            </a:pPr>
            <a:r>
              <a:rPr lang="en-US" sz="1750">
                <a:solidFill>
                  <a:srgbClr val="F9EEE7"/>
                </a:solidFill>
                <a:latin typeface="Quattrocento"/>
                <a:ea typeface="Quattrocento"/>
                <a:cs typeface="Quattrocento"/>
                <a:sym typeface="Quattrocento"/>
              </a:rPr>
              <a:t>Estas compuertas se combinan para crear circuitos lógicos más complejos, como sumadores, multiplexores y flip-flops, que son esenciales en el diseño de sistemas digitales.</a:t>
            </a:r>
            <a:endParaRPr sz="1750">
              <a:solidFill>
                <a:schemeClr val="lt1"/>
              </a:solidFill>
              <a:latin typeface="Century Gothic"/>
              <a:ea typeface="Century Gothic"/>
              <a:cs typeface="Century Gothic"/>
              <a:sym typeface="Century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descr="preencoded.png" id="211" name="Google Shape;211;p5"/>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212" name="Google Shape;212;p5"/>
          <p:cNvSpPr/>
          <p:nvPr/>
        </p:nvSpPr>
        <p:spPr>
          <a:xfrm>
            <a:off x="571262" y="690324"/>
            <a:ext cx="7746683" cy="4800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D9BE"/>
              </a:buClr>
              <a:buSzPts val="3000"/>
              <a:buFont typeface="Quattrocento"/>
              <a:buNone/>
            </a:pPr>
            <a:r>
              <a:rPr lang="en-US" sz="3000">
                <a:solidFill>
                  <a:srgbClr val="FFD9BE"/>
                </a:solidFill>
                <a:latin typeface="Quattrocento"/>
                <a:ea typeface="Quattrocento"/>
                <a:cs typeface="Quattrocento"/>
                <a:sym typeface="Quattrocento"/>
              </a:rPr>
              <a:t>Funciones Booleanas por Términos </a:t>
            </a:r>
            <a:r>
              <a:rPr lang="en-US" sz="3000">
                <a:solidFill>
                  <a:srgbClr val="FFD9BE"/>
                </a:solidFill>
                <a:latin typeface="Quattrocento"/>
                <a:ea typeface="Quattrocento"/>
                <a:cs typeface="Quattrocento"/>
                <a:sym typeface="Quattrocento"/>
              </a:rPr>
              <a:t>Mínimos</a:t>
            </a:r>
            <a:endParaRPr sz="3000">
              <a:solidFill>
                <a:schemeClr val="lt1"/>
              </a:solidFill>
              <a:latin typeface="Century Gothic"/>
              <a:ea typeface="Century Gothic"/>
              <a:cs typeface="Century Gothic"/>
              <a:sym typeface="Century Gothic"/>
            </a:endParaRPr>
          </a:p>
        </p:txBody>
      </p:sp>
      <p:sp>
        <p:nvSpPr>
          <p:cNvPr id="213" name="Google Shape;213;p5"/>
          <p:cNvSpPr/>
          <p:nvPr/>
        </p:nvSpPr>
        <p:spPr>
          <a:xfrm>
            <a:off x="571262" y="1415177"/>
            <a:ext cx="8001476" cy="783312"/>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Clr>
                <a:srgbClr val="F9EEE7"/>
              </a:buClr>
              <a:buSzPts val="1250"/>
              <a:buFont typeface="Quattrocento"/>
              <a:buNone/>
            </a:pPr>
            <a:r>
              <a:rPr lang="en-US" sz="1250">
                <a:solidFill>
                  <a:srgbClr val="F9EEE7"/>
                </a:solidFill>
                <a:latin typeface="Quattrocento"/>
                <a:ea typeface="Quattrocento"/>
                <a:cs typeface="Quattrocento"/>
                <a:sym typeface="Quattrocento"/>
              </a:rPr>
              <a:t>Las funciones booleanas pueden expresarse utilizando términos máximos, también conocidos como formas canónicas disyuntivas o suma de productos (SOP). Esta representación es fundamental para el análisis y diseño de circuitos lógicos.</a:t>
            </a:r>
            <a:endParaRPr sz="1250">
              <a:solidFill>
                <a:schemeClr val="lt1"/>
              </a:solidFill>
              <a:latin typeface="Century Gothic"/>
              <a:ea typeface="Century Gothic"/>
              <a:cs typeface="Century Gothic"/>
              <a:sym typeface="Century Gothic"/>
            </a:endParaRPr>
          </a:p>
        </p:txBody>
      </p:sp>
      <p:sp>
        <p:nvSpPr>
          <p:cNvPr id="214" name="Google Shape;214;p5"/>
          <p:cNvSpPr/>
          <p:nvPr/>
        </p:nvSpPr>
        <p:spPr>
          <a:xfrm>
            <a:off x="804624" y="2382083"/>
            <a:ext cx="22860" cy="4190286"/>
          </a:xfrm>
          <a:prstGeom prst="roundRect">
            <a:avLst>
              <a:gd fmla="val 107099" name="adj"/>
            </a:avLst>
          </a:prstGeom>
          <a:solidFill>
            <a:srgbClr val="4A6B6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15" name="Google Shape;215;p5"/>
          <p:cNvSpPr/>
          <p:nvPr/>
        </p:nvSpPr>
        <p:spPr>
          <a:xfrm>
            <a:off x="976789" y="2737842"/>
            <a:ext cx="571262" cy="22860"/>
          </a:xfrm>
          <a:prstGeom prst="roundRect">
            <a:avLst>
              <a:gd fmla="val 107099" name="adj"/>
            </a:avLst>
          </a:prstGeom>
          <a:solidFill>
            <a:srgbClr val="4A6B6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16" name="Google Shape;216;p5"/>
          <p:cNvSpPr/>
          <p:nvPr/>
        </p:nvSpPr>
        <p:spPr>
          <a:xfrm>
            <a:off x="632460" y="2565678"/>
            <a:ext cx="367189" cy="367189"/>
          </a:xfrm>
          <a:prstGeom prst="roundRect">
            <a:avLst>
              <a:gd fmla="val 6668" name="adj"/>
            </a:avLst>
          </a:prstGeom>
          <a:solidFill>
            <a:srgbClr val="3152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17" name="Google Shape;217;p5"/>
          <p:cNvSpPr/>
          <p:nvPr/>
        </p:nvSpPr>
        <p:spPr>
          <a:xfrm>
            <a:off x="775216" y="2634020"/>
            <a:ext cx="81558" cy="23038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9EEE7"/>
              </a:buClr>
              <a:buSzPts val="1800"/>
              <a:buFont typeface="Quattrocento"/>
              <a:buNone/>
            </a:pPr>
            <a:r>
              <a:rPr lang="en-US" sz="1800">
                <a:solidFill>
                  <a:srgbClr val="F9EEE7"/>
                </a:solidFill>
                <a:latin typeface="Quattrocento"/>
                <a:ea typeface="Quattrocento"/>
                <a:cs typeface="Quattrocento"/>
                <a:sym typeface="Quattrocento"/>
              </a:rPr>
              <a:t>1</a:t>
            </a:r>
            <a:endParaRPr sz="1800">
              <a:solidFill>
                <a:schemeClr val="lt1"/>
              </a:solidFill>
              <a:latin typeface="Century Gothic"/>
              <a:ea typeface="Century Gothic"/>
              <a:cs typeface="Century Gothic"/>
              <a:sym typeface="Century Gothic"/>
            </a:endParaRPr>
          </a:p>
        </p:txBody>
      </p:sp>
      <p:sp>
        <p:nvSpPr>
          <p:cNvPr id="218" name="Google Shape;218;p5"/>
          <p:cNvSpPr/>
          <p:nvPr/>
        </p:nvSpPr>
        <p:spPr>
          <a:xfrm>
            <a:off x="1713667" y="2545199"/>
            <a:ext cx="1920121" cy="240030"/>
          </a:xfrm>
          <a:prstGeom prst="rect">
            <a:avLst/>
          </a:prstGeom>
          <a:noFill/>
          <a:ln>
            <a:noFill/>
          </a:ln>
        </p:spPr>
        <p:txBody>
          <a:bodyPr anchorCtr="0" anchor="t" bIns="0" lIns="0" spcFirstLastPara="1" rIns="0" wrap="square" tIns="0">
            <a:noAutofit/>
          </a:bodyPr>
          <a:lstStyle/>
          <a:p>
            <a:pPr indent="0" lvl="0" marL="0" marR="0" rtl="0" algn="l">
              <a:lnSpc>
                <a:spcPct val="123333"/>
              </a:lnSpc>
              <a:spcBef>
                <a:spcPts val="0"/>
              </a:spcBef>
              <a:spcAft>
                <a:spcPts val="0"/>
              </a:spcAft>
              <a:buClr>
                <a:srgbClr val="F9EEE7"/>
              </a:buClr>
              <a:buSzPts val="1500"/>
              <a:buFont typeface="Quattrocento"/>
              <a:buNone/>
            </a:pPr>
            <a:r>
              <a:rPr lang="en-US" sz="1500">
                <a:solidFill>
                  <a:srgbClr val="F9EEE7"/>
                </a:solidFill>
                <a:latin typeface="Quattrocento"/>
                <a:ea typeface="Quattrocento"/>
                <a:cs typeface="Quattrocento"/>
                <a:sym typeface="Quattrocento"/>
              </a:rPr>
              <a:t>Identificar términos</a:t>
            </a:r>
            <a:endParaRPr sz="1500">
              <a:solidFill>
                <a:schemeClr val="lt1"/>
              </a:solidFill>
              <a:latin typeface="Century Gothic"/>
              <a:ea typeface="Century Gothic"/>
              <a:cs typeface="Century Gothic"/>
              <a:sym typeface="Century Gothic"/>
            </a:endParaRPr>
          </a:p>
        </p:txBody>
      </p:sp>
      <p:sp>
        <p:nvSpPr>
          <p:cNvPr id="219" name="Google Shape;219;p5"/>
          <p:cNvSpPr/>
          <p:nvPr/>
        </p:nvSpPr>
        <p:spPr>
          <a:xfrm>
            <a:off x="1713667" y="2883098"/>
            <a:ext cx="6859072" cy="261104"/>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Clr>
                <a:srgbClr val="F9EEE7"/>
              </a:buClr>
              <a:buSzPts val="1250"/>
              <a:buFont typeface="Quattrocento"/>
              <a:buNone/>
            </a:pPr>
            <a:r>
              <a:rPr lang="en-US" sz="1250">
                <a:solidFill>
                  <a:srgbClr val="F9EEE7"/>
                </a:solidFill>
                <a:latin typeface="Quattrocento"/>
                <a:ea typeface="Quattrocento"/>
                <a:cs typeface="Quattrocento"/>
                <a:sym typeface="Quattrocento"/>
              </a:rPr>
              <a:t>Determinar las combinaciones de entrada donde la función es verdadera (1).</a:t>
            </a:r>
            <a:endParaRPr sz="1250">
              <a:solidFill>
                <a:schemeClr val="lt1"/>
              </a:solidFill>
              <a:latin typeface="Century Gothic"/>
              <a:ea typeface="Century Gothic"/>
              <a:cs typeface="Century Gothic"/>
              <a:sym typeface="Century Gothic"/>
            </a:endParaRPr>
          </a:p>
        </p:txBody>
      </p:sp>
      <p:sp>
        <p:nvSpPr>
          <p:cNvPr id="220" name="Google Shape;220;p5"/>
          <p:cNvSpPr/>
          <p:nvPr/>
        </p:nvSpPr>
        <p:spPr>
          <a:xfrm>
            <a:off x="976789" y="3826193"/>
            <a:ext cx="571262" cy="22860"/>
          </a:xfrm>
          <a:prstGeom prst="roundRect">
            <a:avLst>
              <a:gd fmla="val 107099" name="adj"/>
            </a:avLst>
          </a:prstGeom>
          <a:solidFill>
            <a:srgbClr val="4A6B6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1" name="Google Shape;221;p5"/>
          <p:cNvSpPr/>
          <p:nvPr/>
        </p:nvSpPr>
        <p:spPr>
          <a:xfrm>
            <a:off x="632460" y="3654028"/>
            <a:ext cx="367189" cy="367189"/>
          </a:xfrm>
          <a:prstGeom prst="roundRect">
            <a:avLst>
              <a:gd fmla="val 6668" name="adj"/>
            </a:avLst>
          </a:prstGeom>
          <a:solidFill>
            <a:srgbClr val="3152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2" name="Google Shape;222;p5"/>
          <p:cNvSpPr/>
          <p:nvPr/>
        </p:nvSpPr>
        <p:spPr>
          <a:xfrm>
            <a:off x="754261" y="3722370"/>
            <a:ext cx="123468" cy="23038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9EEE7"/>
              </a:buClr>
              <a:buSzPts val="1800"/>
              <a:buFont typeface="Quattrocento"/>
              <a:buNone/>
            </a:pPr>
            <a:r>
              <a:rPr lang="en-US" sz="1800">
                <a:solidFill>
                  <a:srgbClr val="F9EEE7"/>
                </a:solidFill>
                <a:latin typeface="Quattrocento"/>
                <a:ea typeface="Quattrocento"/>
                <a:cs typeface="Quattrocento"/>
                <a:sym typeface="Quattrocento"/>
              </a:rPr>
              <a:t>2</a:t>
            </a:r>
            <a:endParaRPr sz="1800">
              <a:solidFill>
                <a:schemeClr val="lt1"/>
              </a:solidFill>
              <a:latin typeface="Century Gothic"/>
              <a:ea typeface="Century Gothic"/>
              <a:cs typeface="Century Gothic"/>
              <a:sym typeface="Century Gothic"/>
            </a:endParaRPr>
          </a:p>
        </p:txBody>
      </p:sp>
      <p:sp>
        <p:nvSpPr>
          <p:cNvPr id="223" name="Google Shape;223;p5"/>
          <p:cNvSpPr/>
          <p:nvPr/>
        </p:nvSpPr>
        <p:spPr>
          <a:xfrm>
            <a:off x="1713667" y="3633549"/>
            <a:ext cx="1934647" cy="240030"/>
          </a:xfrm>
          <a:prstGeom prst="rect">
            <a:avLst/>
          </a:prstGeom>
          <a:noFill/>
          <a:ln>
            <a:noFill/>
          </a:ln>
        </p:spPr>
        <p:txBody>
          <a:bodyPr anchorCtr="0" anchor="t" bIns="0" lIns="0" spcFirstLastPara="1" rIns="0" wrap="square" tIns="0">
            <a:noAutofit/>
          </a:bodyPr>
          <a:lstStyle/>
          <a:p>
            <a:pPr indent="0" lvl="0" marL="0" marR="0" rtl="0" algn="l">
              <a:lnSpc>
                <a:spcPct val="123333"/>
              </a:lnSpc>
              <a:spcBef>
                <a:spcPts val="0"/>
              </a:spcBef>
              <a:spcAft>
                <a:spcPts val="0"/>
              </a:spcAft>
              <a:buClr>
                <a:srgbClr val="F9EEE7"/>
              </a:buClr>
              <a:buSzPts val="1500"/>
              <a:buFont typeface="Quattrocento"/>
              <a:buNone/>
            </a:pPr>
            <a:r>
              <a:rPr lang="en-US" sz="1500">
                <a:solidFill>
                  <a:srgbClr val="F9EEE7"/>
                </a:solidFill>
                <a:latin typeface="Quattrocento"/>
                <a:ea typeface="Quattrocento"/>
                <a:cs typeface="Quattrocento"/>
                <a:sym typeface="Quattrocento"/>
              </a:rPr>
              <a:t>Expresar mintérminos</a:t>
            </a:r>
            <a:endParaRPr sz="1500">
              <a:solidFill>
                <a:schemeClr val="lt1"/>
              </a:solidFill>
              <a:latin typeface="Century Gothic"/>
              <a:ea typeface="Century Gothic"/>
              <a:cs typeface="Century Gothic"/>
              <a:sym typeface="Century Gothic"/>
            </a:endParaRPr>
          </a:p>
        </p:txBody>
      </p:sp>
      <p:sp>
        <p:nvSpPr>
          <p:cNvPr id="224" name="Google Shape;224;p5"/>
          <p:cNvSpPr/>
          <p:nvPr/>
        </p:nvSpPr>
        <p:spPr>
          <a:xfrm>
            <a:off x="1713667" y="3971449"/>
            <a:ext cx="6859072" cy="261104"/>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Clr>
                <a:srgbClr val="F9EEE7"/>
              </a:buClr>
              <a:buSzPts val="1250"/>
              <a:buFont typeface="Quattrocento"/>
              <a:buNone/>
            </a:pPr>
            <a:r>
              <a:rPr lang="en-US" sz="1250">
                <a:solidFill>
                  <a:srgbClr val="F9EEE7"/>
                </a:solidFill>
                <a:latin typeface="Quattrocento"/>
                <a:ea typeface="Quattrocento"/>
                <a:cs typeface="Quattrocento"/>
                <a:sym typeface="Quattrocento"/>
              </a:rPr>
              <a:t>Escribir cada término como un producto de variables, negando las que son 0.</a:t>
            </a:r>
            <a:endParaRPr sz="1250">
              <a:solidFill>
                <a:schemeClr val="lt1"/>
              </a:solidFill>
              <a:latin typeface="Century Gothic"/>
              <a:ea typeface="Century Gothic"/>
              <a:cs typeface="Century Gothic"/>
              <a:sym typeface="Century Gothic"/>
            </a:endParaRPr>
          </a:p>
        </p:txBody>
      </p:sp>
      <p:sp>
        <p:nvSpPr>
          <p:cNvPr id="225" name="Google Shape;225;p5"/>
          <p:cNvSpPr/>
          <p:nvPr/>
        </p:nvSpPr>
        <p:spPr>
          <a:xfrm>
            <a:off x="976789" y="4914543"/>
            <a:ext cx="571262" cy="22860"/>
          </a:xfrm>
          <a:prstGeom prst="roundRect">
            <a:avLst>
              <a:gd fmla="val 107099" name="adj"/>
            </a:avLst>
          </a:prstGeom>
          <a:solidFill>
            <a:srgbClr val="4A6B6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6" name="Google Shape;226;p5"/>
          <p:cNvSpPr/>
          <p:nvPr/>
        </p:nvSpPr>
        <p:spPr>
          <a:xfrm>
            <a:off x="632460" y="4742378"/>
            <a:ext cx="367189" cy="367189"/>
          </a:xfrm>
          <a:prstGeom prst="roundRect">
            <a:avLst>
              <a:gd fmla="val 6668" name="adj"/>
            </a:avLst>
          </a:prstGeom>
          <a:solidFill>
            <a:srgbClr val="3152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7" name="Google Shape;227;p5"/>
          <p:cNvSpPr/>
          <p:nvPr/>
        </p:nvSpPr>
        <p:spPr>
          <a:xfrm>
            <a:off x="753308" y="4810720"/>
            <a:ext cx="125373" cy="23038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9EEE7"/>
              </a:buClr>
              <a:buSzPts val="1800"/>
              <a:buFont typeface="Quattrocento"/>
              <a:buNone/>
            </a:pPr>
            <a:r>
              <a:rPr lang="en-US" sz="1800">
                <a:solidFill>
                  <a:srgbClr val="F9EEE7"/>
                </a:solidFill>
                <a:latin typeface="Quattrocento"/>
                <a:ea typeface="Quattrocento"/>
                <a:cs typeface="Quattrocento"/>
                <a:sym typeface="Quattrocento"/>
              </a:rPr>
              <a:t>3</a:t>
            </a:r>
            <a:endParaRPr sz="1800">
              <a:solidFill>
                <a:schemeClr val="lt1"/>
              </a:solidFill>
              <a:latin typeface="Century Gothic"/>
              <a:ea typeface="Century Gothic"/>
              <a:cs typeface="Century Gothic"/>
              <a:sym typeface="Century Gothic"/>
            </a:endParaRPr>
          </a:p>
        </p:txBody>
      </p:sp>
      <p:sp>
        <p:nvSpPr>
          <p:cNvPr id="228" name="Google Shape;228;p5"/>
          <p:cNvSpPr/>
          <p:nvPr/>
        </p:nvSpPr>
        <p:spPr>
          <a:xfrm>
            <a:off x="1713667" y="4721900"/>
            <a:ext cx="1920121" cy="240030"/>
          </a:xfrm>
          <a:prstGeom prst="rect">
            <a:avLst/>
          </a:prstGeom>
          <a:noFill/>
          <a:ln>
            <a:noFill/>
          </a:ln>
        </p:spPr>
        <p:txBody>
          <a:bodyPr anchorCtr="0" anchor="t" bIns="0" lIns="0" spcFirstLastPara="1" rIns="0" wrap="square" tIns="0">
            <a:noAutofit/>
          </a:bodyPr>
          <a:lstStyle/>
          <a:p>
            <a:pPr indent="0" lvl="0" marL="0" marR="0" rtl="0" algn="l">
              <a:lnSpc>
                <a:spcPct val="123333"/>
              </a:lnSpc>
              <a:spcBef>
                <a:spcPts val="0"/>
              </a:spcBef>
              <a:spcAft>
                <a:spcPts val="0"/>
              </a:spcAft>
              <a:buClr>
                <a:srgbClr val="F9EEE7"/>
              </a:buClr>
              <a:buSzPts val="1500"/>
              <a:buFont typeface="Quattrocento"/>
              <a:buNone/>
            </a:pPr>
            <a:r>
              <a:rPr lang="en-US" sz="1500">
                <a:solidFill>
                  <a:srgbClr val="F9EEE7"/>
                </a:solidFill>
                <a:latin typeface="Quattrocento"/>
                <a:ea typeface="Quattrocento"/>
                <a:cs typeface="Quattrocento"/>
                <a:sym typeface="Quattrocento"/>
              </a:rPr>
              <a:t>Sumar mintérminos</a:t>
            </a:r>
            <a:endParaRPr sz="1500">
              <a:solidFill>
                <a:schemeClr val="lt1"/>
              </a:solidFill>
              <a:latin typeface="Century Gothic"/>
              <a:ea typeface="Century Gothic"/>
              <a:cs typeface="Century Gothic"/>
              <a:sym typeface="Century Gothic"/>
            </a:endParaRPr>
          </a:p>
        </p:txBody>
      </p:sp>
      <p:sp>
        <p:nvSpPr>
          <p:cNvPr id="229" name="Google Shape;229;p5"/>
          <p:cNvSpPr/>
          <p:nvPr/>
        </p:nvSpPr>
        <p:spPr>
          <a:xfrm>
            <a:off x="1713667" y="5059799"/>
            <a:ext cx="6859072" cy="261104"/>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Clr>
                <a:srgbClr val="F9EEE7"/>
              </a:buClr>
              <a:buSzPts val="1250"/>
              <a:buFont typeface="Quattrocento"/>
              <a:buNone/>
            </a:pPr>
            <a:r>
              <a:rPr lang="en-US" sz="1250">
                <a:solidFill>
                  <a:srgbClr val="F9EEE7"/>
                </a:solidFill>
                <a:latin typeface="Quattrocento"/>
                <a:ea typeface="Quattrocento"/>
                <a:cs typeface="Quattrocento"/>
                <a:sym typeface="Quattrocento"/>
              </a:rPr>
              <a:t>Combinar todos los mintérminos con operaciones OR (∨).</a:t>
            </a:r>
            <a:endParaRPr sz="1250">
              <a:solidFill>
                <a:schemeClr val="lt1"/>
              </a:solidFill>
              <a:latin typeface="Century Gothic"/>
              <a:ea typeface="Century Gothic"/>
              <a:cs typeface="Century Gothic"/>
              <a:sym typeface="Century Gothic"/>
            </a:endParaRPr>
          </a:p>
        </p:txBody>
      </p:sp>
      <p:sp>
        <p:nvSpPr>
          <p:cNvPr id="230" name="Google Shape;230;p5"/>
          <p:cNvSpPr/>
          <p:nvPr/>
        </p:nvSpPr>
        <p:spPr>
          <a:xfrm>
            <a:off x="976789" y="6002893"/>
            <a:ext cx="571262" cy="22860"/>
          </a:xfrm>
          <a:prstGeom prst="roundRect">
            <a:avLst>
              <a:gd fmla="val 107099" name="adj"/>
            </a:avLst>
          </a:prstGeom>
          <a:solidFill>
            <a:srgbClr val="4A6B6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1" name="Google Shape;231;p5"/>
          <p:cNvSpPr/>
          <p:nvPr/>
        </p:nvSpPr>
        <p:spPr>
          <a:xfrm>
            <a:off x="632460" y="5830729"/>
            <a:ext cx="367189" cy="367189"/>
          </a:xfrm>
          <a:prstGeom prst="roundRect">
            <a:avLst>
              <a:gd fmla="val 6668" name="adj"/>
            </a:avLst>
          </a:prstGeom>
          <a:solidFill>
            <a:srgbClr val="3152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2" name="Google Shape;232;p5"/>
          <p:cNvSpPr/>
          <p:nvPr/>
        </p:nvSpPr>
        <p:spPr>
          <a:xfrm>
            <a:off x="757476" y="5899071"/>
            <a:ext cx="117038" cy="23038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9EEE7"/>
              </a:buClr>
              <a:buSzPts val="1800"/>
              <a:buFont typeface="Quattrocento"/>
              <a:buNone/>
            </a:pPr>
            <a:r>
              <a:rPr lang="en-US" sz="1800">
                <a:solidFill>
                  <a:srgbClr val="F9EEE7"/>
                </a:solidFill>
                <a:latin typeface="Quattrocento"/>
                <a:ea typeface="Quattrocento"/>
                <a:cs typeface="Quattrocento"/>
                <a:sym typeface="Quattrocento"/>
              </a:rPr>
              <a:t>4</a:t>
            </a:r>
            <a:endParaRPr sz="1800">
              <a:solidFill>
                <a:schemeClr val="lt1"/>
              </a:solidFill>
              <a:latin typeface="Century Gothic"/>
              <a:ea typeface="Century Gothic"/>
              <a:cs typeface="Century Gothic"/>
              <a:sym typeface="Century Gothic"/>
            </a:endParaRPr>
          </a:p>
        </p:txBody>
      </p:sp>
      <p:sp>
        <p:nvSpPr>
          <p:cNvPr id="233" name="Google Shape;233;p5"/>
          <p:cNvSpPr/>
          <p:nvPr/>
        </p:nvSpPr>
        <p:spPr>
          <a:xfrm>
            <a:off x="1713667" y="5810250"/>
            <a:ext cx="1920121" cy="240030"/>
          </a:xfrm>
          <a:prstGeom prst="rect">
            <a:avLst/>
          </a:prstGeom>
          <a:noFill/>
          <a:ln>
            <a:noFill/>
          </a:ln>
        </p:spPr>
        <p:txBody>
          <a:bodyPr anchorCtr="0" anchor="t" bIns="0" lIns="0" spcFirstLastPara="1" rIns="0" wrap="square" tIns="0">
            <a:noAutofit/>
          </a:bodyPr>
          <a:lstStyle/>
          <a:p>
            <a:pPr indent="0" lvl="0" marL="0" marR="0" rtl="0" algn="l">
              <a:lnSpc>
                <a:spcPct val="123333"/>
              </a:lnSpc>
              <a:spcBef>
                <a:spcPts val="0"/>
              </a:spcBef>
              <a:spcAft>
                <a:spcPts val="0"/>
              </a:spcAft>
              <a:buClr>
                <a:srgbClr val="F9EEE7"/>
              </a:buClr>
              <a:buSzPts val="1500"/>
              <a:buFont typeface="Quattrocento"/>
              <a:buNone/>
            </a:pPr>
            <a:r>
              <a:rPr lang="en-US" sz="1500">
                <a:solidFill>
                  <a:srgbClr val="F9EEE7"/>
                </a:solidFill>
                <a:latin typeface="Quattrocento"/>
                <a:ea typeface="Quattrocento"/>
                <a:cs typeface="Quattrocento"/>
                <a:sym typeface="Quattrocento"/>
              </a:rPr>
              <a:t>Simplificar</a:t>
            </a:r>
            <a:endParaRPr sz="1500">
              <a:solidFill>
                <a:schemeClr val="lt1"/>
              </a:solidFill>
              <a:latin typeface="Century Gothic"/>
              <a:ea typeface="Century Gothic"/>
              <a:cs typeface="Century Gothic"/>
              <a:sym typeface="Century Gothic"/>
            </a:endParaRPr>
          </a:p>
        </p:txBody>
      </p:sp>
      <p:sp>
        <p:nvSpPr>
          <p:cNvPr id="234" name="Google Shape;234;p5"/>
          <p:cNvSpPr/>
          <p:nvPr/>
        </p:nvSpPr>
        <p:spPr>
          <a:xfrm>
            <a:off x="1713667" y="6148149"/>
            <a:ext cx="6859072" cy="261104"/>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Clr>
                <a:srgbClr val="F9EEE7"/>
              </a:buClr>
              <a:buSzPts val="1250"/>
              <a:buFont typeface="Quattrocento"/>
              <a:buNone/>
            </a:pPr>
            <a:r>
              <a:rPr lang="en-US" sz="1250">
                <a:solidFill>
                  <a:srgbClr val="F9EEE7"/>
                </a:solidFill>
                <a:latin typeface="Quattrocento"/>
                <a:ea typeface="Quattrocento"/>
                <a:cs typeface="Quattrocento"/>
                <a:sym typeface="Quattrocento"/>
              </a:rPr>
              <a:t>Aplicar leyes del álgebra booleana para reducir la expresión si es posible.</a:t>
            </a:r>
            <a:endParaRPr sz="1250">
              <a:solidFill>
                <a:schemeClr val="lt1"/>
              </a:solidFill>
              <a:latin typeface="Century Gothic"/>
              <a:ea typeface="Century Gothic"/>
              <a:cs typeface="Century Gothic"/>
              <a:sym typeface="Century Gothic"/>
            </a:endParaRPr>
          </a:p>
        </p:txBody>
      </p:sp>
      <p:sp>
        <p:nvSpPr>
          <p:cNvPr id="235" name="Google Shape;235;p5"/>
          <p:cNvSpPr/>
          <p:nvPr/>
        </p:nvSpPr>
        <p:spPr>
          <a:xfrm>
            <a:off x="571262" y="6755963"/>
            <a:ext cx="8001476" cy="783312"/>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Clr>
                <a:srgbClr val="F9EEE7"/>
              </a:buClr>
              <a:buSzPts val="1250"/>
              <a:buFont typeface="Quattrocento"/>
              <a:buNone/>
            </a:pPr>
            <a:r>
              <a:rPr lang="en-US" sz="1250">
                <a:solidFill>
                  <a:srgbClr val="F9EEE7"/>
                </a:solidFill>
                <a:latin typeface="Quattrocento"/>
                <a:ea typeface="Quattrocento"/>
                <a:cs typeface="Quattrocento"/>
                <a:sym typeface="Quattrocento"/>
              </a:rPr>
              <a:t>Esta forma de expresión es particularmente útil para implementar funciones en circuitos que utilizan puertas OR y AND, y facilita la comprensión del comportamiento de la función para cada combinación de entradas.</a:t>
            </a:r>
            <a:endParaRPr sz="1250">
              <a:solidFill>
                <a:schemeClr val="lt1"/>
              </a:solidFill>
              <a:latin typeface="Century Gothic"/>
              <a:ea typeface="Century Gothic"/>
              <a:cs typeface="Century Gothic"/>
              <a:sym typeface="Century Gothic"/>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6"/>
          <p:cNvSpPr/>
          <p:nvPr/>
        </p:nvSpPr>
        <p:spPr>
          <a:xfrm>
            <a:off x="563880" y="443032"/>
            <a:ext cx="7599045" cy="473869"/>
          </a:xfrm>
          <a:prstGeom prst="rect">
            <a:avLst/>
          </a:prstGeom>
          <a:noFill/>
          <a:ln>
            <a:noFill/>
          </a:ln>
        </p:spPr>
        <p:txBody>
          <a:bodyPr anchorCtr="0" anchor="t" bIns="0" lIns="0" spcFirstLastPara="1" rIns="0" wrap="square" tIns="0">
            <a:noAutofit/>
          </a:bodyPr>
          <a:lstStyle/>
          <a:p>
            <a:pPr indent="0" lvl="0" marL="0" marR="0" rtl="0" algn="l">
              <a:lnSpc>
                <a:spcPct val="125423"/>
              </a:lnSpc>
              <a:spcBef>
                <a:spcPts val="0"/>
              </a:spcBef>
              <a:spcAft>
                <a:spcPts val="0"/>
              </a:spcAft>
              <a:buClr>
                <a:srgbClr val="FFD9BE"/>
              </a:buClr>
              <a:buSzPts val="2950"/>
              <a:buFont typeface="Quattrocento"/>
              <a:buNone/>
            </a:pPr>
            <a:r>
              <a:rPr lang="en-US" sz="2950">
                <a:solidFill>
                  <a:srgbClr val="FFD9BE"/>
                </a:solidFill>
                <a:latin typeface="Quattrocento"/>
                <a:ea typeface="Quattrocento"/>
                <a:cs typeface="Quattrocento"/>
                <a:sym typeface="Quattrocento"/>
              </a:rPr>
              <a:t>Funciones Booleanas por Términos Maximos</a:t>
            </a:r>
            <a:endParaRPr sz="2950">
              <a:solidFill>
                <a:schemeClr val="lt1"/>
              </a:solidFill>
              <a:latin typeface="Century Gothic"/>
              <a:ea typeface="Century Gothic"/>
              <a:cs typeface="Century Gothic"/>
              <a:sym typeface="Century Gothic"/>
            </a:endParaRPr>
          </a:p>
        </p:txBody>
      </p:sp>
      <p:sp>
        <p:nvSpPr>
          <p:cNvPr id="242" name="Google Shape;242;p6"/>
          <p:cNvSpPr/>
          <p:nvPr/>
        </p:nvSpPr>
        <p:spPr>
          <a:xfrm>
            <a:off x="563880" y="1239083"/>
            <a:ext cx="13502640" cy="515303"/>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F9EEE7"/>
              </a:buClr>
              <a:buSzPts val="1250"/>
              <a:buFont typeface="Quattrocento"/>
              <a:buNone/>
            </a:pPr>
            <a:r>
              <a:rPr lang="en-US" sz="1250">
                <a:solidFill>
                  <a:srgbClr val="F9EEE7"/>
                </a:solidFill>
                <a:latin typeface="Quattrocento"/>
                <a:ea typeface="Quattrocento"/>
                <a:cs typeface="Quattrocento"/>
                <a:sym typeface="Quattrocento"/>
              </a:rPr>
              <a:t>Las funciones booleanas también pueden expresarse utilizando términos mínimos, conocidos como formas canónicas conjuntivas o producto de sumas (POS). Esta representación es el complemento de la forma SOP y es igualmente importante en el diseño de circuitos lógicos.</a:t>
            </a:r>
            <a:endParaRPr sz="1250">
              <a:solidFill>
                <a:schemeClr val="lt1"/>
              </a:solidFill>
              <a:latin typeface="Century Gothic"/>
              <a:ea typeface="Century Gothic"/>
              <a:cs typeface="Century Gothic"/>
              <a:sym typeface="Century Gothic"/>
            </a:endParaRPr>
          </a:p>
        </p:txBody>
      </p:sp>
      <p:pic>
        <p:nvPicPr>
          <p:cNvPr descr="preencoded.png" id="243" name="Google Shape;243;p6"/>
          <p:cNvPicPr preferRelativeResize="0"/>
          <p:nvPr/>
        </p:nvPicPr>
        <p:blipFill rotWithShape="1">
          <a:blip r:embed="rId3">
            <a:alphaModFix/>
          </a:blip>
          <a:srcRect b="0" l="0" r="0" t="0"/>
          <a:stretch/>
        </p:blipFill>
        <p:spPr>
          <a:xfrm>
            <a:off x="563880" y="1935599"/>
            <a:ext cx="805577" cy="1288971"/>
          </a:xfrm>
          <a:prstGeom prst="rect">
            <a:avLst/>
          </a:prstGeom>
          <a:noFill/>
          <a:ln>
            <a:noFill/>
          </a:ln>
        </p:spPr>
      </p:pic>
      <p:sp>
        <p:nvSpPr>
          <p:cNvPr id="244" name="Google Shape;244;p6"/>
          <p:cNvSpPr/>
          <p:nvPr/>
        </p:nvSpPr>
        <p:spPr>
          <a:xfrm>
            <a:off x="1611035" y="2096691"/>
            <a:ext cx="2230636" cy="236934"/>
          </a:xfrm>
          <a:prstGeom prst="rect">
            <a:avLst/>
          </a:prstGeom>
          <a:noFill/>
          <a:ln>
            <a:noFill/>
          </a:ln>
        </p:spPr>
        <p:txBody>
          <a:bodyPr anchorCtr="0" anchor="t" bIns="0" lIns="0" spcFirstLastPara="1" rIns="0" wrap="square" tIns="0">
            <a:noAutofit/>
          </a:bodyPr>
          <a:lstStyle/>
          <a:p>
            <a:pPr indent="0" lvl="0" marL="0" marR="0" rtl="0" algn="l">
              <a:lnSpc>
                <a:spcPct val="127586"/>
              </a:lnSpc>
              <a:spcBef>
                <a:spcPts val="0"/>
              </a:spcBef>
              <a:spcAft>
                <a:spcPts val="0"/>
              </a:spcAft>
              <a:buClr>
                <a:srgbClr val="F9EEE7"/>
              </a:buClr>
              <a:buSzPts val="1450"/>
              <a:buFont typeface="Quattrocento"/>
              <a:buNone/>
            </a:pPr>
            <a:r>
              <a:rPr lang="en-US" sz="1450">
                <a:solidFill>
                  <a:srgbClr val="F9EEE7"/>
                </a:solidFill>
                <a:latin typeface="Quattrocento"/>
                <a:ea typeface="Quattrocento"/>
                <a:cs typeface="Quattrocento"/>
                <a:sym typeface="Quattrocento"/>
              </a:rPr>
              <a:t>Identificar términos falsos</a:t>
            </a:r>
            <a:endParaRPr sz="1450">
              <a:solidFill>
                <a:schemeClr val="lt1"/>
              </a:solidFill>
              <a:latin typeface="Century Gothic"/>
              <a:ea typeface="Century Gothic"/>
              <a:cs typeface="Century Gothic"/>
              <a:sym typeface="Century Gothic"/>
            </a:endParaRPr>
          </a:p>
        </p:txBody>
      </p:sp>
      <p:sp>
        <p:nvSpPr>
          <p:cNvPr id="245" name="Google Shape;245;p6"/>
          <p:cNvSpPr/>
          <p:nvPr/>
        </p:nvSpPr>
        <p:spPr>
          <a:xfrm>
            <a:off x="1611035" y="2430185"/>
            <a:ext cx="12455485" cy="257651"/>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F9EEE7"/>
              </a:buClr>
              <a:buSzPts val="1250"/>
              <a:buFont typeface="Quattrocento"/>
              <a:buNone/>
            </a:pPr>
            <a:r>
              <a:rPr lang="en-US" sz="1250">
                <a:solidFill>
                  <a:srgbClr val="F9EEE7"/>
                </a:solidFill>
                <a:latin typeface="Quattrocento"/>
                <a:ea typeface="Quattrocento"/>
                <a:cs typeface="Quattrocento"/>
                <a:sym typeface="Quattrocento"/>
              </a:rPr>
              <a:t>Determinar las combinaciones de entrada donde la función es falsa (0).</a:t>
            </a:r>
            <a:endParaRPr sz="1250">
              <a:solidFill>
                <a:schemeClr val="lt1"/>
              </a:solidFill>
              <a:latin typeface="Century Gothic"/>
              <a:ea typeface="Century Gothic"/>
              <a:cs typeface="Century Gothic"/>
              <a:sym typeface="Century Gothic"/>
            </a:endParaRPr>
          </a:p>
        </p:txBody>
      </p:sp>
      <p:pic>
        <p:nvPicPr>
          <p:cNvPr descr="preencoded.png" id="246" name="Google Shape;246;p6"/>
          <p:cNvPicPr preferRelativeResize="0"/>
          <p:nvPr/>
        </p:nvPicPr>
        <p:blipFill rotWithShape="1">
          <a:blip r:embed="rId4">
            <a:alphaModFix/>
          </a:blip>
          <a:srcRect b="0" l="0" r="0" t="0"/>
          <a:stretch/>
        </p:blipFill>
        <p:spPr>
          <a:xfrm>
            <a:off x="563880" y="3224570"/>
            <a:ext cx="805577" cy="1288971"/>
          </a:xfrm>
          <a:prstGeom prst="rect">
            <a:avLst/>
          </a:prstGeom>
          <a:noFill/>
          <a:ln>
            <a:noFill/>
          </a:ln>
        </p:spPr>
      </p:pic>
      <p:sp>
        <p:nvSpPr>
          <p:cNvPr id="247" name="Google Shape;247;p6"/>
          <p:cNvSpPr/>
          <p:nvPr/>
        </p:nvSpPr>
        <p:spPr>
          <a:xfrm>
            <a:off x="1611035" y="3385661"/>
            <a:ext cx="1935242" cy="236934"/>
          </a:xfrm>
          <a:prstGeom prst="rect">
            <a:avLst/>
          </a:prstGeom>
          <a:noFill/>
          <a:ln>
            <a:noFill/>
          </a:ln>
        </p:spPr>
        <p:txBody>
          <a:bodyPr anchorCtr="0" anchor="t" bIns="0" lIns="0" spcFirstLastPara="1" rIns="0" wrap="square" tIns="0">
            <a:noAutofit/>
          </a:bodyPr>
          <a:lstStyle/>
          <a:p>
            <a:pPr indent="0" lvl="0" marL="0" marR="0" rtl="0" algn="l">
              <a:lnSpc>
                <a:spcPct val="127586"/>
              </a:lnSpc>
              <a:spcBef>
                <a:spcPts val="0"/>
              </a:spcBef>
              <a:spcAft>
                <a:spcPts val="0"/>
              </a:spcAft>
              <a:buClr>
                <a:srgbClr val="F9EEE7"/>
              </a:buClr>
              <a:buSzPts val="1450"/>
              <a:buFont typeface="Quattrocento"/>
              <a:buNone/>
            </a:pPr>
            <a:r>
              <a:rPr lang="en-US" sz="1450">
                <a:solidFill>
                  <a:srgbClr val="F9EEE7"/>
                </a:solidFill>
                <a:latin typeface="Quattrocento"/>
                <a:ea typeface="Quattrocento"/>
                <a:cs typeface="Quattrocento"/>
                <a:sym typeface="Quattrocento"/>
              </a:rPr>
              <a:t>Expresar maxtérminos</a:t>
            </a:r>
            <a:endParaRPr sz="1450">
              <a:solidFill>
                <a:schemeClr val="lt1"/>
              </a:solidFill>
              <a:latin typeface="Century Gothic"/>
              <a:ea typeface="Century Gothic"/>
              <a:cs typeface="Century Gothic"/>
              <a:sym typeface="Century Gothic"/>
            </a:endParaRPr>
          </a:p>
        </p:txBody>
      </p:sp>
      <p:sp>
        <p:nvSpPr>
          <p:cNvPr id="248" name="Google Shape;248;p6"/>
          <p:cNvSpPr/>
          <p:nvPr/>
        </p:nvSpPr>
        <p:spPr>
          <a:xfrm>
            <a:off x="1611035" y="3719155"/>
            <a:ext cx="12455485" cy="257651"/>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F9EEE7"/>
              </a:buClr>
              <a:buSzPts val="1250"/>
              <a:buFont typeface="Quattrocento"/>
              <a:buNone/>
            </a:pPr>
            <a:r>
              <a:rPr lang="en-US" sz="1250">
                <a:solidFill>
                  <a:srgbClr val="F9EEE7"/>
                </a:solidFill>
                <a:latin typeface="Quattrocento"/>
                <a:ea typeface="Quattrocento"/>
                <a:cs typeface="Quattrocento"/>
                <a:sym typeface="Quattrocento"/>
              </a:rPr>
              <a:t>Escribir cada término como una suma de variables, negando las que son 1.</a:t>
            </a:r>
            <a:endParaRPr sz="1250">
              <a:solidFill>
                <a:schemeClr val="lt1"/>
              </a:solidFill>
              <a:latin typeface="Century Gothic"/>
              <a:ea typeface="Century Gothic"/>
              <a:cs typeface="Century Gothic"/>
              <a:sym typeface="Century Gothic"/>
            </a:endParaRPr>
          </a:p>
        </p:txBody>
      </p:sp>
      <p:pic>
        <p:nvPicPr>
          <p:cNvPr descr="preencoded.png" id="249" name="Google Shape;249;p6"/>
          <p:cNvPicPr preferRelativeResize="0"/>
          <p:nvPr/>
        </p:nvPicPr>
        <p:blipFill rotWithShape="1">
          <a:blip r:embed="rId5">
            <a:alphaModFix/>
          </a:blip>
          <a:srcRect b="0" l="0" r="0" t="0"/>
          <a:stretch/>
        </p:blipFill>
        <p:spPr>
          <a:xfrm>
            <a:off x="563880" y="4513540"/>
            <a:ext cx="805577" cy="1288971"/>
          </a:xfrm>
          <a:prstGeom prst="rect">
            <a:avLst/>
          </a:prstGeom>
          <a:noFill/>
          <a:ln>
            <a:noFill/>
          </a:ln>
        </p:spPr>
      </p:pic>
      <p:sp>
        <p:nvSpPr>
          <p:cNvPr id="250" name="Google Shape;250;p6"/>
          <p:cNvSpPr/>
          <p:nvPr/>
        </p:nvSpPr>
        <p:spPr>
          <a:xfrm>
            <a:off x="1611035" y="4674632"/>
            <a:ext cx="2115026" cy="236934"/>
          </a:xfrm>
          <a:prstGeom prst="rect">
            <a:avLst/>
          </a:prstGeom>
          <a:noFill/>
          <a:ln>
            <a:noFill/>
          </a:ln>
        </p:spPr>
        <p:txBody>
          <a:bodyPr anchorCtr="0" anchor="t" bIns="0" lIns="0" spcFirstLastPara="1" rIns="0" wrap="square" tIns="0">
            <a:noAutofit/>
          </a:bodyPr>
          <a:lstStyle/>
          <a:p>
            <a:pPr indent="0" lvl="0" marL="0" marR="0" rtl="0" algn="l">
              <a:lnSpc>
                <a:spcPct val="127586"/>
              </a:lnSpc>
              <a:spcBef>
                <a:spcPts val="0"/>
              </a:spcBef>
              <a:spcAft>
                <a:spcPts val="0"/>
              </a:spcAft>
              <a:buClr>
                <a:srgbClr val="F9EEE7"/>
              </a:buClr>
              <a:buSzPts val="1450"/>
              <a:buFont typeface="Quattrocento"/>
              <a:buNone/>
            </a:pPr>
            <a:r>
              <a:rPr lang="en-US" sz="1450">
                <a:solidFill>
                  <a:srgbClr val="F9EEE7"/>
                </a:solidFill>
                <a:latin typeface="Quattrocento"/>
                <a:ea typeface="Quattrocento"/>
                <a:cs typeface="Quattrocento"/>
                <a:sym typeface="Quattrocento"/>
              </a:rPr>
              <a:t>Multiplicar maxtérminos</a:t>
            </a:r>
            <a:endParaRPr sz="1450">
              <a:solidFill>
                <a:schemeClr val="lt1"/>
              </a:solidFill>
              <a:latin typeface="Century Gothic"/>
              <a:ea typeface="Century Gothic"/>
              <a:cs typeface="Century Gothic"/>
              <a:sym typeface="Century Gothic"/>
            </a:endParaRPr>
          </a:p>
        </p:txBody>
      </p:sp>
      <p:sp>
        <p:nvSpPr>
          <p:cNvPr id="251" name="Google Shape;251;p6"/>
          <p:cNvSpPr/>
          <p:nvPr/>
        </p:nvSpPr>
        <p:spPr>
          <a:xfrm>
            <a:off x="1611035" y="5008126"/>
            <a:ext cx="12455485" cy="257651"/>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F9EEE7"/>
              </a:buClr>
              <a:buSzPts val="1250"/>
              <a:buFont typeface="Quattrocento"/>
              <a:buNone/>
            </a:pPr>
            <a:r>
              <a:rPr lang="en-US" sz="1250">
                <a:solidFill>
                  <a:srgbClr val="F9EEE7"/>
                </a:solidFill>
                <a:latin typeface="Quattrocento"/>
                <a:ea typeface="Quattrocento"/>
                <a:cs typeface="Quattrocento"/>
                <a:sym typeface="Quattrocento"/>
              </a:rPr>
              <a:t>Combinar todos los maxtérminos con operaciones AND (∧).</a:t>
            </a:r>
            <a:endParaRPr sz="1250">
              <a:solidFill>
                <a:schemeClr val="lt1"/>
              </a:solidFill>
              <a:latin typeface="Century Gothic"/>
              <a:ea typeface="Century Gothic"/>
              <a:cs typeface="Century Gothic"/>
              <a:sym typeface="Century Gothic"/>
            </a:endParaRPr>
          </a:p>
        </p:txBody>
      </p:sp>
      <p:pic>
        <p:nvPicPr>
          <p:cNvPr descr="preencoded.png" id="252" name="Google Shape;252;p6"/>
          <p:cNvPicPr preferRelativeResize="0"/>
          <p:nvPr/>
        </p:nvPicPr>
        <p:blipFill rotWithShape="1">
          <a:blip r:embed="rId6">
            <a:alphaModFix/>
          </a:blip>
          <a:srcRect b="0" l="0" r="0" t="0"/>
          <a:stretch/>
        </p:blipFill>
        <p:spPr>
          <a:xfrm>
            <a:off x="563880" y="5802511"/>
            <a:ext cx="805577" cy="1288971"/>
          </a:xfrm>
          <a:prstGeom prst="rect">
            <a:avLst/>
          </a:prstGeom>
          <a:noFill/>
          <a:ln>
            <a:noFill/>
          </a:ln>
        </p:spPr>
      </p:pic>
      <p:sp>
        <p:nvSpPr>
          <p:cNvPr id="253" name="Google Shape;253;p6"/>
          <p:cNvSpPr/>
          <p:nvPr/>
        </p:nvSpPr>
        <p:spPr>
          <a:xfrm>
            <a:off x="1611035" y="5963602"/>
            <a:ext cx="1895594" cy="236934"/>
          </a:xfrm>
          <a:prstGeom prst="rect">
            <a:avLst/>
          </a:prstGeom>
          <a:noFill/>
          <a:ln>
            <a:noFill/>
          </a:ln>
        </p:spPr>
        <p:txBody>
          <a:bodyPr anchorCtr="0" anchor="t" bIns="0" lIns="0" spcFirstLastPara="1" rIns="0" wrap="square" tIns="0">
            <a:noAutofit/>
          </a:bodyPr>
          <a:lstStyle/>
          <a:p>
            <a:pPr indent="0" lvl="0" marL="0" marR="0" rtl="0" algn="l">
              <a:lnSpc>
                <a:spcPct val="127586"/>
              </a:lnSpc>
              <a:spcBef>
                <a:spcPts val="0"/>
              </a:spcBef>
              <a:spcAft>
                <a:spcPts val="0"/>
              </a:spcAft>
              <a:buClr>
                <a:srgbClr val="F9EEE7"/>
              </a:buClr>
              <a:buSzPts val="1450"/>
              <a:buFont typeface="Quattrocento"/>
              <a:buNone/>
            </a:pPr>
            <a:r>
              <a:rPr lang="en-US" sz="1450">
                <a:solidFill>
                  <a:srgbClr val="F9EEE7"/>
                </a:solidFill>
                <a:latin typeface="Quattrocento"/>
                <a:ea typeface="Quattrocento"/>
                <a:cs typeface="Quattrocento"/>
                <a:sym typeface="Quattrocento"/>
              </a:rPr>
              <a:t>Simplificar expresión</a:t>
            </a:r>
            <a:endParaRPr sz="1450">
              <a:solidFill>
                <a:schemeClr val="lt1"/>
              </a:solidFill>
              <a:latin typeface="Century Gothic"/>
              <a:ea typeface="Century Gothic"/>
              <a:cs typeface="Century Gothic"/>
              <a:sym typeface="Century Gothic"/>
            </a:endParaRPr>
          </a:p>
        </p:txBody>
      </p:sp>
      <p:sp>
        <p:nvSpPr>
          <p:cNvPr id="254" name="Google Shape;254;p6"/>
          <p:cNvSpPr/>
          <p:nvPr/>
        </p:nvSpPr>
        <p:spPr>
          <a:xfrm>
            <a:off x="1611035" y="6297097"/>
            <a:ext cx="12455485" cy="257651"/>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F9EEE7"/>
              </a:buClr>
              <a:buSzPts val="1250"/>
              <a:buFont typeface="Quattrocento"/>
              <a:buNone/>
            </a:pPr>
            <a:r>
              <a:rPr lang="en-US" sz="1250">
                <a:solidFill>
                  <a:srgbClr val="F9EEE7"/>
                </a:solidFill>
                <a:latin typeface="Quattrocento"/>
                <a:ea typeface="Quattrocento"/>
                <a:cs typeface="Quattrocento"/>
                <a:sym typeface="Quattrocento"/>
              </a:rPr>
              <a:t>Aplicar leyes del álgebra booleana para reducir la expresión si es posible.</a:t>
            </a:r>
            <a:endParaRPr sz="1250">
              <a:solidFill>
                <a:schemeClr val="lt1"/>
              </a:solidFill>
              <a:latin typeface="Century Gothic"/>
              <a:ea typeface="Century Gothic"/>
              <a:cs typeface="Century Gothic"/>
              <a:sym typeface="Century Gothic"/>
            </a:endParaRPr>
          </a:p>
        </p:txBody>
      </p:sp>
      <p:sp>
        <p:nvSpPr>
          <p:cNvPr id="255" name="Google Shape;255;p6"/>
          <p:cNvSpPr/>
          <p:nvPr/>
        </p:nvSpPr>
        <p:spPr>
          <a:xfrm>
            <a:off x="563880" y="7272695"/>
            <a:ext cx="13502640" cy="515303"/>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F9EEE7"/>
              </a:buClr>
              <a:buSzPts val="1250"/>
              <a:buFont typeface="Quattrocento"/>
              <a:buNone/>
            </a:pPr>
            <a:r>
              <a:rPr lang="en-US" sz="1250">
                <a:solidFill>
                  <a:srgbClr val="F9EEE7"/>
                </a:solidFill>
                <a:latin typeface="Quattrocento"/>
                <a:ea typeface="Quattrocento"/>
                <a:cs typeface="Quattrocento"/>
                <a:sym typeface="Quattrocento"/>
              </a:rPr>
              <a:t>La forma POS es especialmente útil para implementar funciones en circuitos que utilizan puertas AND y OR, y proporciona una perspectiva complementaria sobre el comportamiento de la función para cada combinación de entradas.</a:t>
            </a:r>
            <a:endParaRPr sz="1250">
              <a:solidFill>
                <a:schemeClr val="lt1"/>
              </a:solidFill>
              <a:latin typeface="Century Gothic"/>
              <a:ea typeface="Century Gothic"/>
              <a:cs typeface="Century Gothic"/>
              <a:sym typeface="Century Gothic"/>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7"/>
          <p:cNvSpPr/>
          <p:nvPr/>
        </p:nvSpPr>
        <p:spPr>
          <a:xfrm>
            <a:off x="792956" y="623054"/>
            <a:ext cx="7763351" cy="666393"/>
          </a:xfrm>
          <a:prstGeom prst="rect">
            <a:avLst/>
          </a:prstGeom>
          <a:noFill/>
          <a:ln>
            <a:noFill/>
          </a:ln>
        </p:spPr>
        <p:txBody>
          <a:bodyPr anchorCtr="0" anchor="t" bIns="0" lIns="0" spcFirstLastPara="1" rIns="0" wrap="square" tIns="0">
            <a:noAutofit/>
          </a:bodyPr>
          <a:lstStyle/>
          <a:p>
            <a:pPr indent="0" lvl="0" marL="0" marR="0" rtl="0" algn="l">
              <a:lnSpc>
                <a:spcPct val="125301"/>
              </a:lnSpc>
              <a:spcBef>
                <a:spcPts val="0"/>
              </a:spcBef>
              <a:spcAft>
                <a:spcPts val="0"/>
              </a:spcAft>
              <a:buClr>
                <a:srgbClr val="FFD9BE"/>
              </a:buClr>
              <a:buSzPts val="4150"/>
              <a:buFont typeface="Quattrocento"/>
              <a:buNone/>
            </a:pPr>
            <a:r>
              <a:rPr lang="en-US" sz="4150">
                <a:solidFill>
                  <a:srgbClr val="FFD9BE"/>
                </a:solidFill>
                <a:latin typeface="Quattrocento"/>
                <a:ea typeface="Quattrocento"/>
                <a:cs typeface="Quattrocento"/>
                <a:sym typeface="Quattrocento"/>
              </a:rPr>
              <a:t>Postulados del Álgebra Booleana</a:t>
            </a:r>
            <a:endParaRPr sz="4150">
              <a:solidFill>
                <a:schemeClr val="lt1"/>
              </a:solidFill>
              <a:latin typeface="Century Gothic"/>
              <a:ea typeface="Century Gothic"/>
              <a:cs typeface="Century Gothic"/>
              <a:sym typeface="Century Gothic"/>
            </a:endParaRPr>
          </a:p>
        </p:txBody>
      </p:sp>
      <p:sp>
        <p:nvSpPr>
          <p:cNvPr id="262" name="Google Shape;262;p7"/>
          <p:cNvSpPr/>
          <p:nvPr/>
        </p:nvSpPr>
        <p:spPr>
          <a:xfrm>
            <a:off x="792956" y="1742599"/>
            <a:ext cx="13044488" cy="72485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F9EEE7"/>
              </a:buClr>
              <a:buSzPts val="1750"/>
              <a:buFont typeface="Quattrocento"/>
              <a:buNone/>
            </a:pPr>
            <a:r>
              <a:rPr lang="en-US" sz="1750">
                <a:solidFill>
                  <a:srgbClr val="F9EEE7"/>
                </a:solidFill>
                <a:latin typeface="Quattrocento"/>
                <a:ea typeface="Quattrocento"/>
                <a:cs typeface="Quattrocento"/>
                <a:sym typeface="Quattrocento"/>
              </a:rPr>
              <a:t>Los postulados del álgebra booleana son los principios fundamentales que rigen el comportamiento de las operaciones y expresiones booleanas. Estos postulados son esenciales para la manipulación y simplificación de funciones lógicas.</a:t>
            </a:r>
            <a:endParaRPr sz="1750">
              <a:solidFill>
                <a:schemeClr val="lt1"/>
              </a:solidFill>
              <a:latin typeface="Century Gothic"/>
              <a:ea typeface="Century Gothic"/>
              <a:cs typeface="Century Gothic"/>
              <a:sym typeface="Century Gothic"/>
            </a:endParaRPr>
          </a:p>
        </p:txBody>
      </p:sp>
      <p:sp>
        <p:nvSpPr>
          <p:cNvPr id="263" name="Google Shape;263;p7"/>
          <p:cNvSpPr/>
          <p:nvPr/>
        </p:nvSpPr>
        <p:spPr>
          <a:xfrm>
            <a:off x="792956" y="2722245"/>
            <a:ext cx="13044488" cy="3911441"/>
          </a:xfrm>
          <a:prstGeom prst="roundRect">
            <a:avLst>
              <a:gd fmla="val 869" name="adj"/>
            </a:avLst>
          </a:prstGeom>
          <a:noFill/>
          <a:ln cap="flat" cmpd="sng" w="9525">
            <a:solidFill>
              <a:srgbClr val="FFFFFF">
                <a:alpha val="2392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64" name="Google Shape;264;p7"/>
          <p:cNvSpPr/>
          <p:nvPr/>
        </p:nvSpPr>
        <p:spPr>
          <a:xfrm>
            <a:off x="800576" y="2729865"/>
            <a:ext cx="13027938" cy="649367"/>
          </a:xfrm>
          <a:prstGeom prst="rect">
            <a:avLst/>
          </a:prstGeom>
          <a:solidFill>
            <a:srgbClr val="FFFFFF">
              <a:alpha val="3921"/>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65" name="Google Shape;265;p7"/>
          <p:cNvSpPr/>
          <p:nvPr/>
        </p:nvSpPr>
        <p:spPr>
          <a:xfrm>
            <a:off x="1028462" y="2873335"/>
            <a:ext cx="3885248" cy="362426"/>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F9EEE7"/>
              </a:buClr>
              <a:buSzPts val="1750"/>
              <a:buFont typeface="Quattrocento"/>
              <a:buNone/>
            </a:pPr>
            <a:r>
              <a:rPr lang="en-US" sz="1750">
                <a:solidFill>
                  <a:srgbClr val="F9EEE7"/>
                </a:solidFill>
                <a:latin typeface="Quattrocento"/>
                <a:ea typeface="Quattrocento"/>
                <a:cs typeface="Quattrocento"/>
                <a:sym typeface="Quattrocento"/>
              </a:rPr>
              <a:t>Principio</a:t>
            </a:r>
            <a:endParaRPr sz="1750">
              <a:solidFill>
                <a:schemeClr val="lt1"/>
              </a:solidFill>
              <a:latin typeface="Century Gothic"/>
              <a:ea typeface="Century Gothic"/>
              <a:cs typeface="Century Gothic"/>
              <a:sym typeface="Century Gothic"/>
            </a:endParaRPr>
          </a:p>
        </p:txBody>
      </p:sp>
      <p:sp>
        <p:nvSpPr>
          <p:cNvPr id="266" name="Google Shape;266;p7"/>
          <p:cNvSpPr/>
          <p:nvPr/>
        </p:nvSpPr>
        <p:spPr>
          <a:xfrm>
            <a:off x="5374481" y="2873335"/>
            <a:ext cx="3881438" cy="362426"/>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F9EEE7"/>
              </a:buClr>
              <a:buSzPts val="1750"/>
              <a:buFont typeface="Quattrocento"/>
              <a:buNone/>
            </a:pPr>
            <a:r>
              <a:rPr lang="en-US" sz="1750">
                <a:solidFill>
                  <a:srgbClr val="F9EEE7"/>
                </a:solidFill>
                <a:latin typeface="Quattrocento"/>
                <a:ea typeface="Quattrocento"/>
                <a:cs typeface="Quattrocento"/>
                <a:sym typeface="Quattrocento"/>
              </a:rPr>
              <a:t>Descripción</a:t>
            </a:r>
            <a:endParaRPr sz="1750">
              <a:solidFill>
                <a:schemeClr val="lt1"/>
              </a:solidFill>
              <a:latin typeface="Century Gothic"/>
              <a:ea typeface="Century Gothic"/>
              <a:cs typeface="Century Gothic"/>
              <a:sym typeface="Century Gothic"/>
            </a:endParaRPr>
          </a:p>
        </p:txBody>
      </p:sp>
      <p:sp>
        <p:nvSpPr>
          <p:cNvPr id="267" name="Google Shape;267;p7"/>
          <p:cNvSpPr/>
          <p:nvPr/>
        </p:nvSpPr>
        <p:spPr>
          <a:xfrm>
            <a:off x="9716691" y="2873335"/>
            <a:ext cx="3885248" cy="362426"/>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F9EEE7"/>
              </a:buClr>
              <a:buSzPts val="1750"/>
              <a:buFont typeface="Quattrocento"/>
              <a:buNone/>
            </a:pPr>
            <a:r>
              <a:rPr lang="en-US" sz="1750">
                <a:solidFill>
                  <a:srgbClr val="F9EEE7"/>
                </a:solidFill>
                <a:latin typeface="Quattrocento"/>
                <a:ea typeface="Quattrocento"/>
                <a:cs typeface="Quattrocento"/>
                <a:sym typeface="Quattrocento"/>
              </a:rPr>
              <a:t>Ejemplo</a:t>
            </a:r>
            <a:endParaRPr sz="1750">
              <a:solidFill>
                <a:schemeClr val="lt1"/>
              </a:solidFill>
              <a:latin typeface="Century Gothic"/>
              <a:ea typeface="Century Gothic"/>
              <a:cs typeface="Century Gothic"/>
              <a:sym typeface="Century Gothic"/>
            </a:endParaRPr>
          </a:p>
        </p:txBody>
      </p:sp>
      <p:sp>
        <p:nvSpPr>
          <p:cNvPr id="268" name="Google Shape;268;p7"/>
          <p:cNvSpPr/>
          <p:nvPr/>
        </p:nvSpPr>
        <p:spPr>
          <a:xfrm>
            <a:off x="800576" y="3379232"/>
            <a:ext cx="13027800" cy="649500"/>
          </a:xfrm>
          <a:prstGeom prst="rect">
            <a:avLst/>
          </a:prstGeom>
          <a:solidFill>
            <a:srgbClr val="000000">
              <a:alpha val="3921"/>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69" name="Google Shape;269;p7"/>
          <p:cNvSpPr/>
          <p:nvPr/>
        </p:nvSpPr>
        <p:spPr>
          <a:xfrm>
            <a:off x="1028462" y="3522702"/>
            <a:ext cx="3885248" cy="362426"/>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F9EEE7"/>
              </a:buClr>
              <a:buSzPts val="1750"/>
              <a:buFont typeface="Quattrocento"/>
              <a:buNone/>
            </a:pPr>
            <a:r>
              <a:rPr lang="en-US" sz="1750">
                <a:solidFill>
                  <a:srgbClr val="F9EEE7"/>
                </a:solidFill>
                <a:latin typeface="Quattrocento"/>
                <a:ea typeface="Quattrocento"/>
                <a:cs typeface="Quattrocento"/>
                <a:sym typeface="Quattrocento"/>
              </a:rPr>
              <a:t>Identidad</a:t>
            </a:r>
            <a:endParaRPr sz="1750">
              <a:solidFill>
                <a:schemeClr val="lt1"/>
              </a:solidFill>
              <a:latin typeface="Century Gothic"/>
              <a:ea typeface="Century Gothic"/>
              <a:cs typeface="Century Gothic"/>
              <a:sym typeface="Century Gothic"/>
            </a:endParaRPr>
          </a:p>
        </p:txBody>
      </p:sp>
      <p:sp>
        <p:nvSpPr>
          <p:cNvPr id="270" name="Google Shape;270;p7"/>
          <p:cNvSpPr/>
          <p:nvPr/>
        </p:nvSpPr>
        <p:spPr>
          <a:xfrm>
            <a:off x="5374481" y="3522702"/>
            <a:ext cx="3881438" cy="362426"/>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F9EEE7"/>
              </a:buClr>
              <a:buSzPts val="1750"/>
              <a:buFont typeface="Quattrocento"/>
              <a:buNone/>
            </a:pPr>
            <a:r>
              <a:rPr lang="en-US" sz="1750">
                <a:solidFill>
                  <a:srgbClr val="F9EEE7"/>
                </a:solidFill>
                <a:latin typeface="Quattrocento"/>
                <a:ea typeface="Quattrocento"/>
                <a:cs typeface="Quattrocento"/>
                <a:sym typeface="Quattrocento"/>
              </a:rPr>
              <a:t>A ∨ 0 = A, A ∧ 1 = A</a:t>
            </a:r>
            <a:endParaRPr sz="1750">
              <a:solidFill>
                <a:schemeClr val="lt1"/>
              </a:solidFill>
              <a:latin typeface="Century Gothic"/>
              <a:ea typeface="Century Gothic"/>
              <a:cs typeface="Century Gothic"/>
              <a:sym typeface="Century Gothic"/>
            </a:endParaRPr>
          </a:p>
        </p:txBody>
      </p:sp>
      <p:sp>
        <p:nvSpPr>
          <p:cNvPr id="271" name="Google Shape;271;p7"/>
          <p:cNvSpPr/>
          <p:nvPr/>
        </p:nvSpPr>
        <p:spPr>
          <a:xfrm>
            <a:off x="9716691" y="3522702"/>
            <a:ext cx="3885248" cy="362426"/>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F9EEE7"/>
              </a:buClr>
              <a:buSzPts val="1750"/>
              <a:buFont typeface="Quattrocento"/>
              <a:buNone/>
            </a:pPr>
            <a:r>
              <a:rPr lang="en-US" sz="1750">
                <a:solidFill>
                  <a:srgbClr val="F9EEE7"/>
                </a:solidFill>
                <a:latin typeface="Quattrocento"/>
                <a:ea typeface="Quattrocento"/>
                <a:cs typeface="Quattrocento"/>
                <a:sym typeface="Quattrocento"/>
              </a:rPr>
              <a:t>x ∨ 0 = x</a:t>
            </a:r>
            <a:endParaRPr sz="1750">
              <a:solidFill>
                <a:schemeClr val="lt1"/>
              </a:solidFill>
              <a:latin typeface="Century Gothic"/>
              <a:ea typeface="Century Gothic"/>
              <a:cs typeface="Century Gothic"/>
              <a:sym typeface="Century Gothic"/>
            </a:endParaRPr>
          </a:p>
        </p:txBody>
      </p:sp>
      <p:sp>
        <p:nvSpPr>
          <p:cNvPr id="272" name="Google Shape;272;p7"/>
          <p:cNvSpPr/>
          <p:nvPr/>
        </p:nvSpPr>
        <p:spPr>
          <a:xfrm>
            <a:off x="800576" y="4028599"/>
            <a:ext cx="13027938" cy="649367"/>
          </a:xfrm>
          <a:prstGeom prst="rect">
            <a:avLst/>
          </a:prstGeom>
          <a:solidFill>
            <a:srgbClr val="FFFFFF">
              <a:alpha val="3921"/>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73" name="Google Shape;273;p7"/>
          <p:cNvSpPr/>
          <p:nvPr/>
        </p:nvSpPr>
        <p:spPr>
          <a:xfrm>
            <a:off x="1028462" y="4172069"/>
            <a:ext cx="3885248" cy="362426"/>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F9EEE7"/>
              </a:buClr>
              <a:buSzPts val="1750"/>
              <a:buFont typeface="Quattrocento"/>
              <a:buNone/>
            </a:pPr>
            <a:r>
              <a:rPr lang="en-US" sz="1750">
                <a:solidFill>
                  <a:srgbClr val="F9EEE7"/>
                </a:solidFill>
                <a:latin typeface="Quattrocento"/>
                <a:ea typeface="Quattrocento"/>
                <a:cs typeface="Quattrocento"/>
                <a:sym typeface="Quattrocento"/>
              </a:rPr>
              <a:t>Anulabilidad</a:t>
            </a:r>
            <a:endParaRPr sz="1750">
              <a:solidFill>
                <a:schemeClr val="lt1"/>
              </a:solidFill>
              <a:latin typeface="Century Gothic"/>
              <a:ea typeface="Century Gothic"/>
              <a:cs typeface="Century Gothic"/>
              <a:sym typeface="Century Gothic"/>
            </a:endParaRPr>
          </a:p>
        </p:txBody>
      </p:sp>
      <p:sp>
        <p:nvSpPr>
          <p:cNvPr id="274" name="Google Shape;274;p7"/>
          <p:cNvSpPr/>
          <p:nvPr/>
        </p:nvSpPr>
        <p:spPr>
          <a:xfrm>
            <a:off x="5374481" y="4172069"/>
            <a:ext cx="3881438" cy="362426"/>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F9EEE7"/>
              </a:buClr>
              <a:buSzPts val="1750"/>
              <a:buFont typeface="Quattrocento"/>
              <a:buNone/>
            </a:pPr>
            <a:r>
              <a:rPr lang="en-US" sz="1750">
                <a:solidFill>
                  <a:srgbClr val="F9EEE7"/>
                </a:solidFill>
                <a:latin typeface="Quattrocento"/>
                <a:ea typeface="Quattrocento"/>
                <a:cs typeface="Quattrocento"/>
                <a:sym typeface="Quattrocento"/>
              </a:rPr>
              <a:t>A ∨ 1 = 1, A ∧ 0 = 0</a:t>
            </a:r>
            <a:endParaRPr sz="1750">
              <a:solidFill>
                <a:schemeClr val="lt1"/>
              </a:solidFill>
              <a:latin typeface="Century Gothic"/>
              <a:ea typeface="Century Gothic"/>
              <a:cs typeface="Century Gothic"/>
              <a:sym typeface="Century Gothic"/>
            </a:endParaRPr>
          </a:p>
        </p:txBody>
      </p:sp>
      <p:sp>
        <p:nvSpPr>
          <p:cNvPr id="275" name="Google Shape;275;p7"/>
          <p:cNvSpPr/>
          <p:nvPr/>
        </p:nvSpPr>
        <p:spPr>
          <a:xfrm>
            <a:off x="9716691" y="4172069"/>
            <a:ext cx="3885248" cy="362426"/>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F9EEE7"/>
              </a:buClr>
              <a:buSzPts val="1750"/>
              <a:buFont typeface="Quattrocento"/>
              <a:buNone/>
            </a:pPr>
            <a:r>
              <a:rPr lang="en-US" sz="1750">
                <a:solidFill>
                  <a:srgbClr val="F9EEE7"/>
                </a:solidFill>
                <a:latin typeface="Quattrocento"/>
                <a:ea typeface="Quattrocento"/>
                <a:cs typeface="Quattrocento"/>
                <a:sym typeface="Quattrocento"/>
              </a:rPr>
              <a:t>x ∧ 0 = 0</a:t>
            </a:r>
            <a:endParaRPr sz="1750">
              <a:solidFill>
                <a:schemeClr val="lt1"/>
              </a:solidFill>
              <a:latin typeface="Century Gothic"/>
              <a:ea typeface="Century Gothic"/>
              <a:cs typeface="Century Gothic"/>
              <a:sym typeface="Century Gothic"/>
            </a:endParaRPr>
          </a:p>
        </p:txBody>
      </p:sp>
      <p:sp>
        <p:nvSpPr>
          <p:cNvPr id="276" name="Google Shape;276;p7"/>
          <p:cNvSpPr/>
          <p:nvPr/>
        </p:nvSpPr>
        <p:spPr>
          <a:xfrm>
            <a:off x="800576" y="4677966"/>
            <a:ext cx="13027938" cy="649367"/>
          </a:xfrm>
          <a:prstGeom prst="rect">
            <a:avLst/>
          </a:prstGeom>
          <a:solidFill>
            <a:srgbClr val="000000">
              <a:alpha val="3921"/>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77" name="Google Shape;277;p7"/>
          <p:cNvSpPr/>
          <p:nvPr/>
        </p:nvSpPr>
        <p:spPr>
          <a:xfrm>
            <a:off x="1028462" y="4821436"/>
            <a:ext cx="3885248" cy="362426"/>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F9EEE7"/>
              </a:buClr>
              <a:buSzPts val="1750"/>
              <a:buFont typeface="Quattrocento"/>
              <a:buNone/>
            </a:pPr>
            <a:r>
              <a:rPr lang="en-US" sz="1750">
                <a:solidFill>
                  <a:srgbClr val="F9EEE7"/>
                </a:solidFill>
                <a:latin typeface="Quattrocento"/>
                <a:ea typeface="Quattrocento"/>
                <a:cs typeface="Quattrocento"/>
                <a:sym typeface="Quattrocento"/>
              </a:rPr>
              <a:t>Idempotencia</a:t>
            </a:r>
            <a:endParaRPr sz="1750">
              <a:solidFill>
                <a:schemeClr val="lt1"/>
              </a:solidFill>
              <a:latin typeface="Century Gothic"/>
              <a:ea typeface="Century Gothic"/>
              <a:cs typeface="Century Gothic"/>
              <a:sym typeface="Century Gothic"/>
            </a:endParaRPr>
          </a:p>
        </p:txBody>
      </p:sp>
      <p:sp>
        <p:nvSpPr>
          <p:cNvPr id="278" name="Google Shape;278;p7"/>
          <p:cNvSpPr/>
          <p:nvPr/>
        </p:nvSpPr>
        <p:spPr>
          <a:xfrm>
            <a:off x="5374481" y="4821436"/>
            <a:ext cx="3881438" cy="362426"/>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F9EEE7"/>
              </a:buClr>
              <a:buSzPts val="1750"/>
              <a:buFont typeface="Quattrocento"/>
              <a:buNone/>
            </a:pPr>
            <a:r>
              <a:rPr lang="en-US" sz="1750">
                <a:solidFill>
                  <a:srgbClr val="F9EEE7"/>
                </a:solidFill>
                <a:latin typeface="Quattrocento"/>
                <a:ea typeface="Quattrocento"/>
                <a:cs typeface="Quattrocento"/>
                <a:sym typeface="Quattrocento"/>
              </a:rPr>
              <a:t>A ∨ A = A, A ∧ A = A</a:t>
            </a:r>
            <a:endParaRPr sz="1750">
              <a:solidFill>
                <a:schemeClr val="lt1"/>
              </a:solidFill>
              <a:latin typeface="Century Gothic"/>
              <a:ea typeface="Century Gothic"/>
              <a:cs typeface="Century Gothic"/>
              <a:sym typeface="Century Gothic"/>
            </a:endParaRPr>
          </a:p>
        </p:txBody>
      </p:sp>
      <p:sp>
        <p:nvSpPr>
          <p:cNvPr id="279" name="Google Shape;279;p7"/>
          <p:cNvSpPr/>
          <p:nvPr/>
        </p:nvSpPr>
        <p:spPr>
          <a:xfrm>
            <a:off x="9716691" y="4821436"/>
            <a:ext cx="3885248" cy="362426"/>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F9EEE7"/>
              </a:buClr>
              <a:buSzPts val="1750"/>
              <a:buFont typeface="Quattrocento"/>
              <a:buNone/>
            </a:pPr>
            <a:r>
              <a:rPr lang="en-US" sz="1750">
                <a:solidFill>
                  <a:srgbClr val="F9EEE7"/>
                </a:solidFill>
                <a:latin typeface="Quattrocento"/>
                <a:ea typeface="Quattrocento"/>
                <a:cs typeface="Quattrocento"/>
                <a:sym typeface="Quattrocento"/>
              </a:rPr>
              <a:t>x ∨ x = x</a:t>
            </a:r>
            <a:endParaRPr sz="1750">
              <a:solidFill>
                <a:schemeClr val="lt1"/>
              </a:solidFill>
              <a:latin typeface="Century Gothic"/>
              <a:ea typeface="Century Gothic"/>
              <a:cs typeface="Century Gothic"/>
              <a:sym typeface="Century Gothic"/>
            </a:endParaRPr>
          </a:p>
        </p:txBody>
      </p:sp>
      <p:sp>
        <p:nvSpPr>
          <p:cNvPr id="280" name="Google Shape;280;p7"/>
          <p:cNvSpPr/>
          <p:nvPr/>
        </p:nvSpPr>
        <p:spPr>
          <a:xfrm>
            <a:off x="800576" y="5327332"/>
            <a:ext cx="13027938" cy="649367"/>
          </a:xfrm>
          <a:prstGeom prst="rect">
            <a:avLst/>
          </a:prstGeom>
          <a:solidFill>
            <a:srgbClr val="FFFFFF">
              <a:alpha val="3921"/>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81" name="Google Shape;281;p7"/>
          <p:cNvSpPr/>
          <p:nvPr/>
        </p:nvSpPr>
        <p:spPr>
          <a:xfrm>
            <a:off x="1028462" y="5470803"/>
            <a:ext cx="3885248" cy="362426"/>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F9EEE7"/>
              </a:buClr>
              <a:buSzPts val="1750"/>
              <a:buFont typeface="Quattrocento"/>
              <a:buNone/>
            </a:pPr>
            <a:r>
              <a:rPr lang="en-US" sz="1750">
                <a:solidFill>
                  <a:srgbClr val="F9EEE7"/>
                </a:solidFill>
                <a:latin typeface="Quattrocento"/>
                <a:ea typeface="Quattrocento"/>
                <a:cs typeface="Quattrocento"/>
                <a:sym typeface="Quattrocento"/>
              </a:rPr>
              <a:t>Complemento</a:t>
            </a:r>
            <a:endParaRPr sz="1750">
              <a:solidFill>
                <a:schemeClr val="lt1"/>
              </a:solidFill>
              <a:latin typeface="Century Gothic"/>
              <a:ea typeface="Century Gothic"/>
              <a:cs typeface="Century Gothic"/>
              <a:sym typeface="Century Gothic"/>
            </a:endParaRPr>
          </a:p>
        </p:txBody>
      </p:sp>
      <p:sp>
        <p:nvSpPr>
          <p:cNvPr id="282" name="Google Shape;282;p7"/>
          <p:cNvSpPr/>
          <p:nvPr/>
        </p:nvSpPr>
        <p:spPr>
          <a:xfrm>
            <a:off x="5374481" y="5470803"/>
            <a:ext cx="3881438" cy="362426"/>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F9EEE7"/>
              </a:buClr>
              <a:buSzPts val="1750"/>
              <a:buFont typeface="Quattrocento"/>
              <a:buNone/>
            </a:pPr>
            <a:r>
              <a:rPr lang="en-US" sz="1750">
                <a:solidFill>
                  <a:srgbClr val="F9EEE7"/>
                </a:solidFill>
                <a:latin typeface="Quattrocento"/>
                <a:ea typeface="Quattrocento"/>
                <a:cs typeface="Quattrocento"/>
                <a:sym typeface="Quattrocento"/>
              </a:rPr>
              <a:t>A ∨ A' = 1, A ∧ A' = 0</a:t>
            </a:r>
            <a:endParaRPr sz="1750">
              <a:solidFill>
                <a:schemeClr val="lt1"/>
              </a:solidFill>
              <a:latin typeface="Century Gothic"/>
              <a:ea typeface="Century Gothic"/>
              <a:cs typeface="Century Gothic"/>
              <a:sym typeface="Century Gothic"/>
            </a:endParaRPr>
          </a:p>
        </p:txBody>
      </p:sp>
      <p:sp>
        <p:nvSpPr>
          <p:cNvPr id="283" name="Google Shape;283;p7"/>
          <p:cNvSpPr/>
          <p:nvPr/>
        </p:nvSpPr>
        <p:spPr>
          <a:xfrm>
            <a:off x="9716691" y="5470803"/>
            <a:ext cx="3885248" cy="362426"/>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F9EEE7"/>
              </a:buClr>
              <a:buSzPts val="1750"/>
              <a:buFont typeface="Quattrocento"/>
              <a:buNone/>
            </a:pPr>
            <a:r>
              <a:rPr lang="en-US" sz="1750">
                <a:solidFill>
                  <a:srgbClr val="F9EEE7"/>
                </a:solidFill>
                <a:latin typeface="Quattrocento"/>
                <a:ea typeface="Quattrocento"/>
                <a:cs typeface="Quattrocento"/>
                <a:sym typeface="Quattrocento"/>
              </a:rPr>
              <a:t>x ∧ x' = 0</a:t>
            </a:r>
            <a:endParaRPr sz="1750">
              <a:solidFill>
                <a:schemeClr val="lt1"/>
              </a:solidFill>
              <a:latin typeface="Century Gothic"/>
              <a:ea typeface="Century Gothic"/>
              <a:cs typeface="Century Gothic"/>
              <a:sym typeface="Century Gothic"/>
            </a:endParaRPr>
          </a:p>
        </p:txBody>
      </p:sp>
      <p:sp>
        <p:nvSpPr>
          <p:cNvPr id="284" name="Google Shape;284;p7"/>
          <p:cNvSpPr/>
          <p:nvPr/>
        </p:nvSpPr>
        <p:spPr>
          <a:xfrm>
            <a:off x="800576" y="5976699"/>
            <a:ext cx="13027938" cy="649367"/>
          </a:xfrm>
          <a:prstGeom prst="rect">
            <a:avLst/>
          </a:prstGeom>
          <a:solidFill>
            <a:srgbClr val="000000">
              <a:alpha val="3921"/>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85" name="Google Shape;285;p7"/>
          <p:cNvSpPr/>
          <p:nvPr/>
        </p:nvSpPr>
        <p:spPr>
          <a:xfrm>
            <a:off x="1028462" y="6120170"/>
            <a:ext cx="3885248" cy="362426"/>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F9EEE7"/>
              </a:buClr>
              <a:buSzPts val="1750"/>
              <a:buFont typeface="Quattrocento"/>
              <a:buNone/>
            </a:pPr>
            <a:r>
              <a:rPr lang="en-US" sz="1750">
                <a:solidFill>
                  <a:srgbClr val="F9EEE7"/>
                </a:solidFill>
                <a:latin typeface="Quattrocento"/>
                <a:ea typeface="Quattrocento"/>
                <a:cs typeface="Quattrocento"/>
                <a:sym typeface="Quattrocento"/>
              </a:rPr>
              <a:t>Distributividad</a:t>
            </a:r>
            <a:endParaRPr sz="1750">
              <a:solidFill>
                <a:schemeClr val="lt1"/>
              </a:solidFill>
              <a:latin typeface="Century Gothic"/>
              <a:ea typeface="Century Gothic"/>
              <a:cs typeface="Century Gothic"/>
              <a:sym typeface="Century Gothic"/>
            </a:endParaRPr>
          </a:p>
        </p:txBody>
      </p:sp>
      <p:sp>
        <p:nvSpPr>
          <p:cNvPr id="286" name="Google Shape;286;p7"/>
          <p:cNvSpPr/>
          <p:nvPr/>
        </p:nvSpPr>
        <p:spPr>
          <a:xfrm>
            <a:off x="5374481" y="6120170"/>
            <a:ext cx="3881438" cy="362426"/>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F9EEE7"/>
              </a:buClr>
              <a:buSzPts val="1750"/>
              <a:buFont typeface="Quattrocento"/>
              <a:buNone/>
            </a:pPr>
            <a:r>
              <a:rPr lang="en-US" sz="1750">
                <a:solidFill>
                  <a:srgbClr val="F9EEE7"/>
                </a:solidFill>
                <a:latin typeface="Quattrocento"/>
                <a:ea typeface="Quattrocento"/>
                <a:cs typeface="Quattrocento"/>
                <a:sym typeface="Quattrocento"/>
              </a:rPr>
              <a:t>A ∧ (B ∨ C) = (A ∧ B) ∨ (A ∧ C)</a:t>
            </a:r>
            <a:endParaRPr sz="1750">
              <a:solidFill>
                <a:schemeClr val="lt1"/>
              </a:solidFill>
              <a:latin typeface="Century Gothic"/>
              <a:ea typeface="Century Gothic"/>
              <a:cs typeface="Century Gothic"/>
              <a:sym typeface="Century Gothic"/>
            </a:endParaRPr>
          </a:p>
        </p:txBody>
      </p:sp>
      <p:sp>
        <p:nvSpPr>
          <p:cNvPr id="287" name="Google Shape;287;p7"/>
          <p:cNvSpPr/>
          <p:nvPr/>
        </p:nvSpPr>
        <p:spPr>
          <a:xfrm>
            <a:off x="9716691" y="6120170"/>
            <a:ext cx="3885248" cy="362426"/>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F9EEE7"/>
              </a:buClr>
              <a:buSzPts val="1750"/>
              <a:buFont typeface="Quattrocento"/>
              <a:buNone/>
            </a:pPr>
            <a:r>
              <a:rPr lang="en-US" sz="1750">
                <a:solidFill>
                  <a:srgbClr val="F9EEE7"/>
                </a:solidFill>
                <a:latin typeface="Quattrocento"/>
                <a:ea typeface="Quattrocento"/>
                <a:cs typeface="Quattrocento"/>
                <a:sym typeface="Quattrocento"/>
              </a:rPr>
              <a:t>x ∧ (y ∨ z) = (x ∧ y) ∨ (x ∧ z)</a:t>
            </a:r>
            <a:endParaRPr sz="1750">
              <a:solidFill>
                <a:schemeClr val="lt1"/>
              </a:solidFill>
              <a:latin typeface="Century Gothic"/>
              <a:ea typeface="Century Gothic"/>
              <a:cs typeface="Century Gothic"/>
              <a:sym typeface="Century Gothic"/>
            </a:endParaRPr>
          </a:p>
        </p:txBody>
      </p:sp>
      <p:sp>
        <p:nvSpPr>
          <p:cNvPr id="288" name="Google Shape;288;p7"/>
          <p:cNvSpPr/>
          <p:nvPr/>
        </p:nvSpPr>
        <p:spPr>
          <a:xfrm>
            <a:off x="792956" y="6888480"/>
            <a:ext cx="13044488" cy="72485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F9EEE7"/>
              </a:buClr>
              <a:buSzPts val="1750"/>
              <a:buFont typeface="Quattrocento"/>
              <a:buNone/>
            </a:pPr>
            <a:r>
              <a:rPr lang="en-US" sz="1750">
                <a:solidFill>
                  <a:srgbClr val="F9EEE7"/>
                </a:solidFill>
                <a:latin typeface="Quattrocento"/>
                <a:ea typeface="Quattrocento"/>
                <a:cs typeface="Quattrocento"/>
                <a:sym typeface="Quattrocento"/>
              </a:rPr>
              <a:t>Estos postulados son la base para simplificar expresiones booleanas complejas y diseñar circuitos lógicos más eficientes. Su aplicación permite reducir el número de componentes necesarios en un circuito y optimizar su rendimiento.</a:t>
            </a:r>
            <a:endParaRPr sz="1750">
              <a:solidFill>
                <a:schemeClr val="lt1"/>
              </a:solidFill>
              <a:latin typeface="Century Gothic"/>
              <a:ea typeface="Century Gothic"/>
              <a:cs typeface="Century Gothic"/>
              <a:sym typeface="Century Gothic"/>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8"/>
          <p:cNvSpPr/>
          <p:nvPr/>
        </p:nvSpPr>
        <p:spPr>
          <a:xfrm>
            <a:off x="837724" y="672465"/>
            <a:ext cx="8201382" cy="70401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D9BE"/>
              </a:buClr>
              <a:buSzPts val="4400"/>
              <a:buFont typeface="Quattrocento"/>
              <a:buNone/>
            </a:pPr>
            <a:r>
              <a:rPr lang="en-US" sz="4400">
                <a:solidFill>
                  <a:srgbClr val="FFD9BE"/>
                </a:solidFill>
                <a:latin typeface="Quattrocento"/>
                <a:ea typeface="Quattrocento"/>
                <a:cs typeface="Quattrocento"/>
                <a:sym typeface="Quattrocento"/>
              </a:rPr>
              <a:t>Aplicación en Circuitos Digitales</a:t>
            </a:r>
            <a:endParaRPr sz="4400">
              <a:solidFill>
                <a:schemeClr val="lt1"/>
              </a:solidFill>
              <a:latin typeface="Century Gothic"/>
              <a:ea typeface="Century Gothic"/>
              <a:cs typeface="Century Gothic"/>
              <a:sym typeface="Century Gothic"/>
            </a:endParaRPr>
          </a:p>
        </p:txBody>
      </p:sp>
      <p:sp>
        <p:nvSpPr>
          <p:cNvPr id="295" name="Google Shape;295;p8"/>
          <p:cNvSpPr/>
          <p:nvPr/>
        </p:nvSpPr>
        <p:spPr>
          <a:xfrm>
            <a:off x="837724" y="1855232"/>
            <a:ext cx="12954952"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F9EEE7"/>
              </a:buClr>
              <a:buSzPts val="1850"/>
              <a:buFont typeface="Quattrocento"/>
              <a:buNone/>
            </a:pPr>
            <a:r>
              <a:rPr lang="en-US" sz="1850">
                <a:solidFill>
                  <a:srgbClr val="F9EEE7"/>
                </a:solidFill>
                <a:latin typeface="Quattrocento"/>
                <a:ea typeface="Quattrocento"/>
                <a:cs typeface="Quattrocento"/>
                <a:sym typeface="Quattrocento"/>
              </a:rPr>
              <a:t>El álgebra booleana tiene una aplicación directa en el diseño y análisis de circuitos digitales. Los ingenieros utilizan estos principios para crear sistemas complejos a partir de componentes lógicos básicos.</a:t>
            </a:r>
            <a:endParaRPr sz="1850">
              <a:solidFill>
                <a:schemeClr val="lt1"/>
              </a:solidFill>
              <a:latin typeface="Century Gothic"/>
              <a:ea typeface="Century Gothic"/>
              <a:cs typeface="Century Gothic"/>
              <a:sym typeface="Century Gothic"/>
            </a:endParaRPr>
          </a:p>
        </p:txBody>
      </p:sp>
      <p:pic>
        <p:nvPicPr>
          <p:cNvPr descr="preencoded.png" id="296" name="Google Shape;296;p8"/>
          <p:cNvPicPr preferRelativeResize="0"/>
          <p:nvPr/>
        </p:nvPicPr>
        <p:blipFill rotWithShape="1">
          <a:blip r:embed="rId3">
            <a:alphaModFix/>
          </a:blip>
          <a:srcRect b="0" l="0" r="0" t="0"/>
          <a:stretch/>
        </p:blipFill>
        <p:spPr>
          <a:xfrm>
            <a:off x="837724" y="2890480"/>
            <a:ext cx="598408" cy="598408"/>
          </a:xfrm>
          <a:prstGeom prst="rect">
            <a:avLst/>
          </a:prstGeom>
          <a:noFill/>
          <a:ln>
            <a:noFill/>
          </a:ln>
        </p:spPr>
      </p:pic>
      <p:sp>
        <p:nvSpPr>
          <p:cNvPr id="297" name="Google Shape;297;p8"/>
          <p:cNvSpPr/>
          <p:nvPr/>
        </p:nvSpPr>
        <p:spPr>
          <a:xfrm>
            <a:off x="837724" y="3728204"/>
            <a:ext cx="2969419" cy="70389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9EEE7"/>
              </a:buClr>
              <a:buSzPts val="2200"/>
              <a:buFont typeface="Quattrocento"/>
              <a:buNone/>
            </a:pPr>
            <a:r>
              <a:rPr lang="en-US" sz="2200">
                <a:solidFill>
                  <a:srgbClr val="F9EEE7"/>
                </a:solidFill>
                <a:latin typeface="Quattrocento"/>
                <a:ea typeface="Quattrocento"/>
                <a:cs typeface="Quattrocento"/>
                <a:sym typeface="Quattrocento"/>
              </a:rPr>
              <a:t>Diseño de Microprocesadores</a:t>
            </a:r>
            <a:endParaRPr sz="2200">
              <a:solidFill>
                <a:schemeClr val="lt1"/>
              </a:solidFill>
              <a:latin typeface="Century Gothic"/>
              <a:ea typeface="Century Gothic"/>
              <a:cs typeface="Century Gothic"/>
              <a:sym typeface="Century Gothic"/>
            </a:endParaRPr>
          </a:p>
        </p:txBody>
      </p:sp>
      <p:sp>
        <p:nvSpPr>
          <p:cNvPr id="298" name="Google Shape;298;p8"/>
          <p:cNvSpPr/>
          <p:nvPr/>
        </p:nvSpPr>
        <p:spPr>
          <a:xfrm>
            <a:off x="837724" y="4575691"/>
            <a:ext cx="2969419" cy="191512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F9EEE7"/>
              </a:buClr>
              <a:buSzPts val="1850"/>
              <a:buFont typeface="Quattrocento"/>
              <a:buNone/>
            </a:pPr>
            <a:r>
              <a:rPr lang="en-US" sz="1850">
                <a:solidFill>
                  <a:srgbClr val="F9EEE7"/>
                </a:solidFill>
                <a:latin typeface="Quattrocento"/>
                <a:ea typeface="Quattrocento"/>
                <a:cs typeface="Quattrocento"/>
                <a:sym typeface="Quattrocento"/>
              </a:rPr>
              <a:t>Las funciones booleanas se utilizan para diseñar unidades aritméticas y lógicas (ALU) en microprocesadores.</a:t>
            </a:r>
            <a:endParaRPr sz="1850">
              <a:solidFill>
                <a:schemeClr val="lt1"/>
              </a:solidFill>
              <a:latin typeface="Century Gothic"/>
              <a:ea typeface="Century Gothic"/>
              <a:cs typeface="Century Gothic"/>
              <a:sym typeface="Century Gothic"/>
            </a:endParaRPr>
          </a:p>
        </p:txBody>
      </p:sp>
      <p:pic>
        <p:nvPicPr>
          <p:cNvPr descr="preencoded.png" id="299" name="Google Shape;299;p8"/>
          <p:cNvPicPr preferRelativeResize="0"/>
          <p:nvPr/>
        </p:nvPicPr>
        <p:blipFill rotWithShape="1">
          <a:blip r:embed="rId4">
            <a:alphaModFix/>
          </a:blip>
          <a:srcRect b="0" l="0" r="0" t="0"/>
          <a:stretch/>
        </p:blipFill>
        <p:spPr>
          <a:xfrm>
            <a:off x="4166116" y="2890480"/>
            <a:ext cx="598408" cy="598408"/>
          </a:xfrm>
          <a:prstGeom prst="rect">
            <a:avLst/>
          </a:prstGeom>
          <a:noFill/>
          <a:ln>
            <a:noFill/>
          </a:ln>
        </p:spPr>
      </p:pic>
      <p:sp>
        <p:nvSpPr>
          <p:cNvPr id="300" name="Google Shape;300;p8"/>
          <p:cNvSpPr/>
          <p:nvPr/>
        </p:nvSpPr>
        <p:spPr>
          <a:xfrm>
            <a:off x="4166116" y="3728204"/>
            <a:ext cx="2816185"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9EEE7"/>
              </a:buClr>
              <a:buSzPts val="2200"/>
              <a:buFont typeface="Quattrocento"/>
              <a:buNone/>
            </a:pPr>
            <a:r>
              <a:rPr lang="en-US" sz="2200">
                <a:solidFill>
                  <a:srgbClr val="F9EEE7"/>
                </a:solidFill>
                <a:latin typeface="Quattrocento"/>
                <a:ea typeface="Quattrocento"/>
                <a:cs typeface="Quattrocento"/>
                <a:sym typeface="Quattrocento"/>
              </a:rPr>
              <a:t>Circuitos de Memoria</a:t>
            </a:r>
            <a:endParaRPr sz="2200">
              <a:solidFill>
                <a:schemeClr val="lt1"/>
              </a:solidFill>
              <a:latin typeface="Century Gothic"/>
              <a:ea typeface="Century Gothic"/>
              <a:cs typeface="Century Gothic"/>
              <a:sym typeface="Century Gothic"/>
            </a:endParaRPr>
          </a:p>
        </p:txBody>
      </p:sp>
      <p:sp>
        <p:nvSpPr>
          <p:cNvPr id="301" name="Google Shape;301;p8"/>
          <p:cNvSpPr/>
          <p:nvPr/>
        </p:nvSpPr>
        <p:spPr>
          <a:xfrm>
            <a:off x="4166116" y="4223742"/>
            <a:ext cx="2969538" cy="1532096"/>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F9EEE7"/>
              </a:buClr>
              <a:buSzPts val="1850"/>
              <a:buFont typeface="Quattrocento"/>
              <a:buNone/>
            </a:pPr>
            <a:r>
              <a:rPr lang="en-US" sz="1850">
                <a:solidFill>
                  <a:srgbClr val="F9EEE7"/>
                </a:solidFill>
                <a:latin typeface="Quattrocento"/>
                <a:ea typeface="Quattrocento"/>
                <a:cs typeface="Quattrocento"/>
                <a:sym typeface="Quattrocento"/>
              </a:rPr>
              <a:t>El álgebra booleana es fundamental en el diseño de circuitos de memoria RAM y ROM.</a:t>
            </a:r>
            <a:endParaRPr sz="1850">
              <a:solidFill>
                <a:schemeClr val="lt1"/>
              </a:solidFill>
              <a:latin typeface="Century Gothic"/>
              <a:ea typeface="Century Gothic"/>
              <a:cs typeface="Century Gothic"/>
              <a:sym typeface="Century Gothic"/>
            </a:endParaRPr>
          </a:p>
        </p:txBody>
      </p:sp>
      <p:pic>
        <p:nvPicPr>
          <p:cNvPr descr="preencoded.png" id="302" name="Google Shape;302;p8"/>
          <p:cNvPicPr preferRelativeResize="0"/>
          <p:nvPr/>
        </p:nvPicPr>
        <p:blipFill rotWithShape="1">
          <a:blip r:embed="rId5">
            <a:alphaModFix/>
          </a:blip>
          <a:srcRect b="0" l="0" r="0" t="0"/>
          <a:stretch/>
        </p:blipFill>
        <p:spPr>
          <a:xfrm>
            <a:off x="7494627" y="2890480"/>
            <a:ext cx="598408" cy="598408"/>
          </a:xfrm>
          <a:prstGeom prst="rect">
            <a:avLst/>
          </a:prstGeom>
          <a:noFill/>
          <a:ln>
            <a:noFill/>
          </a:ln>
        </p:spPr>
      </p:pic>
      <p:sp>
        <p:nvSpPr>
          <p:cNvPr id="303" name="Google Shape;303;p8"/>
          <p:cNvSpPr/>
          <p:nvPr/>
        </p:nvSpPr>
        <p:spPr>
          <a:xfrm>
            <a:off x="7494627" y="3728204"/>
            <a:ext cx="2969538" cy="70389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9EEE7"/>
              </a:buClr>
              <a:buSzPts val="2200"/>
              <a:buFont typeface="Quattrocento"/>
              <a:buNone/>
            </a:pPr>
            <a:r>
              <a:rPr lang="en-US" sz="2200">
                <a:solidFill>
                  <a:srgbClr val="F9EEE7"/>
                </a:solidFill>
                <a:latin typeface="Quattrocento"/>
                <a:ea typeface="Quattrocento"/>
                <a:cs typeface="Quattrocento"/>
                <a:sym typeface="Quattrocento"/>
              </a:rPr>
              <a:t>Redes de Comunicación</a:t>
            </a:r>
            <a:endParaRPr sz="2200">
              <a:solidFill>
                <a:schemeClr val="lt1"/>
              </a:solidFill>
              <a:latin typeface="Century Gothic"/>
              <a:ea typeface="Century Gothic"/>
              <a:cs typeface="Century Gothic"/>
              <a:sym typeface="Century Gothic"/>
            </a:endParaRPr>
          </a:p>
        </p:txBody>
      </p:sp>
      <p:sp>
        <p:nvSpPr>
          <p:cNvPr id="304" name="Google Shape;304;p8"/>
          <p:cNvSpPr/>
          <p:nvPr/>
        </p:nvSpPr>
        <p:spPr>
          <a:xfrm>
            <a:off x="7494627" y="4575691"/>
            <a:ext cx="2969538" cy="191512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F9EEE7"/>
              </a:buClr>
              <a:buSzPts val="1850"/>
              <a:buFont typeface="Quattrocento"/>
              <a:buNone/>
            </a:pPr>
            <a:r>
              <a:rPr lang="en-US" sz="1850">
                <a:solidFill>
                  <a:srgbClr val="F9EEE7"/>
                </a:solidFill>
                <a:latin typeface="Quattrocento"/>
                <a:ea typeface="Quattrocento"/>
                <a:cs typeface="Quattrocento"/>
                <a:sym typeface="Quattrocento"/>
              </a:rPr>
              <a:t>Los protocolos de comunicación digital utilizan lógica booleana para codificar y decodificar señales.</a:t>
            </a:r>
            <a:endParaRPr sz="1850">
              <a:solidFill>
                <a:schemeClr val="lt1"/>
              </a:solidFill>
              <a:latin typeface="Century Gothic"/>
              <a:ea typeface="Century Gothic"/>
              <a:cs typeface="Century Gothic"/>
              <a:sym typeface="Century Gothic"/>
            </a:endParaRPr>
          </a:p>
        </p:txBody>
      </p:sp>
      <p:pic>
        <p:nvPicPr>
          <p:cNvPr descr="preencoded.png" id="305" name="Google Shape;305;p8"/>
          <p:cNvPicPr preferRelativeResize="0"/>
          <p:nvPr/>
        </p:nvPicPr>
        <p:blipFill rotWithShape="1">
          <a:blip r:embed="rId6">
            <a:alphaModFix/>
          </a:blip>
          <a:srcRect b="0" l="0" r="0" t="0"/>
          <a:stretch/>
        </p:blipFill>
        <p:spPr>
          <a:xfrm>
            <a:off x="10823138" y="2890480"/>
            <a:ext cx="598408" cy="598408"/>
          </a:xfrm>
          <a:prstGeom prst="rect">
            <a:avLst/>
          </a:prstGeom>
          <a:noFill/>
          <a:ln>
            <a:noFill/>
          </a:ln>
        </p:spPr>
      </p:pic>
      <p:sp>
        <p:nvSpPr>
          <p:cNvPr id="306" name="Google Shape;306;p8"/>
          <p:cNvSpPr/>
          <p:nvPr/>
        </p:nvSpPr>
        <p:spPr>
          <a:xfrm>
            <a:off x="10823138" y="3728204"/>
            <a:ext cx="2816185"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9EEE7"/>
              </a:buClr>
              <a:buSzPts val="2200"/>
              <a:buFont typeface="Quattrocento"/>
              <a:buNone/>
            </a:pPr>
            <a:r>
              <a:rPr lang="en-US" sz="2200">
                <a:solidFill>
                  <a:srgbClr val="F9EEE7"/>
                </a:solidFill>
                <a:latin typeface="Quattrocento"/>
                <a:ea typeface="Quattrocento"/>
                <a:cs typeface="Quattrocento"/>
                <a:sym typeface="Quattrocento"/>
              </a:rPr>
              <a:t>Sistemas de Control</a:t>
            </a:r>
            <a:endParaRPr sz="2200">
              <a:solidFill>
                <a:schemeClr val="lt1"/>
              </a:solidFill>
              <a:latin typeface="Century Gothic"/>
              <a:ea typeface="Century Gothic"/>
              <a:cs typeface="Century Gothic"/>
              <a:sym typeface="Century Gothic"/>
            </a:endParaRPr>
          </a:p>
        </p:txBody>
      </p:sp>
      <p:sp>
        <p:nvSpPr>
          <p:cNvPr id="307" name="Google Shape;307;p8"/>
          <p:cNvSpPr/>
          <p:nvPr/>
        </p:nvSpPr>
        <p:spPr>
          <a:xfrm>
            <a:off x="10823138" y="4223742"/>
            <a:ext cx="2969538" cy="229814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F9EEE7"/>
              </a:buClr>
              <a:buSzPts val="1850"/>
              <a:buFont typeface="Quattrocento"/>
              <a:buNone/>
            </a:pPr>
            <a:r>
              <a:rPr lang="en-US" sz="1850">
                <a:solidFill>
                  <a:srgbClr val="F9EEE7"/>
                </a:solidFill>
                <a:latin typeface="Quattrocento"/>
                <a:ea typeface="Quattrocento"/>
                <a:cs typeface="Quattrocento"/>
                <a:sym typeface="Quattrocento"/>
              </a:rPr>
              <a:t>Los sistemas de automatización industrial emplean lógica booleana para tomar decisiones basadas en múltiples entradas.</a:t>
            </a:r>
            <a:endParaRPr sz="1850">
              <a:solidFill>
                <a:schemeClr val="lt1"/>
              </a:solidFill>
              <a:latin typeface="Century Gothic"/>
              <a:ea typeface="Century Gothic"/>
              <a:cs typeface="Century Gothic"/>
              <a:sym typeface="Century Gothic"/>
            </a:endParaRPr>
          </a:p>
        </p:txBody>
      </p:sp>
      <p:sp>
        <p:nvSpPr>
          <p:cNvPr id="308" name="Google Shape;308;p8"/>
          <p:cNvSpPr/>
          <p:nvPr/>
        </p:nvSpPr>
        <p:spPr>
          <a:xfrm>
            <a:off x="837724" y="6791087"/>
            <a:ext cx="12954952"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F9EEE7"/>
              </a:buClr>
              <a:buSzPts val="1850"/>
              <a:buFont typeface="Quattrocento"/>
              <a:buNone/>
            </a:pPr>
            <a:r>
              <a:rPr lang="en-US" sz="1850">
                <a:solidFill>
                  <a:srgbClr val="F9EEE7"/>
                </a:solidFill>
                <a:latin typeface="Quattrocento"/>
                <a:ea typeface="Quattrocento"/>
                <a:cs typeface="Quattrocento"/>
                <a:sym typeface="Quattrocento"/>
              </a:rPr>
              <a:t>La optimización de circuitos mediante simplificación booleana resulta en dispositivos más eficientes, rápidos y con menor consumo de energía, lo cual es crucial en la era de la miniaturización y la computación móvil.</a:t>
            </a:r>
            <a:endParaRPr sz="1850">
              <a:solidFill>
                <a:schemeClr val="lt1"/>
              </a:solidFill>
              <a:latin typeface="Century Gothic"/>
              <a:ea typeface="Century Gothic"/>
              <a:cs typeface="Century Gothic"/>
              <a:sym typeface="Century Gothic"/>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9"/>
          <p:cNvSpPr/>
          <p:nvPr/>
        </p:nvSpPr>
        <p:spPr>
          <a:xfrm>
            <a:off x="771287" y="758904"/>
            <a:ext cx="8853249" cy="648057"/>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FFD9BE"/>
              </a:buClr>
              <a:buSzPts val="4050"/>
              <a:buFont typeface="Quattrocento"/>
              <a:buNone/>
            </a:pPr>
            <a:r>
              <a:rPr lang="en-US" sz="4050">
                <a:solidFill>
                  <a:srgbClr val="FFD9BE"/>
                </a:solidFill>
                <a:latin typeface="Quattrocento"/>
                <a:ea typeface="Quattrocento"/>
                <a:cs typeface="Quattrocento"/>
                <a:sym typeface="Quattrocento"/>
              </a:rPr>
              <a:t>Métodos de Simplificación Avanzados</a:t>
            </a:r>
            <a:endParaRPr sz="4050">
              <a:solidFill>
                <a:schemeClr val="lt1"/>
              </a:solidFill>
              <a:latin typeface="Century Gothic"/>
              <a:ea typeface="Century Gothic"/>
              <a:cs typeface="Century Gothic"/>
              <a:sym typeface="Century Gothic"/>
            </a:endParaRPr>
          </a:p>
        </p:txBody>
      </p:sp>
      <p:sp>
        <p:nvSpPr>
          <p:cNvPr id="315" name="Google Shape;315;p9"/>
          <p:cNvSpPr/>
          <p:nvPr/>
        </p:nvSpPr>
        <p:spPr>
          <a:xfrm>
            <a:off x="771287" y="1847612"/>
            <a:ext cx="13087826" cy="705088"/>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F9EEE7"/>
              </a:buClr>
              <a:buSzPts val="1700"/>
              <a:buFont typeface="Quattrocento"/>
              <a:buNone/>
            </a:pPr>
            <a:r>
              <a:rPr lang="en-US" sz="1700">
                <a:solidFill>
                  <a:srgbClr val="F9EEE7"/>
                </a:solidFill>
                <a:latin typeface="Quattrocento"/>
                <a:ea typeface="Quattrocento"/>
                <a:cs typeface="Quattrocento"/>
                <a:sym typeface="Quattrocento"/>
              </a:rPr>
              <a:t>Además de los postulados básicos, existen métodos avanzados para simplificar funciones booleanas complejas. Estos métodos son esenciales cuando se trabaja con funciones de múltiples variables.</a:t>
            </a:r>
            <a:endParaRPr sz="1700">
              <a:solidFill>
                <a:schemeClr val="lt1"/>
              </a:solidFill>
              <a:latin typeface="Century Gothic"/>
              <a:ea typeface="Century Gothic"/>
              <a:cs typeface="Century Gothic"/>
              <a:sym typeface="Century Gothic"/>
            </a:endParaRPr>
          </a:p>
        </p:txBody>
      </p:sp>
      <p:sp>
        <p:nvSpPr>
          <p:cNvPr id="316" name="Google Shape;316;p9"/>
          <p:cNvSpPr/>
          <p:nvPr/>
        </p:nvSpPr>
        <p:spPr>
          <a:xfrm>
            <a:off x="771287" y="2800588"/>
            <a:ext cx="4215765" cy="3717131"/>
          </a:xfrm>
          <a:prstGeom prst="roundRect">
            <a:avLst>
              <a:gd fmla="val 889" name="adj"/>
            </a:avLst>
          </a:prstGeom>
          <a:solidFill>
            <a:srgbClr val="3152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17" name="Google Shape;317;p9"/>
          <p:cNvSpPr/>
          <p:nvPr/>
        </p:nvSpPr>
        <p:spPr>
          <a:xfrm>
            <a:off x="991553" y="3020854"/>
            <a:ext cx="2592586" cy="324088"/>
          </a:xfrm>
          <a:prstGeom prst="rect">
            <a:avLst/>
          </a:prstGeom>
          <a:noFill/>
          <a:ln>
            <a:noFill/>
          </a:ln>
        </p:spPr>
        <p:txBody>
          <a:bodyPr anchorCtr="0" anchor="t" bIns="0" lIns="0" spcFirstLastPara="1" rIns="0" wrap="square" tIns="0">
            <a:noAutofit/>
          </a:bodyPr>
          <a:lstStyle/>
          <a:p>
            <a:pPr indent="0" lvl="0" marL="0" marR="0" rtl="0" algn="l">
              <a:lnSpc>
                <a:spcPct val="127500"/>
              </a:lnSpc>
              <a:spcBef>
                <a:spcPts val="0"/>
              </a:spcBef>
              <a:spcAft>
                <a:spcPts val="0"/>
              </a:spcAft>
              <a:buClr>
                <a:srgbClr val="F9EEE7"/>
              </a:buClr>
              <a:buSzPts val="2000"/>
              <a:buFont typeface="Quattrocento"/>
              <a:buNone/>
            </a:pPr>
            <a:r>
              <a:rPr lang="en-US" sz="2000">
                <a:solidFill>
                  <a:srgbClr val="F9EEE7"/>
                </a:solidFill>
                <a:latin typeface="Quattrocento"/>
                <a:ea typeface="Quattrocento"/>
                <a:cs typeface="Quattrocento"/>
                <a:sym typeface="Quattrocento"/>
              </a:rPr>
              <a:t>Mapas de Karnaugh</a:t>
            </a:r>
            <a:endParaRPr sz="2000">
              <a:solidFill>
                <a:schemeClr val="lt1"/>
              </a:solidFill>
              <a:latin typeface="Century Gothic"/>
              <a:ea typeface="Century Gothic"/>
              <a:cs typeface="Century Gothic"/>
              <a:sym typeface="Century Gothic"/>
            </a:endParaRPr>
          </a:p>
        </p:txBody>
      </p:sp>
      <p:sp>
        <p:nvSpPr>
          <p:cNvPr id="318" name="Google Shape;318;p9"/>
          <p:cNvSpPr/>
          <p:nvPr/>
        </p:nvSpPr>
        <p:spPr>
          <a:xfrm>
            <a:off x="991553" y="3477101"/>
            <a:ext cx="3775234" cy="2467808"/>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F9EEE7"/>
              </a:buClr>
              <a:buSzPts val="1700"/>
              <a:buFont typeface="Quattrocento"/>
              <a:buNone/>
            </a:pPr>
            <a:r>
              <a:rPr lang="en-US" sz="1700">
                <a:solidFill>
                  <a:srgbClr val="F9EEE7"/>
                </a:solidFill>
                <a:latin typeface="Quattrocento"/>
                <a:ea typeface="Quattrocento"/>
                <a:cs typeface="Quattrocento"/>
                <a:sym typeface="Quattrocento"/>
              </a:rPr>
              <a:t>Los mapas de Karnaugh son una técnica gráfica que permite visualizar y simplificar funciones booleanas de hasta 4 variables. Facilitan la identificación de términos adyacentes que pueden combinarse para simplificar la expresión.</a:t>
            </a:r>
            <a:endParaRPr sz="1700">
              <a:solidFill>
                <a:schemeClr val="lt1"/>
              </a:solidFill>
              <a:latin typeface="Century Gothic"/>
              <a:ea typeface="Century Gothic"/>
              <a:cs typeface="Century Gothic"/>
              <a:sym typeface="Century Gothic"/>
            </a:endParaRPr>
          </a:p>
        </p:txBody>
      </p:sp>
      <p:sp>
        <p:nvSpPr>
          <p:cNvPr id="319" name="Google Shape;319;p9"/>
          <p:cNvSpPr/>
          <p:nvPr/>
        </p:nvSpPr>
        <p:spPr>
          <a:xfrm>
            <a:off x="5207318" y="2800588"/>
            <a:ext cx="4215765" cy="3717131"/>
          </a:xfrm>
          <a:prstGeom prst="roundRect">
            <a:avLst>
              <a:gd fmla="val 889" name="adj"/>
            </a:avLst>
          </a:prstGeom>
          <a:solidFill>
            <a:srgbClr val="3152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20" name="Google Shape;320;p9"/>
          <p:cNvSpPr/>
          <p:nvPr/>
        </p:nvSpPr>
        <p:spPr>
          <a:xfrm>
            <a:off x="5427583" y="3020854"/>
            <a:ext cx="3421975" cy="324088"/>
          </a:xfrm>
          <a:prstGeom prst="rect">
            <a:avLst/>
          </a:prstGeom>
          <a:noFill/>
          <a:ln>
            <a:noFill/>
          </a:ln>
        </p:spPr>
        <p:txBody>
          <a:bodyPr anchorCtr="0" anchor="t" bIns="0" lIns="0" spcFirstLastPara="1" rIns="0" wrap="square" tIns="0">
            <a:noAutofit/>
          </a:bodyPr>
          <a:lstStyle/>
          <a:p>
            <a:pPr indent="0" lvl="0" marL="0" marR="0" rtl="0" algn="l">
              <a:lnSpc>
                <a:spcPct val="127500"/>
              </a:lnSpc>
              <a:spcBef>
                <a:spcPts val="0"/>
              </a:spcBef>
              <a:spcAft>
                <a:spcPts val="0"/>
              </a:spcAft>
              <a:buClr>
                <a:srgbClr val="F9EEE7"/>
              </a:buClr>
              <a:buSzPts val="2000"/>
              <a:buFont typeface="Quattrocento"/>
              <a:buNone/>
            </a:pPr>
            <a:r>
              <a:rPr lang="en-US" sz="2000">
                <a:solidFill>
                  <a:srgbClr val="F9EEE7"/>
                </a:solidFill>
                <a:latin typeface="Quattrocento"/>
                <a:ea typeface="Quattrocento"/>
                <a:cs typeface="Quattrocento"/>
                <a:sym typeface="Quattrocento"/>
              </a:rPr>
              <a:t>Método de Quine-McCluskey</a:t>
            </a:r>
            <a:endParaRPr sz="2000">
              <a:solidFill>
                <a:schemeClr val="lt1"/>
              </a:solidFill>
              <a:latin typeface="Century Gothic"/>
              <a:ea typeface="Century Gothic"/>
              <a:cs typeface="Century Gothic"/>
              <a:sym typeface="Century Gothic"/>
            </a:endParaRPr>
          </a:p>
        </p:txBody>
      </p:sp>
      <p:sp>
        <p:nvSpPr>
          <p:cNvPr id="321" name="Google Shape;321;p9"/>
          <p:cNvSpPr/>
          <p:nvPr/>
        </p:nvSpPr>
        <p:spPr>
          <a:xfrm>
            <a:off x="5427583" y="3477101"/>
            <a:ext cx="3775234" cy="2820353"/>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F9EEE7"/>
              </a:buClr>
              <a:buSzPts val="1700"/>
              <a:buFont typeface="Quattrocento"/>
              <a:buNone/>
            </a:pPr>
            <a:r>
              <a:rPr lang="en-US" sz="1700">
                <a:solidFill>
                  <a:srgbClr val="F9EEE7"/>
                </a:solidFill>
                <a:latin typeface="Quattrocento"/>
                <a:ea typeface="Quattrocento"/>
                <a:cs typeface="Quattrocento"/>
                <a:sym typeface="Quattrocento"/>
              </a:rPr>
              <a:t>También conocido como el método de los implicantes primos, es un procedimiento tabular para minimizar funciones booleanas. Es especialmente útil para funciones con más de 4 variables, donde los mapas de Karnaugh se vuelven difíciles de manejar.</a:t>
            </a:r>
            <a:endParaRPr sz="1700">
              <a:solidFill>
                <a:schemeClr val="lt1"/>
              </a:solidFill>
              <a:latin typeface="Century Gothic"/>
              <a:ea typeface="Century Gothic"/>
              <a:cs typeface="Century Gothic"/>
              <a:sym typeface="Century Gothic"/>
            </a:endParaRPr>
          </a:p>
        </p:txBody>
      </p:sp>
      <p:sp>
        <p:nvSpPr>
          <p:cNvPr id="322" name="Google Shape;322;p9"/>
          <p:cNvSpPr/>
          <p:nvPr/>
        </p:nvSpPr>
        <p:spPr>
          <a:xfrm>
            <a:off x="9643348" y="2800588"/>
            <a:ext cx="4215765" cy="3717131"/>
          </a:xfrm>
          <a:prstGeom prst="roundRect">
            <a:avLst>
              <a:gd fmla="val 889" name="adj"/>
            </a:avLst>
          </a:prstGeom>
          <a:solidFill>
            <a:srgbClr val="3152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23" name="Google Shape;323;p9"/>
          <p:cNvSpPr/>
          <p:nvPr/>
        </p:nvSpPr>
        <p:spPr>
          <a:xfrm>
            <a:off x="9863614" y="3020854"/>
            <a:ext cx="2631162" cy="324088"/>
          </a:xfrm>
          <a:prstGeom prst="rect">
            <a:avLst/>
          </a:prstGeom>
          <a:noFill/>
          <a:ln>
            <a:noFill/>
          </a:ln>
        </p:spPr>
        <p:txBody>
          <a:bodyPr anchorCtr="0" anchor="t" bIns="0" lIns="0" spcFirstLastPara="1" rIns="0" wrap="square" tIns="0">
            <a:noAutofit/>
          </a:bodyPr>
          <a:lstStyle/>
          <a:p>
            <a:pPr indent="0" lvl="0" marL="0" marR="0" rtl="0" algn="l">
              <a:lnSpc>
                <a:spcPct val="127500"/>
              </a:lnSpc>
              <a:spcBef>
                <a:spcPts val="0"/>
              </a:spcBef>
              <a:spcAft>
                <a:spcPts val="0"/>
              </a:spcAft>
              <a:buClr>
                <a:srgbClr val="F9EEE7"/>
              </a:buClr>
              <a:buSzPts val="2000"/>
              <a:buFont typeface="Quattrocento"/>
              <a:buNone/>
            </a:pPr>
            <a:r>
              <a:rPr lang="en-US" sz="2000">
                <a:solidFill>
                  <a:srgbClr val="F9EEE7"/>
                </a:solidFill>
                <a:latin typeface="Quattrocento"/>
                <a:ea typeface="Quattrocento"/>
                <a:cs typeface="Quattrocento"/>
                <a:sym typeface="Quattrocento"/>
              </a:rPr>
              <a:t>Algoritmo de Espresso</a:t>
            </a:r>
            <a:endParaRPr sz="2000">
              <a:solidFill>
                <a:schemeClr val="lt1"/>
              </a:solidFill>
              <a:latin typeface="Century Gothic"/>
              <a:ea typeface="Century Gothic"/>
              <a:cs typeface="Century Gothic"/>
              <a:sym typeface="Century Gothic"/>
            </a:endParaRPr>
          </a:p>
        </p:txBody>
      </p:sp>
      <p:sp>
        <p:nvSpPr>
          <p:cNvPr id="324" name="Google Shape;324;p9"/>
          <p:cNvSpPr/>
          <p:nvPr/>
        </p:nvSpPr>
        <p:spPr>
          <a:xfrm>
            <a:off x="9863614" y="3477101"/>
            <a:ext cx="3775234" cy="2820353"/>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F9EEE7"/>
              </a:buClr>
              <a:buSzPts val="1700"/>
              <a:buFont typeface="Quattrocento"/>
              <a:buNone/>
            </a:pPr>
            <a:r>
              <a:rPr lang="en-US" sz="1700">
                <a:solidFill>
                  <a:srgbClr val="F9EEE7"/>
                </a:solidFill>
                <a:latin typeface="Quattrocento"/>
                <a:ea typeface="Quattrocento"/>
                <a:cs typeface="Quattrocento"/>
                <a:sym typeface="Quattrocento"/>
              </a:rPr>
              <a:t>Es un método computacional avanzado para la minimización de funciones booleanas. Puede manejar funciones con un gran número de variables y es ampliamente utilizado en herramientas de diseño asistido por computadora (CAD) para la síntesis lógica.</a:t>
            </a:r>
            <a:endParaRPr sz="1700">
              <a:solidFill>
                <a:schemeClr val="lt1"/>
              </a:solidFill>
              <a:latin typeface="Century Gothic"/>
              <a:ea typeface="Century Gothic"/>
              <a:cs typeface="Century Gothic"/>
              <a:sym typeface="Century Gothic"/>
            </a:endParaRPr>
          </a:p>
        </p:txBody>
      </p:sp>
      <p:sp>
        <p:nvSpPr>
          <p:cNvPr id="325" name="Google Shape;325;p9"/>
          <p:cNvSpPr/>
          <p:nvPr/>
        </p:nvSpPr>
        <p:spPr>
          <a:xfrm>
            <a:off x="771287" y="6765608"/>
            <a:ext cx="13087826" cy="705088"/>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F9EEE7"/>
              </a:buClr>
              <a:buSzPts val="1700"/>
              <a:buFont typeface="Quattrocento"/>
              <a:buNone/>
            </a:pPr>
            <a:r>
              <a:rPr lang="en-US" sz="1700">
                <a:solidFill>
                  <a:srgbClr val="F9EEE7"/>
                </a:solidFill>
                <a:latin typeface="Quattrocento"/>
                <a:ea typeface="Quattrocento"/>
                <a:cs typeface="Quattrocento"/>
                <a:sym typeface="Quattrocento"/>
              </a:rPr>
              <a:t>Estos métodos avanzados son fundamentales en el diseño de circuitos integrados complejos, donde la optimización puede significar ahorros significativos en área de chip, consumo de energía y velocidad de operación.</a:t>
            </a:r>
            <a:endParaRPr sz="1700">
              <a:solidFill>
                <a:schemeClr val="lt1"/>
              </a:solidFill>
              <a:latin typeface="Century Gothic"/>
              <a:ea typeface="Century Gothic"/>
              <a:cs typeface="Century Gothic"/>
              <a:sym typeface="Century Gothic"/>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10"/>
          <p:cNvSpPr/>
          <p:nvPr/>
        </p:nvSpPr>
        <p:spPr>
          <a:xfrm>
            <a:off x="688896" y="541258"/>
            <a:ext cx="6395442" cy="578882"/>
          </a:xfrm>
          <a:prstGeom prst="rect">
            <a:avLst/>
          </a:prstGeom>
          <a:noFill/>
          <a:ln>
            <a:noFill/>
          </a:ln>
        </p:spPr>
        <p:txBody>
          <a:bodyPr anchorCtr="0" anchor="t" bIns="0" lIns="0" spcFirstLastPara="1" rIns="0" wrap="square" tIns="0">
            <a:noAutofit/>
          </a:bodyPr>
          <a:lstStyle/>
          <a:p>
            <a:pPr indent="0" lvl="0" marL="0" marR="0" rtl="0" algn="l">
              <a:lnSpc>
                <a:spcPct val="126388"/>
              </a:lnSpc>
              <a:spcBef>
                <a:spcPts val="0"/>
              </a:spcBef>
              <a:spcAft>
                <a:spcPts val="0"/>
              </a:spcAft>
              <a:buClr>
                <a:srgbClr val="FFD9BE"/>
              </a:buClr>
              <a:buSzPts val="3600"/>
              <a:buFont typeface="Quattrocento"/>
              <a:buNone/>
            </a:pPr>
            <a:r>
              <a:rPr lang="en-US" sz="3600">
                <a:solidFill>
                  <a:srgbClr val="FFD9BE"/>
                </a:solidFill>
                <a:latin typeface="Quattrocento"/>
                <a:ea typeface="Quattrocento"/>
                <a:cs typeface="Quattrocento"/>
                <a:sym typeface="Quattrocento"/>
              </a:rPr>
              <a:t>El Futuro del Álgebra Booleana</a:t>
            </a:r>
            <a:endParaRPr sz="3600">
              <a:solidFill>
                <a:schemeClr val="lt1"/>
              </a:solidFill>
              <a:latin typeface="Century Gothic"/>
              <a:ea typeface="Century Gothic"/>
              <a:cs typeface="Century Gothic"/>
              <a:sym typeface="Century Gothic"/>
            </a:endParaRPr>
          </a:p>
        </p:txBody>
      </p:sp>
      <p:sp>
        <p:nvSpPr>
          <p:cNvPr id="332" name="Google Shape;332;p10"/>
          <p:cNvSpPr/>
          <p:nvPr/>
        </p:nvSpPr>
        <p:spPr>
          <a:xfrm>
            <a:off x="688896" y="1513761"/>
            <a:ext cx="13252609" cy="629603"/>
          </a:xfrm>
          <a:prstGeom prst="rect">
            <a:avLst/>
          </a:prstGeom>
          <a:noFill/>
          <a:ln>
            <a:noFill/>
          </a:ln>
        </p:spPr>
        <p:txBody>
          <a:bodyPr anchorCtr="0" anchor="t" bIns="0" lIns="0" spcFirstLastPara="1" rIns="0" wrap="square" tIns="0">
            <a:noAutofit/>
          </a:bodyPr>
          <a:lstStyle/>
          <a:p>
            <a:pPr indent="0" lvl="0" marL="0" marR="0" rtl="0" algn="l">
              <a:lnSpc>
                <a:spcPct val="158064"/>
              </a:lnSpc>
              <a:spcBef>
                <a:spcPts val="0"/>
              </a:spcBef>
              <a:spcAft>
                <a:spcPts val="0"/>
              </a:spcAft>
              <a:buClr>
                <a:srgbClr val="F9EEE7"/>
              </a:buClr>
              <a:buSzPts val="1550"/>
              <a:buFont typeface="Quattrocento"/>
              <a:buNone/>
            </a:pPr>
            <a:r>
              <a:rPr lang="en-US" sz="1550">
                <a:solidFill>
                  <a:srgbClr val="F9EEE7"/>
                </a:solidFill>
                <a:latin typeface="Quattrocento"/>
                <a:ea typeface="Quattrocento"/>
                <a:cs typeface="Quattrocento"/>
                <a:sym typeface="Quattrocento"/>
              </a:rPr>
              <a:t>El álgebra booleana continúa siendo relevante en la era de la computación cuántica y los sistemas de inteligencia artificial. Aunque estos campos introducen nuevos paradigmas, los principios del álgebra booleana siguen siendo fundamentales.</a:t>
            </a:r>
            <a:endParaRPr sz="1550">
              <a:solidFill>
                <a:schemeClr val="lt1"/>
              </a:solidFill>
              <a:latin typeface="Century Gothic"/>
              <a:ea typeface="Century Gothic"/>
              <a:cs typeface="Century Gothic"/>
              <a:sym typeface="Century Gothic"/>
            </a:endParaRPr>
          </a:p>
        </p:txBody>
      </p:sp>
      <p:sp>
        <p:nvSpPr>
          <p:cNvPr id="333" name="Google Shape;333;p10"/>
          <p:cNvSpPr/>
          <p:nvPr/>
        </p:nvSpPr>
        <p:spPr>
          <a:xfrm>
            <a:off x="688896" y="4602599"/>
            <a:ext cx="13252609" cy="22860"/>
          </a:xfrm>
          <a:prstGeom prst="roundRect">
            <a:avLst>
              <a:gd fmla="val 129171" name="adj"/>
            </a:avLst>
          </a:prstGeom>
          <a:solidFill>
            <a:srgbClr val="4A6B6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34" name="Google Shape;334;p10"/>
          <p:cNvSpPr/>
          <p:nvPr/>
        </p:nvSpPr>
        <p:spPr>
          <a:xfrm>
            <a:off x="3941326" y="3913703"/>
            <a:ext cx="22860" cy="688896"/>
          </a:xfrm>
          <a:prstGeom prst="roundRect">
            <a:avLst>
              <a:gd fmla="val 129171" name="adj"/>
            </a:avLst>
          </a:prstGeom>
          <a:solidFill>
            <a:srgbClr val="4A6B6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35" name="Google Shape;335;p10"/>
          <p:cNvSpPr/>
          <p:nvPr/>
        </p:nvSpPr>
        <p:spPr>
          <a:xfrm>
            <a:off x="3731300" y="4381143"/>
            <a:ext cx="442913" cy="442913"/>
          </a:xfrm>
          <a:prstGeom prst="roundRect">
            <a:avLst>
              <a:gd fmla="val 6667" name="adj"/>
            </a:avLst>
          </a:prstGeom>
          <a:solidFill>
            <a:srgbClr val="3152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36" name="Google Shape;336;p10"/>
          <p:cNvSpPr/>
          <p:nvPr/>
        </p:nvSpPr>
        <p:spPr>
          <a:xfrm>
            <a:off x="3903464" y="4463653"/>
            <a:ext cx="98465" cy="27789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9EEE7"/>
              </a:buClr>
              <a:buSzPts val="2150"/>
              <a:buFont typeface="Quattrocento"/>
              <a:buNone/>
            </a:pPr>
            <a:r>
              <a:rPr lang="en-US" sz="2150">
                <a:solidFill>
                  <a:srgbClr val="F9EEE7"/>
                </a:solidFill>
                <a:latin typeface="Quattrocento"/>
                <a:ea typeface="Quattrocento"/>
                <a:cs typeface="Quattrocento"/>
                <a:sym typeface="Quattrocento"/>
              </a:rPr>
              <a:t>1</a:t>
            </a:r>
            <a:endParaRPr sz="2150">
              <a:solidFill>
                <a:schemeClr val="lt1"/>
              </a:solidFill>
              <a:latin typeface="Century Gothic"/>
              <a:ea typeface="Century Gothic"/>
              <a:cs typeface="Century Gothic"/>
              <a:sym typeface="Century Gothic"/>
            </a:endParaRPr>
          </a:p>
        </p:txBody>
      </p:sp>
      <p:sp>
        <p:nvSpPr>
          <p:cNvPr id="337" name="Google Shape;337;p10"/>
          <p:cNvSpPr/>
          <p:nvPr/>
        </p:nvSpPr>
        <p:spPr>
          <a:xfrm>
            <a:off x="2755225" y="2364819"/>
            <a:ext cx="2395180" cy="289441"/>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F9EEE7"/>
              </a:buClr>
              <a:buSzPts val="1800"/>
              <a:buFont typeface="Quattrocento"/>
              <a:buNone/>
            </a:pPr>
            <a:r>
              <a:rPr lang="en-US" sz="1800">
                <a:solidFill>
                  <a:srgbClr val="F9EEE7"/>
                </a:solidFill>
                <a:latin typeface="Quattrocento"/>
                <a:ea typeface="Quattrocento"/>
                <a:cs typeface="Quattrocento"/>
                <a:sym typeface="Quattrocento"/>
              </a:rPr>
              <a:t>Computación Cuántica</a:t>
            </a:r>
            <a:endParaRPr sz="1800">
              <a:solidFill>
                <a:schemeClr val="lt1"/>
              </a:solidFill>
              <a:latin typeface="Century Gothic"/>
              <a:ea typeface="Century Gothic"/>
              <a:cs typeface="Century Gothic"/>
              <a:sym typeface="Century Gothic"/>
            </a:endParaRPr>
          </a:p>
        </p:txBody>
      </p:sp>
      <p:sp>
        <p:nvSpPr>
          <p:cNvPr id="338" name="Google Shape;338;p10"/>
          <p:cNvSpPr/>
          <p:nvPr/>
        </p:nvSpPr>
        <p:spPr>
          <a:xfrm>
            <a:off x="885706" y="2772370"/>
            <a:ext cx="6134219" cy="944404"/>
          </a:xfrm>
          <a:prstGeom prst="rect">
            <a:avLst/>
          </a:prstGeom>
          <a:noFill/>
          <a:ln>
            <a:noFill/>
          </a:ln>
        </p:spPr>
        <p:txBody>
          <a:bodyPr anchorCtr="0" anchor="t" bIns="0" lIns="0" spcFirstLastPara="1" rIns="0" wrap="square" tIns="0">
            <a:noAutofit/>
          </a:bodyPr>
          <a:lstStyle/>
          <a:p>
            <a:pPr indent="0" lvl="0" marL="0" marR="0" rtl="0" algn="ctr">
              <a:lnSpc>
                <a:spcPct val="158064"/>
              </a:lnSpc>
              <a:spcBef>
                <a:spcPts val="0"/>
              </a:spcBef>
              <a:spcAft>
                <a:spcPts val="0"/>
              </a:spcAft>
              <a:buClr>
                <a:srgbClr val="F9EEE7"/>
              </a:buClr>
              <a:buSzPts val="1550"/>
              <a:buFont typeface="Quattrocento"/>
              <a:buNone/>
            </a:pPr>
            <a:r>
              <a:rPr lang="en-US" sz="1550">
                <a:solidFill>
                  <a:srgbClr val="F9EEE7"/>
                </a:solidFill>
                <a:latin typeface="Quattrocento"/>
                <a:ea typeface="Quattrocento"/>
                <a:cs typeface="Quattrocento"/>
                <a:sym typeface="Quattrocento"/>
              </a:rPr>
              <a:t>Aunque opera con qubits en lugar de bits clásicos, la lógica booleana sigue siendo crucial para interpretar los resultados y diseñar algoritmos cuánticos.</a:t>
            </a:r>
            <a:endParaRPr sz="1550">
              <a:solidFill>
                <a:schemeClr val="lt1"/>
              </a:solidFill>
              <a:latin typeface="Century Gothic"/>
              <a:ea typeface="Century Gothic"/>
              <a:cs typeface="Century Gothic"/>
              <a:sym typeface="Century Gothic"/>
            </a:endParaRPr>
          </a:p>
        </p:txBody>
      </p:sp>
      <p:sp>
        <p:nvSpPr>
          <p:cNvPr id="339" name="Google Shape;339;p10"/>
          <p:cNvSpPr/>
          <p:nvPr/>
        </p:nvSpPr>
        <p:spPr>
          <a:xfrm>
            <a:off x="7303651" y="4602599"/>
            <a:ext cx="22860" cy="688896"/>
          </a:xfrm>
          <a:prstGeom prst="roundRect">
            <a:avLst>
              <a:gd fmla="val 129171" name="adj"/>
            </a:avLst>
          </a:prstGeom>
          <a:solidFill>
            <a:srgbClr val="4A6B6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40" name="Google Shape;340;p10"/>
          <p:cNvSpPr/>
          <p:nvPr/>
        </p:nvSpPr>
        <p:spPr>
          <a:xfrm>
            <a:off x="7093625" y="4381143"/>
            <a:ext cx="442913" cy="442913"/>
          </a:xfrm>
          <a:prstGeom prst="roundRect">
            <a:avLst>
              <a:gd fmla="val 6667" name="adj"/>
            </a:avLst>
          </a:prstGeom>
          <a:solidFill>
            <a:srgbClr val="3152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41" name="Google Shape;341;p10"/>
          <p:cNvSpPr/>
          <p:nvPr/>
        </p:nvSpPr>
        <p:spPr>
          <a:xfrm>
            <a:off x="7240548" y="4463653"/>
            <a:ext cx="149066" cy="27789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9EEE7"/>
              </a:buClr>
              <a:buSzPts val="2150"/>
              <a:buFont typeface="Quattrocento"/>
              <a:buNone/>
            </a:pPr>
            <a:r>
              <a:rPr lang="en-US" sz="2150">
                <a:solidFill>
                  <a:srgbClr val="F9EEE7"/>
                </a:solidFill>
                <a:latin typeface="Quattrocento"/>
                <a:ea typeface="Quattrocento"/>
                <a:cs typeface="Quattrocento"/>
                <a:sym typeface="Quattrocento"/>
              </a:rPr>
              <a:t>2</a:t>
            </a:r>
            <a:endParaRPr sz="2150">
              <a:solidFill>
                <a:schemeClr val="lt1"/>
              </a:solidFill>
              <a:latin typeface="Century Gothic"/>
              <a:ea typeface="Century Gothic"/>
              <a:cs typeface="Century Gothic"/>
              <a:sym typeface="Century Gothic"/>
            </a:endParaRPr>
          </a:p>
        </p:txBody>
      </p:sp>
      <p:sp>
        <p:nvSpPr>
          <p:cNvPr id="342" name="Google Shape;342;p10"/>
          <p:cNvSpPr/>
          <p:nvPr/>
        </p:nvSpPr>
        <p:spPr>
          <a:xfrm>
            <a:off x="6157198" y="5488424"/>
            <a:ext cx="2315885" cy="289441"/>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F9EEE7"/>
              </a:buClr>
              <a:buSzPts val="1800"/>
              <a:buFont typeface="Quattrocento"/>
              <a:buNone/>
            </a:pPr>
            <a:r>
              <a:rPr lang="en-US" sz="1800">
                <a:solidFill>
                  <a:srgbClr val="F9EEE7"/>
                </a:solidFill>
                <a:latin typeface="Quattrocento"/>
                <a:ea typeface="Quattrocento"/>
                <a:cs typeface="Quattrocento"/>
                <a:sym typeface="Quattrocento"/>
              </a:rPr>
              <a:t>Inteligencia Artificial</a:t>
            </a:r>
            <a:endParaRPr sz="1800">
              <a:solidFill>
                <a:schemeClr val="lt1"/>
              </a:solidFill>
              <a:latin typeface="Century Gothic"/>
              <a:ea typeface="Century Gothic"/>
              <a:cs typeface="Century Gothic"/>
              <a:sym typeface="Century Gothic"/>
            </a:endParaRPr>
          </a:p>
        </p:txBody>
      </p:sp>
      <p:sp>
        <p:nvSpPr>
          <p:cNvPr id="343" name="Google Shape;343;p10"/>
          <p:cNvSpPr/>
          <p:nvPr/>
        </p:nvSpPr>
        <p:spPr>
          <a:xfrm>
            <a:off x="4248031" y="5895975"/>
            <a:ext cx="6134219" cy="944404"/>
          </a:xfrm>
          <a:prstGeom prst="rect">
            <a:avLst/>
          </a:prstGeom>
          <a:noFill/>
          <a:ln>
            <a:noFill/>
          </a:ln>
        </p:spPr>
        <p:txBody>
          <a:bodyPr anchorCtr="0" anchor="t" bIns="0" lIns="0" spcFirstLastPara="1" rIns="0" wrap="square" tIns="0">
            <a:noAutofit/>
          </a:bodyPr>
          <a:lstStyle/>
          <a:p>
            <a:pPr indent="0" lvl="0" marL="0" marR="0" rtl="0" algn="ctr">
              <a:lnSpc>
                <a:spcPct val="158064"/>
              </a:lnSpc>
              <a:spcBef>
                <a:spcPts val="0"/>
              </a:spcBef>
              <a:spcAft>
                <a:spcPts val="0"/>
              </a:spcAft>
              <a:buClr>
                <a:srgbClr val="F9EEE7"/>
              </a:buClr>
              <a:buSzPts val="1550"/>
              <a:buFont typeface="Quattrocento"/>
              <a:buNone/>
            </a:pPr>
            <a:r>
              <a:rPr lang="en-US" sz="1550">
                <a:solidFill>
                  <a:srgbClr val="F9EEE7"/>
                </a:solidFill>
                <a:latin typeface="Quattrocento"/>
                <a:ea typeface="Quattrocento"/>
                <a:cs typeface="Quattrocento"/>
                <a:sym typeface="Quattrocento"/>
              </a:rPr>
              <a:t>Las redes neuronales y los algoritmos de aprendizaje profundo utilizan funciones de activación que pueden modelarse con principios booleanos.</a:t>
            </a:r>
            <a:endParaRPr sz="1550">
              <a:solidFill>
                <a:schemeClr val="lt1"/>
              </a:solidFill>
              <a:latin typeface="Century Gothic"/>
              <a:ea typeface="Century Gothic"/>
              <a:cs typeface="Century Gothic"/>
              <a:sym typeface="Century Gothic"/>
            </a:endParaRPr>
          </a:p>
        </p:txBody>
      </p:sp>
      <p:sp>
        <p:nvSpPr>
          <p:cNvPr id="344" name="Google Shape;344;p10"/>
          <p:cNvSpPr/>
          <p:nvPr/>
        </p:nvSpPr>
        <p:spPr>
          <a:xfrm>
            <a:off x="10666095" y="3913703"/>
            <a:ext cx="22860" cy="688896"/>
          </a:xfrm>
          <a:prstGeom prst="roundRect">
            <a:avLst>
              <a:gd fmla="val 129171" name="adj"/>
            </a:avLst>
          </a:prstGeom>
          <a:solidFill>
            <a:srgbClr val="4A6B6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45" name="Google Shape;345;p10"/>
          <p:cNvSpPr/>
          <p:nvPr/>
        </p:nvSpPr>
        <p:spPr>
          <a:xfrm>
            <a:off x="10456069" y="4381143"/>
            <a:ext cx="442913" cy="442913"/>
          </a:xfrm>
          <a:prstGeom prst="roundRect">
            <a:avLst>
              <a:gd fmla="val 6667" name="adj"/>
            </a:avLst>
          </a:prstGeom>
          <a:solidFill>
            <a:srgbClr val="3152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46" name="Google Shape;346;p10"/>
          <p:cNvSpPr/>
          <p:nvPr/>
        </p:nvSpPr>
        <p:spPr>
          <a:xfrm>
            <a:off x="10601920" y="4463653"/>
            <a:ext cx="151209" cy="27789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9EEE7"/>
              </a:buClr>
              <a:buSzPts val="2150"/>
              <a:buFont typeface="Quattrocento"/>
              <a:buNone/>
            </a:pPr>
            <a:r>
              <a:rPr lang="en-US" sz="2150">
                <a:solidFill>
                  <a:srgbClr val="F9EEE7"/>
                </a:solidFill>
                <a:latin typeface="Quattrocento"/>
                <a:ea typeface="Quattrocento"/>
                <a:cs typeface="Quattrocento"/>
                <a:sym typeface="Quattrocento"/>
              </a:rPr>
              <a:t>3</a:t>
            </a:r>
            <a:endParaRPr sz="2150">
              <a:solidFill>
                <a:schemeClr val="lt1"/>
              </a:solidFill>
              <a:latin typeface="Century Gothic"/>
              <a:ea typeface="Century Gothic"/>
              <a:cs typeface="Century Gothic"/>
              <a:sym typeface="Century Gothic"/>
            </a:endParaRPr>
          </a:p>
        </p:txBody>
      </p:sp>
      <p:sp>
        <p:nvSpPr>
          <p:cNvPr id="347" name="Google Shape;347;p10"/>
          <p:cNvSpPr/>
          <p:nvPr/>
        </p:nvSpPr>
        <p:spPr>
          <a:xfrm>
            <a:off x="9201983" y="2364819"/>
            <a:ext cx="2951083" cy="289441"/>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F9EEE7"/>
              </a:buClr>
              <a:buSzPts val="1800"/>
              <a:buFont typeface="Quattrocento"/>
              <a:buNone/>
            </a:pPr>
            <a:r>
              <a:rPr lang="en-US" sz="1800">
                <a:solidFill>
                  <a:srgbClr val="F9EEE7"/>
                </a:solidFill>
                <a:latin typeface="Quattrocento"/>
                <a:ea typeface="Quattrocento"/>
                <a:cs typeface="Quattrocento"/>
                <a:sym typeface="Quattrocento"/>
              </a:rPr>
              <a:t>Computación Neuromórfica</a:t>
            </a:r>
            <a:endParaRPr sz="1800">
              <a:solidFill>
                <a:schemeClr val="lt1"/>
              </a:solidFill>
              <a:latin typeface="Century Gothic"/>
              <a:ea typeface="Century Gothic"/>
              <a:cs typeface="Century Gothic"/>
              <a:sym typeface="Century Gothic"/>
            </a:endParaRPr>
          </a:p>
        </p:txBody>
      </p:sp>
      <p:sp>
        <p:nvSpPr>
          <p:cNvPr id="348" name="Google Shape;348;p10"/>
          <p:cNvSpPr/>
          <p:nvPr/>
        </p:nvSpPr>
        <p:spPr>
          <a:xfrm>
            <a:off x="7610356" y="2772370"/>
            <a:ext cx="6134338" cy="944404"/>
          </a:xfrm>
          <a:prstGeom prst="rect">
            <a:avLst/>
          </a:prstGeom>
          <a:noFill/>
          <a:ln>
            <a:noFill/>
          </a:ln>
        </p:spPr>
        <p:txBody>
          <a:bodyPr anchorCtr="0" anchor="t" bIns="0" lIns="0" spcFirstLastPara="1" rIns="0" wrap="square" tIns="0">
            <a:noAutofit/>
          </a:bodyPr>
          <a:lstStyle/>
          <a:p>
            <a:pPr indent="0" lvl="0" marL="0" marR="0" rtl="0" algn="ctr">
              <a:lnSpc>
                <a:spcPct val="158064"/>
              </a:lnSpc>
              <a:spcBef>
                <a:spcPts val="0"/>
              </a:spcBef>
              <a:spcAft>
                <a:spcPts val="0"/>
              </a:spcAft>
              <a:buClr>
                <a:srgbClr val="F9EEE7"/>
              </a:buClr>
              <a:buSzPts val="1550"/>
              <a:buFont typeface="Quattrocento"/>
              <a:buNone/>
            </a:pPr>
            <a:r>
              <a:rPr lang="en-US" sz="1550">
                <a:solidFill>
                  <a:srgbClr val="F9EEE7"/>
                </a:solidFill>
                <a:latin typeface="Quattrocento"/>
                <a:ea typeface="Quattrocento"/>
                <a:cs typeface="Quattrocento"/>
                <a:sym typeface="Quattrocento"/>
              </a:rPr>
              <a:t>Los chips inspirados en el cerebro utilizan lógica booleana en sus capas de procesamiento, combinando principios analógicos y digitales.</a:t>
            </a:r>
            <a:endParaRPr sz="1550">
              <a:solidFill>
                <a:schemeClr val="lt1"/>
              </a:solidFill>
              <a:latin typeface="Century Gothic"/>
              <a:ea typeface="Century Gothic"/>
              <a:cs typeface="Century Gothic"/>
              <a:sym typeface="Century Gothic"/>
            </a:endParaRPr>
          </a:p>
        </p:txBody>
      </p:sp>
      <p:sp>
        <p:nvSpPr>
          <p:cNvPr id="349" name="Google Shape;349;p10"/>
          <p:cNvSpPr/>
          <p:nvPr/>
        </p:nvSpPr>
        <p:spPr>
          <a:xfrm>
            <a:off x="688896" y="7061835"/>
            <a:ext cx="13252609" cy="629603"/>
          </a:xfrm>
          <a:prstGeom prst="rect">
            <a:avLst/>
          </a:prstGeom>
          <a:noFill/>
          <a:ln>
            <a:noFill/>
          </a:ln>
        </p:spPr>
        <p:txBody>
          <a:bodyPr anchorCtr="0" anchor="t" bIns="0" lIns="0" spcFirstLastPara="1" rIns="0" wrap="square" tIns="0">
            <a:noAutofit/>
          </a:bodyPr>
          <a:lstStyle/>
          <a:p>
            <a:pPr indent="0" lvl="0" marL="0" marR="0" rtl="0" algn="l">
              <a:lnSpc>
                <a:spcPct val="158064"/>
              </a:lnSpc>
              <a:spcBef>
                <a:spcPts val="0"/>
              </a:spcBef>
              <a:spcAft>
                <a:spcPts val="0"/>
              </a:spcAft>
              <a:buClr>
                <a:srgbClr val="F9EEE7"/>
              </a:buClr>
              <a:buSzPts val="1550"/>
              <a:buFont typeface="Quattrocento"/>
              <a:buNone/>
            </a:pPr>
            <a:r>
              <a:rPr lang="en-US" sz="1550">
                <a:solidFill>
                  <a:srgbClr val="F9EEE7"/>
                </a:solidFill>
                <a:latin typeface="Quattrocento"/>
                <a:ea typeface="Quattrocento"/>
                <a:cs typeface="Quattrocento"/>
                <a:sym typeface="Quattrocento"/>
              </a:rPr>
              <a:t>A medida que avanzamos hacia nuevas fronteras en la computación, el álgebra booleana seguirá siendo un pilar fundamental, adaptándose y evolucionando para enfrentar los desafíos del futuro tecnológico.</a:t>
            </a:r>
            <a:endParaRPr sz="1550">
              <a:solidFill>
                <a:schemeClr val="lt1"/>
              </a:solidFill>
              <a:latin typeface="Century Gothic"/>
              <a:ea typeface="Century Gothic"/>
              <a:cs typeface="Century Gothic"/>
              <a:sym typeface="Century Gothic"/>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esh">
  <a:themeElements>
    <a:clrScheme name="Mesh">
      <a:dk1>
        <a:srgbClr val="000000"/>
      </a:dk1>
      <a:lt1>
        <a:srgbClr val="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2024-11-05T23:49:07Z</dcterms:created>
  <dc:creator>PptxGenJS</dc:creator>
</cp:coreProperties>
</file>